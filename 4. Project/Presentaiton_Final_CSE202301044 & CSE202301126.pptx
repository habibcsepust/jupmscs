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handoutMasterIdLst>
    <p:handoutMasterId r:id="rId50"/>
  </p:handoutMasterIdLst>
  <p:sldIdLst>
    <p:sldId id="256" r:id="rId2"/>
    <p:sldId id="257" r:id="rId3"/>
    <p:sldId id="458" r:id="rId4"/>
    <p:sldId id="285" r:id="rId5"/>
    <p:sldId id="459" r:id="rId6"/>
    <p:sldId id="304" r:id="rId7"/>
    <p:sldId id="258" r:id="rId8"/>
    <p:sldId id="313" r:id="rId9"/>
    <p:sldId id="399" r:id="rId10"/>
    <p:sldId id="363" r:id="rId11"/>
    <p:sldId id="440" r:id="rId12"/>
    <p:sldId id="364" r:id="rId13"/>
    <p:sldId id="365" r:id="rId14"/>
    <p:sldId id="366" r:id="rId15"/>
    <p:sldId id="368" r:id="rId16"/>
    <p:sldId id="369" r:id="rId17"/>
    <p:sldId id="370" r:id="rId18"/>
    <p:sldId id="371" r:id="rId19"/>
    <p:sldId id="372" r:id="rId20"/>
    <p:sldId id="442" r:id="rId21"/>
    <p:sldId id="443" r:id="rId22"/>
    <p:sldId id="444" r:id="rId23"/>
    <p:sldId id="445" r:id="rId24"/>
    <p:sldId id="446" r:id="rId25"/>
    <p:sldId id="447" r:id="rId26"/>
    <p:sldId id="448" r:id="rId27"/>
    <p:sldId id="450" r:id="rId28"/>
    <p:sldId id="449" r:id="rId29"/>
    <p:sldId id="451" r:id="rId30"/>
    <p:sldId id="452" r:id="rId31"/>
    <p:sldId id="453" r:id="rId32"/>
    <p:sldId id="456" r:id="rId33"/>
    <p:sldId id="374" r:id="rId34"/>
    <p:sldId id="460" r:id="rId35"/>
    <p:sldId id="461" r:id="rId36"/>
    <p:sldId id="462" r:id="rId37"/>
    <p:sldId id="463" r:id="rId38"/>
    <p:sldId id="464" r:id="rId39"/>
    <p:sldId id="465" r:id="rId40"/>
    <p:sldId id="466" r:id="rId41"/>
    <p:sldId id="467" r:id="rId42"/>
    <p:sldId id="469" r:id="rId43"/>
    <p:sldId id="471" r:id="rId44"/>
    <p:sldId id="432" r:id="rId45"/>
    <p:sldId id="472" r:id="rId46"/>
    <p:sldId id="338" r:id="rId47"/>
    <p:sldId id="431" r:id="rId48"/>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9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CC"/>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47429"/>
  </p:normalViewPr>
  <p:slideViewPr>
    <p:cSldViewPr snapToGrid="0" showGuides="1">
      <p:cViewPr>
        <p:scale>
          <a:sx n="100" d="100"/>
          <a:sy n="100" d="100"/>
        </p:scale>
        <p:origin x="1836" y="348"/>
      </p:cViewPr>
      <p:guideLst>
        <p:guide orient="horz" pos="2160"/>
        <p:guide pos="292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45CBD384-831C-4A3C-B28C-F6114571E2E7}"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defRPr/>
              </a:pPr>
              <a:t>2024-03-30</a:t>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p>
            <a:pPr lvl="0" algn="r" eaLnBrk="1" hangingPunct="1">
              <a:buNone/>
            </a:pPr>
            <a:fld id="{9A0DB2DC-4C9A-4742-B13C-FB6460FD3503}" type="slidenum">
              <a:rPr lang="en-US" sz="1200" dirty="0"/>
              <a:pPr lvl="0" algn="r" eaLnBrk="1" hangingPunct="1">
                <a:buNone/>
              </a:pPr>
              <a:t>‹#›</a:t>
            </a:fld>
            <a:endParaRPr lang="en-US" sz="1200"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cs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53A48D40-C156-499B-9CE8-3495D46DB0E9}"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defRPr/>
              </a:pPr>
              <a:t>2024-03-30</a:t>
            </a:fld>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CA"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mn-lt"/>
                <a:ea typeface="+mn-ea"/>
                <a:cs typeface="+mn-cs"/>
              </a:rPr>
              <a:t>Click to edit Master text styles</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mn-lt"/>
                <a:ea typeface="+mn-ea"/>
                <a:cs typeface="+mn-cs"/>
              </a:rPr>
              <a:t>Second level</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mn-lt"/>
                <a:ea typeface="+mn-ea"/>
                <a:cs typeface="+mn-cs"/>
              </a:rPr>
              <a:t>Third level</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mn-lt"/>
                <a:ea typeface="+mn-ea"/>
                <a:cs typeface="+mn-cs"/>
              </a:rPr>
              <a:t>Fourth level</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mn-lt"/>
                <a:ea typeface="+mn-ea"/>
                <a:cs typeface="+mn-cs"/>
              </a:rPr>
              <a:t>Fifth level</a:t>
            </a:r>
            <a:endParaRPr kumimoji="0" lang="en-CA"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p>
            <a:pPr lvl="0" algn="r" eaLnBrk="1" hangingPunct="1">
              <a:buNone/>
            </a:pPr>
            <a:fld id="{9A0DB2DC-4C9A-4742-B13C-FB6460FD3503}" type="slidenum">
              <a:rPr lang="en-CA" altLang="x-none" sz="1200" dirty="0"/>
              <a:pPr lvl="0" algn="r" eaLnBrk="1" hangingPunct="1">
                <a:buNone/>
              </a:pPr>
              <a:t>‹#›</a:t>
            </a:fld>
            <a:endParaRPr lang="en-CA" altLang="x-none" sz="1200" dirty="0"/>
          </a:p>
        </p:txBody>
      </p:sp>
    </p:spTree>
  </p:cSld>
  <p:clrMap bg1="lt1" tx1="dk1" bg2="lt2" tx2="dk2" accent1="accent1" accent2="accent2" accent3="accent3" accent4="accent4" accent5="accent5" accent6="accent6" hlink="hlink" folHlink="folHlink"/>
  <p:hf sldNum="0"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a:solidFill>
              <a:srgbClr val="000000">
                <a:alpha val="100000"/>
              </a:srgbClr>
            </a:solidFill>
            <a:miter lim="800000"/>
          </a:ln>
        </p:spPr>
      </p:sp>
      <p:sp>
        <p:nvSpPr>
          <p:cNvPr id="45059"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extLst>
      <p:ext uri="{BB962C8B-B14F-4D97-AF65-F5344CB8AC3E}">
        <p14:creationId xmlns:p14="http://schemas.microsoft.com/office/powerpoint/2010/main" val="1365881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a:solidFill>
              <a:srgbClr val="000000">
                <a:alpha val="100000"/>
              </a:srgbClr>
            </a:solidFill>
            <a:miter lim="800000"/>
          </a:ln>
        </p:spPr>
      </p:sp>
      <p:sp>
        <p:nvSpPr>
          <p:cNvPr id="46083"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a:solidFill>
              <a:srgbClr val="000000">
                <a:alpha val="100000"/>
              </a:srgbClr>
            </a:solidFill>
            <a:miter lim="800000"/>
          </a:ln>
        </p:spPr>
      </p:sp>
      <p:sp>
        <p:nvSpPr>
          <p:cNvPr id="46083"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a:solidFill>
              <a:srgbClr val="000000">
                <a:alpha val="100000"/>
              </a:srgbClr>
            </a:solidFill>
            <a:miter lim="800000"/>
          </a:ln>
        </p:spPr>
      </p:sp>
      <p:sp>
        <p:nvSpPr>
          <p:cNvPr id="48131"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a:solidFill>
              <a:srgbClr val="000000">
                <a:alpha val="100000"/>
              </a:srgbClr>
            </a:solidFill>
            <a:miter lim="800000"/>
          </a:ln>
        </p:spPr>
      </p:sp>
      <p:sp>
        <p:nvSpPr>
          <p:cNvPr id="50179"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extLst>
      <p:ext uri="{BB962C8B-B14F-4D97-AF65-F5344CB8AC3E}">
        <p14:creationId xmlns:p14="http://schemas.microsoft.com/office/powerpoint/2010/main" val="28789883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extLst>
      <p:ext uri="{BB962C8B-B14F-4D97-AF65-F5344CB8AC3E}">
        <p14:creationId xmlns:p14="http://schemas.microsoft.com/office/powerpoint/2010/main" val="37431033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extLst>
      <p:ext uri="{BB962C8B-B14F-4D97-AF65-F5344CB8AC3E}">
        <p14:creationId xmlns:p14="http://schemas.microsoft.com/office/powerpoint/2010/main" val="20530627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extLst>
      <p:ext uri="{BB962C8B-B14F-4D97-AF65-F5344CB8AC3E}">
        <p14:creationId xmlns:p14="http://schemas.microsoft.com/office/powerpoint/2010/main" val="39286370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extLst>
      <p:ext uri="{BB962C8B-B14F-4D97-AF65-F5344CB8AC3E}">
        <p14:creationId xmlns:p14="http://schemas.microsoft.com/office/powerpoint/2010/main" val="14984942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extLst>
      <p:ext uri="{BB962C8B-B14F-4D97-AF65-F5344CB8AC3E}">
        <p14:creationId xmlns:p14="http://schemas.microsoft.com/office/powerpoint/2010/main" val="9785584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extLst>
      <p:ext uri="{BB962C8B-B14F-4D97-AF65-F5344CB8AC3E}">
        <p14:creationId xmlns:p14="http://schemas.microsoft.com/office/powerpoint/2010/main" val="1594551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extLst>
      <p:ext uri="{BB962C8B-B14F-4D97-AF65-F5344CB8AC3E}">
        <p14:creationId xmlns:p14="http://schemas.microsoft.com/office/powerpoint/2010/main" val="9594297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extLst>
      <p:ext uri="{BB962C8B-B14F-4D97-AF65-F5344CB8AC3E}">
        <p14:creationId xmlns:p14="http://schemas.microsoft.com/office/powerpoint/2010/main" val="40727217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extLst>
      <p:ext uri="{BB962C8B-B14F-4D97-AF65-F5344CB8AC3E}">
        <p14:creationId xmlns:p14="http://schemas.microsoft.com/office/powerpoint/2010/main" val="16476062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a:solidFill>
              <a:srgbClr val="000000">
                <a:alpha val="100000"/>
              </a:srgbClr>
            </a:solidFill>
            <a:miter lim="800000"/>
          </a:ln>
        </p:spPr>
      </p:sp>
      <p:sp>
        <p:nvSpPr>
          <p:cNvPr id="47107" name="Notes Placeholder 2"/>
          <p:cNvSpPr>
            <a:spLocks noGrp="1"/>
          </p:cNvSpPr>
          <p:nvPr>
            <p:ph type="body" idx="1"/>
          </p:nvPr>
        </p:nvSpPr>
        <p:spPr>
          <a:noFill/>
          <a:ln>
            <a:noFill/>
          </a:ln>
        </p:spPr>
        <p:txBody>
          <a:bodyPr wrap="square" lIns="91440" tIns="45720" rIns="91440" bIns="45720" anchor="t" anchorCtr="0"/>
          <a:lstStyle/>
          <a:p>
            <a:pPr lvl="0"/>
            <a:endParaRPr lang="en-CA" altLang="x-none" dirty="0"/>
          </a:p>
        </p:txBody>
      </p:sp>
      <p:sp>
        <p:nvSpPr>
          <p:cNvPr id="2" name="Footer Placeholder 1"/>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extLst>
      <p:ext uri="{BB962C8B-B14F-4D97-AF65-F5344CB8AC3E}">
        <p14:creationId xmlns:p14="http://schemas.microsoft.com/office/powerpoint/2010/main" val="23959701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Footer Placeholder 3"/>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CA"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rPr>
              <a:t>JU PMSCS Summer-2023</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bwMode="white">
          <a:xfrm>
            <a:off x="0" y="5970588"/>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1" name="Rectangle 10"/>
          <p:cNvSpPr/>
          <p:nvPr/>
        </p:nvSpPr>
        <p:spPr>
          <a:xfrm>
            <a:off x="-9525" y="6053138"/>
            <a:ext cx="2249488"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2" name="Rectangle 11"/>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3" name="Date Placeholder 27"/>
          <p:cNvSpPr>
            <a:spLocks noGrp="1"/>
          </p:cNvSpPr>
          <p:nvPr>
            <p:ph type="dt" sz="half" idx="2"/>
          </p:nvPr>
        </p:nvSpPr>
        <p:spPr>
          <a:xfrm>
            <a:off x="76200" y="6069013"/>
            <a:ext cx="2057400" cy="685800"/>
          </a:xfrm>
          <a:prstGeom prst="rect">
            <a:avLst/>
          </a:prstGeom>
        </p:spPr>
        <p:txBody>
          <a:bodyPr vert="horz" anchor="ctr" anchorCtr="0">
            <a:noAutofit/>
          </a:bodyPr>
          <a:lstStyle>
            <a:lvl1pPr algn="ctr">
              <a:defRPr sz="2000">
                <a:solidFill>
                  <a:srgbClr val="FFFFFF"/>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D843A048-694F-4420-918A-A0EBEB013641}" type="datetime1">
              <a:rPr kumimoji="0" lang="en-US" sz="20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defRPr/>
              </a:pPr>
              <a:t>2024-03-30</a:t>
            </a:fld>
            <a:endParaRPr kumimoji="0" lang="en-US" sz="20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5" name="Footer Placeholder 16"/>
          <p:cNvSpPr>
            <a:spLocks noGrp="1"/>
          </p:cNvSpPr>
          <p:nvPr>
            <p:ph type="ftr" sz="quarter" idx="3"/>
          </p:nvPr>
        </p:nvSpPr>
        <p:spPr>
          <a:xfrm>
            <a:off x="2085975" y="236538"/>
            <a:ext cx="5867400" cy="365125"/>
          </a:xfrm>
          <a:prstGeom prst="rect">
            <a:avLst/>
          </a:prstGeom>
        </p:spPr>
        <p:txBody>
          <a:bodyPr vert="horz" anchor="ctr"/>
          <a:lstStyle>
            <a:lvl1pPr algn="r">
              <a:defRPr>
                <a:solidFill>
                  <a:schemeClr val="tx2"/>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2" name="Slide Number Placeholder 1"/>
          <p:cNvSpPr>
            <a:spLocks noGrp="1"/>
          </p:cNvSpPr>
          <p:nvPr>
            <p:ph type="sldNum" sz="quarter" idx="10"/>
          </p:nvPr>
        </p:nvSpPr>
        <p:spPr/>
        <p:txBody>
          <a:bodyPr/>
          <a:lstStyle/>
          <a:p>
            <a:pPr lvl="0" eaLnBrk="1" hangingPunct="1">
              <a:buNone/>
            </a:pPr>
            <a:fld id="{9A0DB2DC-4C9A-4742-B13C-FB6460FD3503}" type="slidenum">
              <a:rPr lang="en-US" dirty="0">
                <a:latin typeface="Arial" panose="020B0604020202020204" pitchFamily="34" charset="0"/>
              </a:rPr>
              <a:pPr lvl="0" eaLnBrk="1" hangingPunct="1">
                <a:buNone/>
              </a:pPr>
              <a:t>‹#›</a:t>
            </a:fld>
            <a:endParaRPr lang="en-US" dirty="0">
              <a:latin typeface="Arial" panose="020B0604020202020204" pitchFamily="34" charset="0"/>
            </a:endParaRPr>
          </a:p>
        </p:txBody>
      </p:sp>
    </p:spTree>
  </p:cSld>
  <p:clrMapOvr>
    <a:overrideClrMapping bg1="dk1" tx1="lt1" bg2="dk2" tx2="lt2" accent1="accent1" accent2="accent2" accent3="accent3" accent4="accent4" accent5="accent5" accent6="accent6" hlink="hlink" folHlink="folHlink"/>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lang="en-US"/>
              <a:t>Click to edit Master title style</a:t>
            </a:r>
          </a:p>
        </p:txBody>
      </p:sp>
      <p:sp>
        <p:nvSpPr>
          <p:cNvPr id="8" name="Content Placeholder 7"/>
          <p:cNvSpPr>
            <a:spLocks noGrp="1"/>
          </p:cNvSpPr>
          <p:nvPr>
            <p:ph sz="quarter" idx="1"/>
          </p:nvPr>
        </p:nvSpPr>
        <p:spPr>
          <a:xfrm>
            <a:off x="612648" y="1600200"/>
            <a:ext cx="8153400" cy="449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13"/>
          <p:cNvSpPr>
            <a:spLocks noGrp="1"/>
          </p:cNvSpPr>
          <p:nvPr>
            <p:ph type="dt" sz="half" idx="2"/>
          </p:nvPr>
        </p:nvSpPr>
        <p:spPr>
          <a:xfrm>
            <a:off x="6096000" y="6248400"/>
            <a:ext cx="2667000" cy="36512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50F8920-29B0-4997-84DC-63508E7B9BF9}"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2024-03-30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1" name="Footer Placeholder 2"/>
          <p:cNvSpPr>
            <a:spLocks noGrp="1"/>
          </p:cNvSpPr>
          <p:nvPr>
            <p:ph type="ftr" sz="quarter" idx="3"/>
          </p:nvPr>
        </p:nvSpPr>
        <p:spPr>
          <a:xfrm>
            <a:off x="609600" y="6248400"/>
            <a:ext cx="5421313" cy="365125"/>
          </a:xfrm>
          <a:prstGeom prst="rect">
            <a:avLst/>
          </a:prstGeom>
        </p:spPr>
        <p:txBody>
          <a:bodyPr vert="horz"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2" name="Slide Number Placeholder 22"/>
          <p:cNvSpPr>
            <a:spLocks noGrp="1"/>
          </p:cNvSpPr>
          <p:nvPr>
            <p:ph type="sldNum" sz="quarter" idx="4"/>
          </p:nvPr>
        </p:nvSpPr>
        <p:spPr>
          <a:xfrm>
            <a:off x="0" y="1271588"/>
            <a:ext cx="533400" cy="244475"/>
          </a:xfrm>
          <a:prstGeom prst="rect">
            <a:avLst/>
          </a:prstGeom>
        </p:spPr>
        <p:txBody>
          <a:bodyPr vert="horz" anchor="ctr" anchorCtr="0"/>
          <a:lstStyle/>
          <a:p>
            <a:pPr algn="ctr">
              <a:buNone/>
            </a:pPr>
            <a:fld id="{9A0DB2DC-4C9A-4742-B13C-FB6460FD3503}" type="slidenum">
              <a:rPr lang="en-US" dirty="0"/>
              <a:pPr algn="ctr">
                <a:buNone/>
              </a:pPr>
              <a:t>‹#›</a:t>
            </a:fld>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bwMode="white">
          <a:xfrm>
            <a:off x="0" y="2286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1" name="Rectangle 10"/>
          <p:cNvSpPr/>
          <p:nvPr/>
        </p:nvSpPr>
        <p:spPr>
          <a:xfrm>
            <a:off x="0" y="304800"/>
            <a:ext cx="9906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2" name="Rectangle 11"/>
          <p:cNvSpPr/>
          <p:nvPr/>
        </p:nvSpPr>
        <p:spPr>
          <a:xfrm>
            <a:off x="1066800" y="304800"/>
            <a:ext cx="8077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3" name="Text Placeholder 2"/>
          <p:cNvSpPr>
            <a:spLocks noGrp="1"/>
          </p:cNvSpPr>
          <p:nvPr>
            <p:ph type="body" idx="1"/>
          </p:nvPr>
        </p:nvSpPr>
        <p:spPr>
          <a:xfrm>
            <a:off x="1066800" y="1447800"/>
            <a:ext cx="7696200" cy="4191000"/>
          </a:xfrm>
        </p:spPr>
        <p:txBody>
          <a:bodyPr>
            <a:normAutofit/>
          </a:bodyPr>
          <a:lstStyle>
            <a:lvl1pPr marL="0" indent="0">
              <a:buNone/>
              <a:defRPr sz="2400">
                <a:solidFill>
                  <a:schemeClr val="bg2">
                    <a:lumMod val="2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dirty="0"/>
              <a:t>Click to edit Master text styles</a:t>
            </a:r>
          </a:p>
        </p:txBody>
      </p:sp>
      <p:sp>
        <p:nvSpPr>
          <p:cNvPr id="2" name="Title 1"/>
          <p:cNvSpPr>
            <a:spLocks noGrp="1"/>
          </p:cNvSpPr>
          <p:nvPr>
            <p:ph type="title"/>
          </p:nvPr>
        </p:nvSpPr>
        <p:spPr>
          <a:xfrm>
            <a:off x="1066800" y="304800"/>
            <a:ext cx="7918824" cy="990600"/>
          </a:xfrm>
        </p:spPr>
        <p:txBody>
          <a:bodyPr/>
          <a:lstStyle>
            <a:lvl1pPr algn="l">
              <a:buNone/>
              <a:defRPr sz="4400" b="0" cap="none">
                <a:solidFill>
                  <a:srgbClr val="FFFFFF"/>
                </a:solidFill>
              </a:defRPr>
            </a:lvl1pPr>
          </a:lstStyle>
          <a:p>
            <a:r>
              <a:rPr lang="en-US"/>
              <a:t>Click to edit Master title style</a:t>
            </a:r>
          </a:p>
        </p:txBody>
      </p:sp>
      <p:sp>
        <p:nvSpPr>
          <p:cNvPr id="13" name="Date Placeholder 11"/>
          <p:cNvSpPr>
            <a:spLocks noGrp="1"/>
          </p:cNvSpPr>
          <p:nvPr>
            <p:ph type="dt" sz="half" idx="2"/>
          </p:nvPr>
        </p:nvSpPr>
        <p:spPr>
          <a:xfrm>
            <a:off x="6096000" y="6248400"/>
            <a:ext cx="2667000" cy="36512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C6154F42-DBBF-40B7-9ABC-C9CC3D959D33}"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2024-03-30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5" name="Slide Number Placeholder 12"/>
          <p:cNvSpPr>
            <a:spLocks noGrp="1"/>
          </p:cNvSpPr>
          <p:nvPr>
            <p:ph type="sldNum" sz="quarter" idx="4"/>
          </p:nvPr>
        </p:nvSpPr>
        <p:spPr>
          <a:xfrm>
            <a:off x="0" y="457200"/>
            <a:ext cx="914400" cy="701675"/>
          </a:xfrm>
          <a:prstGeom prst="rect">
            <a:avLst/>
          </a:prstGeom>
        </p:spPr>
        <p:txBody>
          <a:bodyPr vert="horz" anchor="ctr" anchorCtr="0">
            <a:noAutofit/>
          </a:bodyPr>
          <a:lstStyle/>
          <a:p>
            <a:pPr algn="ctr">
              <a:buNone/>
            </a:pPr>
            <a:fld id="{9A0DB2DC-4C9A-4742-B13C-FB6460FD3503}" type="slidenum">
              <a:rPr lang="en-US" sz="2400" dirty="0"/>
              <a:pPr algn="ctr">
                <a:buNone/>
              </a:pPr>
              <a:t>‹#›</a:t>
            </a:fld>
            <a:endParaRPr lang="en-US" sz="2400" dirty="0"/>
          </a:p>
        </p:txBody>
      </p:sp>
      <p:sp>
        <p:nvSpPr>
          <p:cNvPr id="16" name="Footer Placeholder 13"/>
          <p:cNvSpPr>
            <a:spLocks noGrp="1"/>
          </p:cNvSpPr>
          <p:nvPr>
            <p:ph type="ftr" sz="quarter" idx="3"/>
          </p:nvPr>
        </p:nvSpPr>
        <p:spPr>
          <a:xfrm>
            <a:off x="609600" y="6248400"/>
            <a:ext cx="5421313" cy="365125"/>
          </a:xfrm>
          <a:prstGeom prst="rect">
            <a:avLst/>
          </a:prstGeom>
        </p:spPr>
        <p:txBody>
          <a:bodyPr vert="horz"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7"/>
          <p:cNvSpPr>
            <a:spLocks noGrp="1"/>
          </p:cNvSpPr>
          <p:nvPr>
            <p:ph type="dt" sz="half" idx="12"/>
          </p:nvPr>
        </p:nvSpPr>
        <p:spPr>
          <a:xfrm>
            <a:off x="6096000" y="6248400"/>
            <a:ext cx="2667000" cy="365125"/>
          </a:xfrm>
          <a:prstGeom prst="rect">
            <a:avLst/>
          </a:prstGeom>
        </p:spPr>
        <p:txBody>
          <a:bodyPr vert="horz" rtlCol="0"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2666EAA7-9575-4971-AF8B-CB0675578568}"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2024-03-30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3" name="Slide Number Placeholder 9"/>
          <p:cNvSpPr>
            <a:spLocks noGrp="1"/>
          </p:cNvSpPr>
          <p:nvPr>
            <p:ph type="sldNum" sz="quarter" idx="4"/>
          </p:nvPr>
        </p:nvSpPr>
        <p:spPr>
          <a:xfrm>
            <a:off x="0" y="1271588"/>
            <a:ext cx="533400" cy="244475"/>
          </a:xfrm>
          <a:prstGeom prst="rect">
            <a:avLst/>
          </a:prstGeom>
        </p:spPr>
        <p:txBody>
          <a:bodyPr vert="horz" rtlCol="0" anchor="ctr" anchorCtr="0"/>
          <a:lstStyle/>
          <a:p>
            <a:pPr algn="ctr">
              <a:buNone/>
            </a:pPr>
            <a:fld id="{9A0DB2DC-4C9A-4742-B13C-FB6460FD3503}" type="slidenum">
              <a:rPr lang="en-US" dirty="0"/>
              <a:pPr algn="ctr">
                <a:buNone/>
              </a:pPr>
              <a:t>‹#›</a:t>
            </a:fld>
            <a:endParaRPr lang="en-US" dirty="0"/>
          </a:p>
        </p:txBody>
      </p:sp>
      <p:sp>
        <p:nvSpPr>
          <p:cNvPr id="12" name="Footer Placeholder 11"/>
          <p:cNvSpPr>
            <a:spLocks noGrp="1"/>
          </p:cNvSpPr>
          <p:nvPr>
            <p:ph type="ftr" sz="quarter" idx="3"/>
          </p:nvPr>
        </p:nvSpPr>
        <p:spPr>
          <a:xfrm>
            <a:off x="609600" y="6248400"/>
            <a:ext cx="5421313" cy="365125"/>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0" name="Date Placeholder 9"/>
          <p:cNvSpPr>
            <a:spLocks noGrp="1"/>
          </p:cNvSpPr>
          <p:nvPr>
            <p:ph type="dt" sz="half" idx="12"/>
          </p:nvPr>
        </p:nvSpPr>
        <p:spPr>
          <a:xfrm>
            <a:off x="6096000" y="6248400"/>
            <a:ext cx="2667000" cy="365125"/>
          </a:xfrm>
          <a:prstGeom prst="rect">
            <a:avLst/>
          </a:prstGeom>
        </p:spPr>
        <p:txBody>
          <a:bodyPr vert="horz" rtlCol="0"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85EC309D-C5C4-4AA7-9A4F-A817075843AE}"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2024-03-30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3" name="Slide Number Placeholder 11"/>
          <p:cNvSpPr>
            <a:spLocks noGrp="1"/>
          </p:cNvSpPr>
          <p:nvPr>
            <p:ph type="sldNum" sz="quarter" idx="14"/>
          </p:nvPr>
        </p:nvSpPr>
        <p:spPr>
          <a:xfrm>
            <a:off x="0" y="1271588"/>
            <a:ext cx="533400" cy="244475"/>
          </a:xfrm>
          <a:prstGeom prst="rect">
            <a:avLst/>
          </a:prstGeom>
        </p:spPr>
        <p:txBody>
          <a:bodyPr vert="horz" rtlCol="0" anchor="ctr" anchorCtr="0"/>
          <a:lstStyle/>
          <a:p>
            <a:pPr algn="ctr">
              <a:buNone/>
            </a:pPr>
            <a:fld id="{9A0DB2DC-4C9A-4742-B13C-FB6460FD3503}" type="slidenum">
              <a:rPr lang="en-US" dirty="0"/>
              <a:pPr algn="ctr">
                <a:buNone/>
              </a:pPr>
              <a:t>‹#›</a:t>
            </a:fld>
            <a:endParaRPr lang="en-US" dirty="0"/>
          </a:p>
        </p:txBody>
      </p:sp>
      <p:sp>
        <p:nvSpPr>
          <p:cNvPr id="12" name="Footer Placeholder 13"/>
          <p:cNvSpPr>
            <a:spLocks noGrp="1"/>
          </p:cNvSpPr>
          <p:nvPr>
            <p:ph type="ftr" sz="quarter" idx="13"/>
          </p:nvPr>
        </p:nvSpPr>
        <p:spPr>
          <a:xfrm>
            <a:off x="609600" y="6248400"/>
            <a:ext cx="5421313" cy="365125"/>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Date Placeholder 13"/>
          <p:cNvSpPr>
            <a:spLocks noGrp="1"/>
          </p:cNvSpPr>
          <p:nvPr>
            <p:ph type="dt" sz="half" idx="2"/>
          </p:nvPr>
        </p:nvSpPr>
        <p:spPr>
          <a:xfrm>
            <a:off x="6096000" y="6248400"/>
            <a:ext cx="2667000" cy="36512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DFCC942-35FB-4B5C-ACCE-246E772F7B19}"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2024-03-30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1" name="Footer Placeholder 2"/>
          <p:cNvSpPr>
            <a:spLocks noGrp="1"/>
          </p:cNvSpPr>
          <p:nvPr>
            <p:ph type="ftr" sz="quarter" idx="3"/>
          </p:nvPr>
        </p:nvSpPr>
        <p:spPr>
          <a:xfrm>
            <a:off x="609600" y="6248400"/>
            <a:ext cx="5421313" cy="365125"/>
          </a:xfrm>
          <a:prstGeom prst="rect">
            <a:avLst/>
          </a:prstGeom>
        </p:spPr>
        <p:txBody>
          <a:bodyPr vert="horz"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2" name="Slide Number Placeholder 22"/>
          <p:cNvSpPr>
            <a:spLocks noGrp="1"/>
          </p:cNvSpPr>
          <p:nvPr>
            <p:ph type="sldNum" sz="quarter" idx="4"/>
          </p:nvPr>
        </p:nvSpPr>
        <p:spPr>
          <a:xfrm>
            <a:off x="0" y="1271588"/>
            <a:ext cx="533400" cy="244475"/>
          </a:xfrm>
          <a:prstGeom prst="rect">
            <a:avLst/>
          </a:prstGeom>
        </p:spPr>
        <p:txBody>
          <a:bodyPr vert="horz" anchor="ctr" anchorCtr="0"/>
          <a:lstStyle/>
          <a:p>
            <a:pPr algn="ctr">
              <a:buNone/>
            </a:pPr>
            <a:fld id="{9A0DB2DC-4C9A-4742-B13C-FB6460FD3503}" type="slidenum">
              <a:rPr lang="en-US" dirty="0"/>
              <a:pPr algn="ctr">
                <a:buNone/>
              </a:pPr>
              <a:t>‹#›</a:t>
            </a:fld>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1"/>
        </a:solidFill>
        <a:effectLst/>
      </p:bgPr>
    </p:bg>
    <p:spTree>
      <p:nvGrpSpPr>
        <p:cNvPr id="1" name=""/>
        <p:cNvGrpSpPr/>
        <p:nvPr/>
      </p:nvGrpSpPr>
      <p:grpSpPr>
        <a:xfrm>
          <a:off x="0" y="0"/>
          <a:ext cx="0" cy="0"/>
          <a:chOff x="0" y="0"/>
          <a:chExt cx="0" cy="0"/>
        </a:xfrm>
      </p:grpSpPr>
      <p:sp>
        <p:nvSpPr>
          <p:cNvPr id="10" name="Date Placeholder 1"/>
          <p:cNvSpPr>
            <a:spLocks noGrp="1"/>
          </p:cNvSpPr>
          <p:nvPr>
            <p:ph type="dt" sz="half" idx="2"/>
          </p:nvPr>
        </p:nvSpPr>
        <p:spPr>
          <a:xfrm>
            <a:off x="6096000" y="6248400"/>
            <a:ext cx="2667000" cy="36512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1E4C924E-7BD6-4DDD-A468-90DA87511D77}"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2024-03-30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1" name="Footer Placeholder 2"/>
          <p:cNvSpPr>
            <a:spLocks noGrp="1"/>
          </p:cNvSpPr>
          <p:nvPr>
            <p:ph type="ftr" sz="quarter" idx="3"/>
          </p:nvPr>
        </p:nvSpPr>
        <p:spPr>
          <a:xfrm>
            <a:off x="609600" y="6248400"/>
            <a:ext cx="5421313" cy="365125"/>
          </a:xfrm>
          <a:prstGeom prst="rect">
            <a:avLst/>
          </a:prstGeom>
        </p:spPr>
        <p:txBody>
          <a:bodyPr vert="horz"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2" name="Slide Number Placeholder 3"/>
          <p:cNvSpPr>
            <a:spLocks noGrp="1"/>
          </p:cNvSpPr>
          <p:nvPr>
            <p:ph type="sldNum" sz="quarter" idx="4"/>
          </p:nvPr>
        </p:nvSpPr>
        <p:spPr>
          <a:xfrm>
            <a:off x="0" y="6248400"/>
            <a:ext cx="533400" cy="381000"/>
          </a:xfrm>
          <a:prstGeom prst="rect">
            <a:avLst/>
          </a:prstGeom>
        </p:spPr>
        <p:txBody>
          <a:bodyPr vert="horz" anchor="ctr" anchorCtr="0"/>
          <a:lstStyle/>
          <a:p>
            <a:pPr algn="ctr">
              <a:buNone/>
            </a:pPr>
            <a:fld id="{9A0DB2DC-4C9A-4742-B13C-FB6460FD3503}" type="slidenum">
              <a:rPr lang="en-US" dirty="0">
                <a:solidFill>
                  <a:schemeClr val="tx2"/>
                </a:solidFill>
              </a:rPr>
              <a:pPr algn="ctr">
                <a:buNone/>
              </a:pPr>
              <a:t>‹#›</a:t>
            </a:fld>
            <a:endParaRPr lang="en-US" dirty="0">
              <a:solidFill>
                <a:schemeClr val="tx2"/>
              </a:solidFill>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13"/>
          <p:cNvSpPr>
            <a:spLocks noGrp="1"/>
          </p:cNvSpPr>
          <p:nvPr>
            <p:ph type="dt" sz="half" idx="12"/>
          </p:nvPr>
        </p:nvSpPr>
        <p:spPr>
          <a:xfrm>
            <a:off x="6096000" y="6248400"/>
            <a:ext cx="2667000" cy="36512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EF631C7-6828-45CD-B9AD-1DE5AAC4C423}"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2024-03-30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1" name="Footer Placeholder 2"/>
          <p:cNvSpPr>
            <a:spLocks noGrp="1"/>
          </p:cNvSpPr>
          <p:nvPr>
            <p:ph type="ftr" sz="quarter" idx="3"/>
          </p:nvPr>
        </p:nvSpPr>
        <p:spPr>
          <a:xfrm>
            <a:off x="609600" y="6248400"/>
            <a:ext cx="5421313" cy="365125"/>
          </a:xfrm>
          <a:prstGeom prst="rect">
            <a:avLst/>
          </a:prstGeom>
        </p:spPr>
        <p:txBody>
          <a:bodyPr vert="horz"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2" name="Slide Number Placeholder 22"/>
          <p:cNvSpPr>
            <a:spLocks noGrp="1"/>
          </p:cNvSpPr>
          <p:nvPr>
            <p:ph type="sldNum" sz="quarter" idx="4"/>
          </p:nvPr>
        </p:nvSpPr>
        <p:spPr>
          <a:xfrm>
            <a:off x="0" y="1271588"/>
            <a:ext cx="533400" cy="244475"/>
          </a:xfrm>
          <a:prstGeom prst="rect">
            <a:avLst/>
          </a:prstGeom>
        </p:spPr>
        <p:txBody>
          <a:bodyPr vert="horz" anchor="ctr" anchorCtr="0"/>
          <a:lstStyle/>
          <a:p>
            <a:pPr algn="ctr">
              <a:buNone/>
            </a:pPr>
            <a:fld id="{9A0DB2DC-4C9A-4742-B13C-FB6460FD3503}" type="slidenum">
              <a:rPr lang="en-US" dirty="0"/>
              <a:pPr algn="ctr">
                <a:buNone/>
              </a:pPr>
              <a:t>‹#›</a:t>
            </a:fld>
            <a:endParaRPr lang="en-US" dirty="0"/>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1" name="Rectangle 10"/>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2" name="Rectangle 11"/>
          <p:cNvSpPr/>
          <p:nvPr/>
        </p:nvSpPr>
        <p:spPr>
          <a:xfrm>
            <a:off x="1544638" y="4654550"/>
            <a:ext cx="7599363"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3" name="Rectangle 12"/>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700"/>
              </a:spcBef>
              <a:spcAft>
                <a:spcPct val="0"/>
              </a:spcAft>
              <a:buClr>
                <a:schemeClr val="accent2"/>
              </a:buClr>
              <a:buSzPct val="60000"/>
              <a:buFont typeface="Wingdings" panose="05000000000000000000" pitchFamily="2" charset="2"/>
              <a:buNone/>
              <a:defRPr/>
            </a:pPr>
            <a:r>
              <a:rPr kumimoji="0" lang="en-US" sz="3200" b="0" i="0" u="none" strike="noStrike" kern="1200" cap="none" spc="0" normalizeH="0" baseline="0" noProof="0" dirty="0">
                <a:ln>
                  <a:noFill/>
                </a:ln>
                <a:solidFill>
                  <a:schemeClr val="tx1"/>
                </a:solidFill>
                <a:effectLst/>
                <a:uLnTx/>
                <a:uFillTx/>
                <a:latin typeface="+mn-lt"/>
                <a:ea typeface="+mn-ea"/>
                <a:cs typeface="+mn-cs"/>
              </a:rPr>
              <a:t>Click icon to add picture</a:t>
            </a:r>
          </a:p>
        </p:txBody>
      </p:sp>
      <p:sp>
        <p:nvSpPr>
          <p:cNvPr id="15" name="Date Placeholder 11"/>
          <p:cNvSpPr>
            <a:spLocks noGrp="1"/>
          </p:cNvSpPr>
          <p:nvPr>
            <p:ph type="dt" sz="half" idx="12"/>
          </p:nvPr>
        </p:nvSpPr>
        <p:spPr>
          <a:xfrm>
            <a:off x="6248400" y="6248400"/>
            <a:ext cx="2667000" cy="365125"/>
          </a:xfrm>
          <a:prstGeom prst="rect">
            <a:avLst/>
          </a:prstGeom>
        </p:spPr>
        <p:txBody>
          <a:bodyPr vert="horz" rtlCol="0"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B4844378-16A1-4A50-9FDC-E82FC3EE5853}"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2024-03-30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6" name="Slide Number Placeholder 12"/>
          <p:cNvSpPr>
            <a:spLocks noGrp="1"/>
          </p:cNvSpPr>
          <p:nvPr>
            <p:ph type="sldNum" sz="quarter" idx="4"/>
          </p:nvPr>
        </p:nvSpPr>
        <p:spPr>
          <a:xfrm>
            <a:off x="0" y="4667250"/>
            <a:ext cx="1447800" cy="663575"/>
          </a:xfrm>
          <a:prstGeom prst="rect">
            <a:avLst/>
          </a:prstGeom>
        </p:spPr>
        <p:txBody>
          <a:bodyPr vert="horz" rtlCol="0" anchor="ctr" anchorCtr="0"/>
          <a:lstStyle/>
          <a:p>
            <a:pPr algn="ctr">
              <a:buNone/>
            </a:pPr>
            <a:fld id="{9A0DB2DC-4C9A-4742-B13C-FB6460FD3503}" type="slidenum">
              <a:rPr lang="en-US" sz="2800" dirty="0"/>
              <a:pPr algn="ctr">
                <a:buNone/>
              </a:pPr>
              <a:t>‹#›</a:t>
            </a:fld>
            <a:endParaRPr lang="en-US" sz="2800" dirty="0"/>
          </a:p>
        </p:txBody>
      </p:sp>
      <p:sp>
        <p:nvSpPr>
          <p:cNvPr id="17" name="Footer Placeholder 13"/>
          <p:cNvSpPr>
            <a:spLocks noGrp="1"/>
          </p:cNvSpPr>
          <p:nvPr>
            <p:ph type="ftr" sz="quarter" idx="3"/>
          </p:nvPr>
        </p:nvSpPr>
        <p:spPr>
          <a:xfrm>
            <a:off x="1600200" y="6248400"/>
            <a:ext cx="4572000" cy="365125"/>
          </a:xfrm>
          <a:prstGeom prst="rect">
            <a:avLst/>
          </a:prstGeom>
        </p:spPr>
        <p:txBody>
          <a:bodyPr vert="horz" rtlCol="0"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13"/>
          <p:cNvSpPr>
            <a:spLocks noGrp="1"/>
          </p:cNvSpPr>
          <p:nvPr>
            <p:ph type="dt" sz="half" idx="2"/>
          </p:nvPr>
        </p:nvSpPr>
        <p:spPr>
          <a:xfrm>
            <a:off x="6096000" y="6248400"/>
            <a:ext cx="2667000" cy="36512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5E43C51-72E2-47CA-841B-77685045A8DB}"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2024-03-30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1" name="Footer Placeholder 2"/>
          <p:cNvSpPr>
            <a:spLocks noGrp="1"/>
          </p:cNvSpPr>
          <p:nvPr>
            <p:ph type="ftr" sz="quarter" idx="3"/>
          </p:nvPr>
        </p:nvSpPr>
        <p:spPr>
          <a:xfrm>
            <a:off x="609600" y="6248400"/>
            <a:ext cx="5421313" cy="365125"/>
          </a:xfrm>
          <a:prstGeom prst="rect">
            <a:avLst/>
          </a:prstGeom>
        </p:spPr>
        <p:txBody>
          <a:bodyPr vert="horz"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2" name="Slide Number Placeholder 22"/>
          <p:cNvSpPr>
            <a:spLocks noGrp="1"/>
          </p:cNvSpPr>
          <p:nvPr>
            <p:ph type="sldNum" sz="quarter" idx="4"/>
          </p:nvPr>
        </p:nvSpPr>
        <p:spPr>
          <a:xfrm>
            <a:off x="0" y="1271588"/>
            <a:ext cx="533400" cy="244475"/>
          </a:xfrm>
          <a:prstGeom prst="rect">
            <a:avLst/>
          </a:prstGeom>
        </p:spPr>
        <p:txBody>
          <a:bodyPr vert="horz" anchor="ctr" anchorCtr="0"/>
          <a:lstStyle/>
          <a:p>
            <a:pPr algn="ctr">
              <a:buNone/>
            </a:pPr>
            <a:fld id="{9A0DB2DC-4C9A-4742-B13C-FB6460FD3503}" type="slidenum">
              <a:rPr lang="en-US" dirty="0"/>
              <a:pPr algn="ctr">
                <a:buNone/>
              </a:pPr>
              <a:t>‹#›</a:t>
            </a:fld>
            <a:endParaRPr lang="en-US"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1" name="Rectangle 10"/>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12" name="Rectangle 11"/>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3"/>
          <p:cNvSpPr>
            <a:spLocks noGrp="1"/>
          </p:cNvSpPr>
          <p:nvPr>
            <p:ph type="dt" sz="half" idx="2"/>
          </p:nvPr>
        </p:nvSpPr>
        <p:spPr>
          <a:xfrm>
            <a:off x="6553200" y="6248400"/>
            <a:ext cx="2209800" cy="365125"/>
          </a:xfrm>
          <a:prstGeom prst="rect">
            <a:avLst/>
          </a:prstGeom>
        </p:spPr>
        <p:txBody>
          <a:bodyPr vert="horz" anchor="ctr" anchorCtr="0"/>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A871AF0C-0F8A-4C52-B53C-489898718D08}"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2024-03-30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5" name="Footer Placeholder 4"/>
          <p:cNvSpPr>
            <a:spLocks noGrp="1"/>
          </p:cNvSpPr>
          <p:nvPr>
            <p:ph type="ftr" sz="quarter" idx="3"/>
          </p:nvPr>
        </p:nvSpPr>
        <p:spPr>
          <a:xfrm>
            <a:off x="457200" y="6248400"/>
            <a:ext cx="5573713" cy="365125"/>
          </a:xfrm>
          <a:prstGeom prst="rect">
            <a:avLst/>
          </a:prstGeom>
        </p:spPr>
        <p:txBody>
          <a:bodyPr vert="horz" anchor="ct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16" name="Slide Number Placeholder 5"/>
          <p:cNvSpPr>
            <a:spLocks noGrp="1"/>
          </p:cNvSpPr>
          <p:nvPr>
            <p:ph type="sldNum" sz="quarter" idx="4"/>
          </p:nvPr>
        </p:nvSpPr>
        <p:spPr>
          <a:xfrm rot="5400000">
            <a:off x="5989638" y="144463"/>
            <a:ext cx="533400" cy="244475"/>
          </a:xfrm>
          <a:prstGeom prst="rect">
            <a:avLst/>
          </a:prstGeom>
        </p:spPr>
        <p:txBody>
          <a:bodyPr vert="horz" anchor="ctr" anchorCtr="0"/>
          <a:lstStyle/>
          <a:p>
            <a:pPr algn="ctr">
              <a:buNone/>
            </a:pPr>
            <a:fld id="{9A0DB2DC-4C9A-4742-B13C-FB6460FD3503}" type="slidenum">
              <a:rPr lang="en-US" dirty="0"/>
              <a:pPr algn="ctr">
                <a:buNone/>
              </a:pPr>
              <a:t>‹#›</a:t>
            </a:fld>
            <a:endParaRPr lang="en-US" dirty="0"/>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a:xfrm>
            <a:off x="609600" y="228600"/>
            <a:ext cx="8153400" cy="990600"/>
          </a:xfrm>
          <a:prstGeom prst="rect">
            <a:avLst/>
          </a:prstGeom>
          <a:noFill/>
          <a:ln w="9525">
            <a:noFill/>
          </a:ln>
        </p:spPr>
        <p:txBody>
          <a:bodyPr anchor="ctr" anchorCtr="0"/>
          <a:lstStyle/>
          <a:p>
            <a:pPr lvl="0"/>
            <a:r>
              <a:rPr dirty="0"/>
              <a:t>Click to edit Master title style</a:t>
            </a:r>
          </a:p>
        </p:txBody>
      </p:sp>
      <p:sp>
        <p:nvSpPr>
          <p:cNvPr id="1027" name="Text Placeholder 12"/>
          <p:cNvSpPr>
            <a:spLocks noGrp="1"/>
          </p:cNvSpPr>
          <p:nvPr>
            <p:ph type="body" idx="1"/>
          </p:nvPr>
        </p:nvSpPr>
        <p:spPr>
          <a:xfrm>
            <a:off x="612775" y="1600200"/>
            <a:ext cx="8153400" cy="4525963"/>
          </a:xfrm>
          <a:prstGeom prst="rect">
            <a:avLst/>
          </a:prstGeom>
          <a:noFill/>
          <a:ln w="9525">
            <a:noFill/>
          </a:ln>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latin typeface="Arial" panose="020B0604020202020204" pitchFamily="34" charset="0"/>
                <a:cs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6377784B-809B-4791-A557-E24A1E844CD5}" type="datetime1">
              <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rPr>
              <a:pPr marL="0" marR="0" lvl="0" indent="0" algn="l" defTabSz="914400" rtl="0" eaLnBrk="1" fontAlgn="base" latinLnBrk="0" hangingPunct="1">
                <a:lnSpc>
                  <a:spcPct val="100000"/>
                </a:lnSpc>
                <a:spcBef>
                  <a:spcPct val="0"/>
                </a:spcBef>
                <a:spcAft>
                  <a:spcPct val="0"/>
                </a:spcAft>
                <a:buClrTx/>
                <a:buSzTx/>
                <a:buFontTx/>
                <a:buNone/>
                <a:defRPr/>
              </a:pPr>
              <a:t>2024-03-30</a:t>
            </a:fld>
            <a:endParaRPr kumimoji="0" lang="en-US" sz="1400" b="0" i="0" u="none" strike="noStrike" kern="1200" cap="none" spc="0" normalizeH="0" baseline="0" noProof="0" dirty="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3"/>
          </p:nvPr>
        </p:nvSpPr>
        <p:spPr>
          <a:xfrm>
            <a:off x="609600" y="6248400"/>
            <a:ext cx="5421313" cy="365125"/>
          </a:xfrm>
          <a:prstGeom prst="rect">
            <a:avLst/>
          </a:prstGeom>
        </p:spPr>
        <p:txBody>
          <a:bodyPr vert="horz" anchor="ctr"/>
          <a:lstStyle>
            <a:lvl1pPr algn="r" eaLnBrk="1" latinLnBrk="0" hangingPunct="1">
              <a:defRPr kumimoji="0" sz="1400">
                <a:solidFill>
                  <a:schemeClr val="tx2"/>
                </a:solidFill>
                <a:latin typeface="Arial" panose="020B0604020202020204" pitchFamily="34" charset="0"/>
                <a:cs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Arial" panose="020B0604020202020204" pitchFamily="34" charset="0"/>
              <a:ea typeface="+mn-ea"/>
              <a:cs typeface="Arial" panose="020B0604020202020204" pitchFamily="34" charset="0"/>
            </a:endParaRPr>
          </a:p>
        </p:txBody>
      </p:sp>
      <p:sp>
        <p:nvSpPr>
          <p:cNvPr id="7" name="Rectangle 6"/>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Rectangle 7"/>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9" name="Rectangle 8"/>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dirty="0">
              <a:ln>
                <a:noFill/>
              </a:ln>
              <a:solidFill>
                <a:schemeClr val="lt1"/>
              </a:solidFill>
              <a:effectLst/>
              <a:uLnTx/>
              <a:uFillTx/>
              <a:latin typeface="+mn-lt"/>
              <a:ea typeface="+mn-ea"/>
              <a:cs typeface="+mn-cs"/>
            </a:endParaRPr>
          </a:p>
        </p:txBody>
      </p:sp>
      <p:sp>
        <p:nvSpPr>
          <p:cNvPr id="23" name="Slide Number Placeholder 22"/>
          <p:cNvSpPr>
            <a:spLocks noGrp="1"/>
          </p:cNvSpPr>
          <p:nvPr>
            <p:ph type="sldNum" sz="quarter" idx="4"/>
          </p:nvPr>
        </p:nvSpPr>
        <p:spPr>
          <a:xfrm>
            <a:off x="0" y="1271588"/>
            <a:ext cx="533400" cy="244475"/>
          </a:xfrm>
          <a:prstGeom prst="rect">
            <a:avLst/>
          </a:prstGeom>
        </p:spPr>
        <p:txBody>
          <a:bodyPr vert="horz" anchor="ctr" anchorCtr="0"/>
          <a:lstStyle>
            <a:lvl1pPr algn="ctr">
              <a:defRPr sz="1400" b="1">
                <a:solidFill>
                  <a:srgbClr val="FFFFFF"/>
                </a:solidFill>
              </a:defRPr>
            </a:lvl1pPr>
          </a:lstStyle>
          <a:p>
            <a:pPr lvl="0" eaLnBrk="1" hangingPunct="1">
              <a:buNone/>
            </a:pPr>
            <a:fld id="{9A0DB2DC-4C9A-4742-B13C-FB6460FD3503}" type="slidenum">
              <a:rPr lang="en-US" dirty="0">
                <a:latin typeface="Arial" panose="020B0604020202020204" pitchFamily="34" charset="0"/>
              </a:rPr>
              <a:pPr lvl="0" eaLnBrk="1" hangingPunct="1">
                <a:buNone/>
              </a:pPr>
              <a:t>‹#›</a:t>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sldNum="0" hdr="0" ftr="0" dt="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w Cen MT" panose="020B0602020104020603" pitchFamily="34" charset="0"/>
        </a:defRPr>
      </a:lvl2pPr>
      <a:lvl3pPr algn="l" rtl="0" eaLnBrk="0" fontAlgn="base" hangingPunct="0">
        <a:spcBef>
          <a:spcPct val="0"/>
        </a:spcBef>
        <a:spcAft>
          <a:spcPct val="0"/>
        </a:spcAft>
        <a:defRPr sz="4400">
          <a:solidFill>
            <a:schemeClr val="tx2"/>
          </a:solidFill>
          <a:latin typeface="Tw Cen MT" panose="020B0602020104020603" pitchFamily="34" charset="0"/>
        </a:defRPr>
      </a:lvl3pPr>
      <a:lvl4pPr algn="l" rtl="0" eaLnBrk="0" fontAlgn="base" hangingPunct="0">
        <a:spcBef>
          <a:spcPct val="0"/>
        </a:spcBef>
        <a:spcAft>
          <a:spcPct val="0"/>
        </a:spcAft>
        <a:defRPr sz="4400">
          <a:solidFill>
            <a:schemeClr val="tx2"/>
          </a:solidFill>
          <a:latin typeface="Tw Cen MT" panose="020B0602020104020603" pitchFamily="34" charset="0"/>
        </a:defRPr>
      </a:lvl4pPr>
      <a:lvl5pPr algn="l" rtl="0" eaLnBrk="0" fontAlgn="base" hangingPunct="0">
        <a:spcBef>
          <a:spcPct val="0"/>
        </a:spcBef>
        <a:spcAft>
          <a:spcPct val="0"/>
        </a:spcAft>
        <a:defRPr sz="4400">
          <a:solidFill>
            <a:schemeClr val="tx2"/>
          </a:solidFill>
          <a:latin typeface="Tw Cen MT" panose="020B0602020104020603" pitchFamily="34" charset="0"/>
        </a:defRPr>
      </a:lvl5pPr>
      <a:lvl6pPr marL="457200" algn="l" rtl="0" fontAlgn="base">
        <a:spcBef>
          <a:spcPct val="0"/>
        </a:spcBef>
        <a:spcAft>
          <a:spcPct val="0"/>
        </a:spcAft>
        <a:defRPr sz="4400">
          <a:solidFill>
            <a:schemeClr val="tx2"/>
          </a:solidFill>
          <a:latin typeface="Tw Cen MT" panose="020B0602020104020603" pitchFamily="34" charset="0"/>
        </a:defRPr>
      </a:lvl6pPr>
      <a:lvl7pPr marL="914400" algn="l" rtl="0" fontAlgn="base">
        <a:spcBef>
          <a:spcPct val="0"/>
        </a:spcBef>
        <a:spcAft>
          <a:spcPct val="0"/>
        </a:spcAft>
        <a:defRPr sz="4400">
          <a:solidFill>
            <a:schemeClr val="tx2"/>
          </a:solidFill>
          <a:latin typeface="Tw Cen MT" panose="020B0602020104020603" pitchFamily="34" charset="0"/>
        </a:defRPr>
      </a:lvl7pPr>
      <a:lvl8pPr marL="1371600" algn="l" rtl="0" fontAlgn="base">
        <a:spcBef>
          <a:spcPct val="0"/>
        </a:spcBef>
        <a:spcAft>
          <a:spcPct val="0"/>
        </a:spcAft>
        <a:defRPr sz="4400">
          <a:solidFill>
            <a:schemeClr val="tx2"/>
          </a:solidFill>
          <a:latin typeface="Tw Cen MT" panose="020B0602020104020603" pitchFamily="34" charset="0"/>
        </a:defRPr>
      </a:lvl8pPr>
      <a:lvl9pPr marL="1828800" algn="l" rtl="0" fontAlgn="base">
        <a:spcBef>
          <a:spcPct val="0"/>
        </a:spcBef>
        <a:spcAft>
          <a:spcPct val="0"/>
        </a:spcAft>
        <a:defRPr sz="4400">
          <a:solidFill>
            <a:schemeClr val="tx2"/>
          </a:solidFill>
          <a:latin typeface="Tw Cen MT" panose="020B0602020104020603" pitchFamily="34" charset="0"/>
        </a:defRPr>
      </a:lvl9pPr>
    </p:titleStyle>
    <p:bodyStyle>
      <a:lvl1pPr marL="319405" indent="-319405" algn="l" rtl="0" eaLnBrk="0" fontAlgn="base" hangingPunct="0">
        <a:spcBef>
          <a:spcPts val="700"/>
        </a:spcBef>
        <a:spcAft>
          <a:spcPct val="0"/>
        </a:spcAft>
        <a:buClr>
          <a:schemeClr val="accent2"/>
        </a:buClr>
        <a:buSzPct val="60000"/>
        <a:buFont typeface="Wingdings" panose="05000000000000000000" pitchFamily="2" charset="2"/>
        <a:buChar char=""/>
        <a:defRPr sz="2900" kern="1200">
          <a:solidFill>
            <a:schemeClr val="tx1"/>
          </a:solidFill>
          <a:latin typeface="+mn-lt"/>
          <a:ea typeface="+mn-ea"/>
          <a:cs typeface="+mn-cs"/>
        </a:defRPr>
      </a:lvl1pPr>
      <a:lvl2pPr marL="640080" indent="-273050" algn="l" rtl="0" eaLnBrk="0" fontAlgn="base" hangingPunct="0">
        <a:spcBef>
          <a:spcPts val="550"/>
        </a:spcBef>
        <a:spcAft>
          <a:spcPct val="0"/>
        </a:spcAft>
        <a:buClr>
          <a:schemeClr val="accent1"/>
        </a:buClr>
        <a:buSzPct val="70000"/>
        <a:buFont typeface="Wingdings 2" panose="05020102010507070707"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anose="05000000000000000000"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anose="05000000000000000000"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anose="05000000000000000000"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986059952"/>
              </p:ext>
            </p:extLst>
          </p:nvPr>
        </p:nvGraphicFramePr>
        <p:xfrm>
          <a:off x="734938" y="3173095"/>
          <a:ext cx="7853585" cy="2955290"/>
        </p:xfrm>
        <a:graphic>
          <a:graphicData uri="http://schemas.openxmlformats.org/drawingml/2006/table">
            <a:tbl>
              <a:tblPr firstRow="1" bandRow="1">
                <a:tableStyleId>{5C22544A-7EE6-4342-B048-85BDC9FD1C3A}</a:tableStyleId>
              </a:tblPr>
              <a:tblGrid>
                <a:gridCol w="3833807">
                  <a:extLst>
                    <a:ext uri="{9D8B030D-6E8A-4147-A177-3AD203B41FA5}">
                      <a16:colId xmlns:a16="http://schemas.microsoft.com/office/drawing/2014/main" val="20000"/>
                    </a:ext>
                  </a:extLst>
                </a:gridCol>
                <a:gridCol w="4019778">
                  <a:extLst>
                    <a:ext uri="{9D8B030D-6E8A-4147-A177-3AD203B41FA5}">
                      <a16:colId xmlns:a16="http://schemas.microsoft.com/office/drawing/2014/main" val="20001"/>
                    </a:ext>
                  </a:extLst>
                </a:gridCol>
              </a:tblGrid>
              <a:tr h="2955290">
                <a:tc>
                  <a:txBody>
                    <a:bodyPr/>
                    <a:lstStyle/>
                    <a:p>
                      <a:pPr>
                        <a:lnSpc>
                          <a:spcPct val="100000"/>
                        </a:lnSpc>
                        <a:defRPr/>
                      </a:pPr>
                      <a:r>
                        <a:rPr lang="en-US" sz="2400" b="1" u="sng" dirty="0">
                          <a:solidFill>
                            <a:schemeClr val="bg1"/>
                          </a:solidFill>
                          <a:latin typeface="Times New Roman" panose="02020603050405020304" pitchFamily="18" charset="0"/>
                          <a:cs typeface="Times New Roman" panose="02020603050405020304" pitchFamily="18" charset="0"/>
                        </a:rPr>
                        <a:t>Presented by </a:t>
                      </a:r>
                    </a:p>
                    <a:p>
                      <a:pPr>
                        <a:lnSpc>
                          <a:spcPct val="100000"/>
                        </a:lnSpc>
                        <a:defRPr/>
                      </a:pPr>
                      <a:r>
                        <a:rPr lang="en-US" sz="2000" b="0" dirty="0" smtClean="0">
                          <a:solidFill>
                            <a:schemeClr val="bg1"/>
                          </a:solidFill>
                          <a:latin typeface="Comic Sans MS" panose="030F0702030302020204" pitchFamily="66" charset="0"/>
                          <a:cs typeface="Times New Roman" panose="02020603050405020304" pitchFamily="18" charset="0"/>
                          <a:sym typeface="+mn-ea"/>
                        </a:rPr>
                        <a:t>Md</a:t>
                      </a:r>
                      <a:r>
                        <a:rPr lang="en-US" sz="2000" b="0" dirty="0">
                          <a:solidFill>
                            <a:schemeClr val="bg1"/>
                          </a:solidFill>
                          <a:latin typeface="Comic Sans MS" panose="030F0702030302020204" pitchFamily="66" charset="0"/>
                          <a:cs typeface="Times New Roman" panose="02020603050405020304" pitchFamily="18" charset="0"/>
                          <a:sym typeface="+mn-ea"/>
                        </a:rPr>
                        <a:t>. </a:t>
                      </a:r>
                      <a:r>
                        <a:rPr lang="en-US" sz="2000" b="0" dirty="0" err="1">
                          <a:solidFill>
                            <a:schemeClr val="bg1"/>
                          </a:solidFill>
                          <a:latin typeface="Comic Sans MS" panose="030F0702030302020204" pitchFamily="66" charset="0"/>
                          <a:cs typeface="Times New Roman" panose="02020603050405020304" pitchFamily="18" charset="0"/>
                          <a:sym typeface="+mn-ea"/>
                        </a:rPr>
                        <a:t>Shariful</a:t>
                      </a:r>
                      <a:r>
                        <a:rPr lang="en-US" sz="2000" b="0" baseline="0" dirty="0">
                          <a:solidFill>
                            <a:schemeClr val="bg1"/>
                          </a:solidFill>
                          <a:latin typeface="Comic Sans MS" panose="030F0702030302020204" pitchFamily="66" charset="0"/>
                          <a:cs typeface="Times New Roman" panose="02020603050405020304" pitchFamily="18" charset="0"/>
                          <a:sym typeface="+mn-ea"/>
                        </a:rPr>
                        <a:t> Islam</a:t>
                      </a:r>
                      <a:endParaRPr lang="en-US" sz="2000" b="0" dirty="0">
                        <a:solidFill>
                          <a:schemeClr val="bg1"/>
                        </a:solidFill>
                        <a:latin typeface="Comic Sans MS" panose="030F0702030302020204" pitchFamily="66" charset="0"/>
                        <a:cs typeface="Times New Roman" panose="02020603050405020304" pitchFamily="18" charset="0"/>
                      </a:endParaRPr>
                    </a:p>
                    <a:p>
                      <a:pPr>
                        <a:lnSpc>
                          <a:spcPct val="100000"/>
                        </a:lnSpc>
                        <a:defRPr/>
                      </a:pPr>
                      <a:r>
                        <a:rPr lang="en-US" sz="2000" b="0" dirty="0">
                          <a:solidFill>
                            <a:schemeClr val="bg1"/>
                          </a:solidFill>
                          <a:latin typeface="Comic Sans MS" panose="030F0702030302020204" pitchFamily="66" charset="0"/>
                          <a:cs typeface="Times New Roman" panose="02020603050405020304" pitchFamily="18" charset="0"/>
                        </a:rPr>
                        <a:t>ID: CSE202301044</a:t>
                      </a:r>
                    </a:p>
                    <a:p>
                      <a:pPr>
                        <a:lnSpc>
                          <a:spcPct val="100000"/>
                        </a:lnSpc>
                        <a:defRPr/>
                      </a:pPr>
                      <a:r>
                        <a:rPr lang="en-US" sz="2000" b="0" dirty="0">
                          <a:solidFill>
                            <a:schemeClr val="bg1"/>
                          </a:solidFill>
                          <a:latin typeface="Comic Sans MS" panose="030F0702030302020204" pitchFamily="66" charset="0"/>
                          <a:cs typeface="Times New Roman" panose="02020603050405020304" pitchFamily="18" charset="0"/>
                        </a:rPr>
                        <a:t>Batch: </a:t>
                      </a:r>
                      <a:r>
                        <a:rPr lang="en-US" sz="2000" b="0" dirty="0" smtClean="0">
                          <a:solidFill>
                            <a:schemeClr val="bg1"/>
                          </a:solidFill>
                          <a:latin typeface="Comic Sans MS" panose="030F0702030302020204" pitchFamily="66" charset="0"/>
                          <a:cs typeface="Times New Roman" panose="02020603050405020304" pitchFamily="18" charset="0"/>
                          <a:sym typeface="+mn-ea"/>
                        </a:rPr>
                        <a:t>31th</a:t>
                      </a:r>
                      <a:br>
                        <a:rPr lang="en-US" sz="2000" b="0" dirty="0" smtClean="0">
                          <a:solidFill>
                            <a:schemeClr val="bg1"/>
                          </a:solidFill>
                          <a:latin typeface="Comic Sans MS" panose="030F0702030302020204" pitchFamily="66" charset="0"/>
                          <a:cs typeface="Times New Roman" panose="02020603050405020304" pitchFamily="18" charset="0"/>
                          <a:sym typeface="+mn-ea"/>
                        </a:rPr>
                      </a:br>
                      <a:endParaRPr lang="en-US" sz="2000" b="0" dirty="0" smtClean="0">
                        <a:solidFill>
                          <a:schemeClr val="bg1"/>
                        </a:solidFill>
                        <a:latin typeface="Comic Sans MS" panose="030F0702030302020204" pitchFamily="66" charset="0"/>
                        <a:cs typeface="Times New Roman" panose="02020603050405020304" pitchFamily="18" charset="0"/>
                        <a:sym typeface="+mn-ea"/>
                      </a:endParaRPr>
                    </a:p>
                    <a:p>
                      <a:pPr>
                        <a:lnSpc>
                          <a:spcPct val="100000"/>
                        </a:lnSpc>
                        <a:defRPr/>
                      </a:pPr>
                      <a:r>
                        <a:rPr lang="en-US" sz="2000" b="0" dirty="0" err="1" smtClean="0">
                          <a:solidFill>
                            <a:schemeClr val="bg1"/>
                          </a:solidFill>
                          <a:latin typeface="Comic Sans MS" panose="030F0702030302020204" pitchFamily="66" charset="0"/>
                          <a:cs typeface="Times New Roman" panose="02020603050405020304" pitchFamily="18" charset="0"/>
                          <a:sym typeface="+mn-ea"/>
                        </a:rPr>
                        <a:t>Shama</a:t>
                      </a:r>
                      <a:r>
                        <a:rPr lang="en-US" sz="2000" b="0" dirty="0" smtClean="0">
                          <a:solidFill>
                            <a:schemeClr val="bg1"/>
                          </a:solidFill>
                          <a:latin typeface="Comic Sans MS" panose="030F0702030302020204" pitchFamily="66" charset="0"/>
                          <a:cs typeface="Times New Roman" panose="02020603050405020304" pitchFamily="18" charset="0"/>
                          <a:sym typeface="+mn-ea"/>
                        </a:rPr>
                        <a:t> </a:t>
                      </a:r>
                      <a:r>
                        <a:rPr lang="en-US" sz="2000" b="0" dirty="0" err="1" smtClean="0">
                          <a:solidFill>
                            <a:schemeClr val="bg1"/>
                          </a:solidFill>
                          <a:latin typeface="Comic Sans MS" panose="030F0702030302020204" pitchFamily="66" charset="0"/>
                          <a:cs typeface="Times New Roman" panose="02020603050405020304" pitchFamily="18" charset="0"/>
                          <a:sym typeface="+mn-ea"/>
                        </a:rPr>
                        <a:t>Proshad</a:t>
                      </a:r>
                      <a:r>
                        <a:rPr lang="en-US" sz="2000" b="0" dirty="0" smtClean="0">
                          <a:solidFill>
                            <a:schemeClr val="bg1"/>
                          </a:solidFill>
                          <a:latin typeface="Comic Sans MS" panose="030F0702030302020204" pitchFamily="66" charset="0"/>
                          <a:cs typeface="Times New Roman" panose="02020603050405020304" pitchFamily="18" charset="0"/>
                          <a:sym typeface="+mn-ea"/>
                        </a:rPr>
                        <a:t> Ghosh</a:t>
                      </a:r>
                      <a:endParaRPr lang="en-US" sz="2000" b="0" dirty="0" smtClean="0">
                        <a:solidFill>
                          <a:schemeClr val="bg1"/>
                        </a:solidFill>
                        <a:latin typeface="Comic Sans MS" panose="030F0702030302020204" pitchFamily="66" charset="0"/>
                        <a:cs typeface="Times New Roman" panose="02020603050405020304" pitchFamily="18" charset="0"/>
                      </a:endParaRPr>
                    </a:p>
                    <a:p>
                      <a:pPr>
                        <a:lnSpc>
                          <a:spcPct val="100000"/>
                        </a:lnSpc>
                        <a:defRPr/>
                      </a:pPr>
                      <a:r>
                        <a:rPr lang="en-US" sz="2000" b="0" dirty="0" smtClean="0">
                          <a:solidFill>
                            <a:schemeClr val="bg1"/>
                          </a:solidFill>
                          <a:latin typeface="Comic Sans MS" panose="030F0702030302020204" pitchFamily="66" charset="0"/>
                          <a:cs typeface="Times New Roman" panose="02020603050405020304" pitchFamily="18" charset="0"/>
                        </a:rPr>
                        <a:t>ID</a:t>
                      </a:r>
                      <a:r>
                        <a:rPr lang="en-US" sz="2000" b="0" dirty="0">
                          <a:solidFill>
                            <a:schemeClr val="bg1"/>
                          </a:solidFill>
                          <a:latin typeface="Comic Sans MS" panose="030F0702030302020204" pitchFamily="66" charset="0"/>
                          <a:cs typeface="Times New Roman" panose="02020603050405020304" pitchFamily="18" charset="0"/>
                        </a:rPr>
                        <a:t>: CSE202301126</a:t>
                      </a:r>
                    </a:p>
                    <a:p>
                      <a:pPr>
                        <a:lnSpc>
                          <a:spcPct val="100000"/>
                        </a:lnSpc>
                        <a:defRPr/>
                      </a:pPr>
                      <a:r>
                        <a:rPr lang="en-US" sz="2000" b="0" dirty="0">
                          <a:solidFill>
                            <a:schemeClr val="bg1"/>
                          </a:solidFill>
                          <a:latin typeface="Comic Sans MS" panose="030F0702030302020204" pitchFamily="66" charset="0"/>
                          <a:cs typeface="Times New Roman" panose="02020603050405020304" pitchFamily="18" charset="0"/>
                        </a:rPr>
                        <a:t>Batch: </a:t>
                      </a:r>
                      <a:r>
                        <a:rPr lang="en-US" sz="2000" b="0" dirty="0">
                          <a:solidFill>
                            <a:schemeClr val="bg1"/>
                          </a:solidFill>
                          <a:latin typeface="Comic Sans MS" panose="030F0702030302020204" pitchFamily="66" charset="0"/>
                          <a:cs typeface="Times New Roman" panose="02020603050405020304" pitchFamily="18" charset="0"/>
                          <a:sym typeface="+mn-ea"/>
                        </a:rPr>
                        <a:t>31th</a:t>
                      </a:r>
                      <a:endParaRPr lang="en-US" sz="2000" b="0" dirty="0">
                        <a:solidFill>
                          <a:schemeClr val="bg1"/>
                        </a:solidFill>
                        <a:latin typeface="Comic Sans MS" panose="030F0702030302020204" pitchFamily="66" charset="0"/>
                        <a:cs typeface="Times New Roman" panose="02020603050405020304" pitchFamily="18" charset="0"/>
                      </a:endParaRPr>
                    </a:p>
                  </a:txBody>
                  <a:tcPr marL="91434" marR="91434" marT="45714" marB="45714">
                    <a:noFill/>
                  </a:tcPr>
                </a:tc>
                <a:tc>
                  <a:txBody>
                    <a:bodyPr/>
                    <a:lstStyle/>
                    <a:p>
                      <a:pPr>
                        <a:lnSpc>
                          <a:spcPct val="100000"/>
                        </a:lnSpc>
                        <a:defRPr/>
                      </a:pPr>
                      <a:r>
                        <a:rPr lang="en-US" sz="2400" b="1" u="sng" dirty="0" smtClean="0">
                          <a:solidFill>
                            <a:schemeClr val="bg1"/>
                          </a:solidFill>
                          <a:latin typeface="Times New Roman" panose="02020603050405020304" pitchFamily="18" charset="0"/>
                          <a:cs typeface="Times New Roman" panose="02020603050405020304" pitchFamily="18" charset="0"/>
                        </a:rPr>
                        <a:t>Supervised </a:t>
                      </a:r>
                      <a:r>
                        <a:rPr lang="en-US" sz="2400" b="1" u="sng" dirty="0">
                          <a:solidFill>
                            <a:schemeClr val="bg1"/>
                          </a:solidFill>
                          <a:latin typeface="Times New Roman" panose="02020603050405020304" pitchFamily="18" charset="0"/>
                          <a:cs typeface="Times New Roman" panose="02020603050405020304" pitchFamily="18" charset="0"/>
                        </a:rPr>
                        <a:t>by</a:t>
                      </a:r>
                    </a:p>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bg1"/>
                          </a:solidFill>
                          <a:latin typeface="Comic Sans MS" panose="030F0702030302020204" pitchFamily="66" charset="0"/>
                          <a:cs typeface="Times New Roman" panose="02020603050405020304" pitchFamily="18" charset="0"/>
                          <a:sym typeface="+mn-ea"/>
                        </a:rPr>
                        <a:t>Prof. Dr. </a:t>
                      </a:r>
                      <a:r>
                        <a:rPr lang="en-US" sz="2000" dirty="0" err="1">
                          <a:solidFill>
                            <a:schemeClr val="bg1"/>
                          </a:solidFill>
                          <a:latin typeface="Comic Sans MS" panose="030F0702030302020204" pitchFamily="66" charset="0"/>
                          <a:cs typeface="Times New Roman" panose="02020603050405020304" pitchFamily="18" charset="0"/>
                          <a:sym typeface="+mn-ea"/>
                        </a:rPr>
                        <a:t>Md</a:t>
                      </a:r>
                      <a:r>
                        <a:rPr lang="en-US" sz="2000" dirty="0">
                          <a:solidFill>
                            <a:schemeClr val="bg1"/>
                          </a:solidFill>
                          <a:latin typeface="Comic Sans MS" panose="030F0702030302020204" pitchFamily="66" charset="0"/>
                          <a:cs typeface="Times New Roman" panose="02020603050405020304" pitchFamily="18" charset="0"/>
                          <a:sym typeface="+mn-ea"/>
                        </a:rPr>
                        <a:t> </a:t>
                      </a:r>
                      <a:r>
                        <a:rPr lang="en-US" sz="2000" dirty="0" err="1">
                          <a:solidFill>
                            <a:schemeClr val="bg1"/>
                          </a:solidFill>
                          <a:latin typeface="Comic Sans MS" panose="030F0702030302020204" pitchFamily="66" charset="0"/>
                          <a:cs typeface="Times New Roman" panose="02020603050405020304" pitchFamily="18" charset="0"/>
                          <a:sym typeface="+mn-ea"/>
                        </a:rPr>
                        <a:t>Abul</a:t>
                      </a:r>
                      <a:r>
                        <a:rPr lang="en-US" sz="2000" dirty="0">
                          <a:solidFill>
                            <a:schemeClr val="bg1"/>
                          </a:solidFill>
                          <a:latin typeface="Comic Sans MS" panose="030F0702030302020204" pitchFamily="66" charset="0"/>
                          <a:cs typeface="Times New Roman" panose="02020603050405020304" pitchFamily="18" charset="0"/>
                          <a:sym typeface="+mn-ea"/>
                        </a:rPr>
                        <a:t> </a:t>
                      </a:r>
                      <a:r>
                        <a:rPr lang="en-US" sz="2000" dirty="0" err="1">
                          <a:solidFill>
                            <a:schemeClr val="bg1"/>
                          </a:solidFill>
                          <a:latin typeface="Comic Sans MS" panose="030F0702030302020204" pitchFamily="66" charset="0"/>
                          <a:cs typeface="Times New Roman" panose="02020603050405020304" pitchFamily="18" charset="0"/>
                          <a:sym typeface="+mn-ea"/>
                        </a:rPr>
                        <a:t>Kalam</a:t>
                      </a:r>
                      <a:r>
                        <a:rPr lang="en-US" sz="2000" dirty="0">
                          <a:solidFill>
                            <a:schemeClr val="bg1"/>
                          </a:solidFill>
                          <a:latin typeface="Comic Sans MS" panose="030F0702030302020204" pitchFamily="66" charset="0"/>
                          <a:cs typeface="Times New Roman" panose="02020603050405020304" pitchFamily="18" charset="0"/>
                          <a:sym typeface="+mn-ea"/>
                        </a:rPr>
                        <a:t> Azad</a:t>
                      </a:r>
                      <a:endParaRPr lang="en-US" sz="2000" b="1" dirty="0">
                        <a:solidFill>
                          <a:schemeClr val="bg1"/>
                        </a:solidFill>
                        <a:latin typeface="Comic Sans MS" panose="030F0702030302020204" pitchFamily="66" charset="0"/>
                        <a:cs typeface="Times New Roman" panose="02020603050405020304" pitchFamily="18" charset="0"/>
                      </a:endParaRPr>
                    </a:p>
                    <a:p>
                      <a:pPr>
                        <a:lnSpc>
                          <a:spcPct val="100000"/>
                        </a:lnSpc>
                        <a:defRPr/>
                      </a:pPr>
                      <a:r>
                        <a:rPr lang="en-US" sz="2000" b="1" dirty="0">
                          <a:solidFill>
                            <a:schemeClr val="bg1"/>
                          </a:solidFill>
                          <a:latin typeface="Comic Sans MS" panose="030F0702030302020204" pitchFamily="66" charset="0"/>
                          <a:cs typeface="Times New Roman" panose="02020603050405020304" pitchFamily="18" charset="0"/>
                        </a:rPr>
                        <a:t>Department of </a:t>
                      </a:r>
                      <a:r>
                        <a:rPr lang="en-US" sz="2000" dirty="0">
                          <a:solidFill>
                            <a:schemeClr val="bg1"/>
                          </a:solidFill>
                          <a:latin typeface="Comic Sans MS" panose="030F0702030302020204" pitchFamily="66" charset="0"/>
                          <a:cs typeface="Times New Roman" panose="02020603050405020304" pitchFamily="18" charset="0"/>
                          <a:sym typeface="+mn-ea"/>
                        </a:rPr>
                        <a:t>Computer Science &amp; Engineering</a:t>
                      </a:r>
                      <a:r>
                        <a:rPr lang="en-US" sz="2000" b="1" dirty="0">
                          <a:solidFill>
                            <a:schemeClr val="bg1"/>
                          </a:solidFill>
                          <a:latin typeface="Comic Sans MS" panose="030F0702030302020204" pitchFamily="66" charset="0"/>
                          <a:cs typeface="Times New Roman" panose="02020603050405020304" pitchFamily="18" charset="0"/>
                        </a:rPr>
                        <a:t>,</a:t>
                      </a:r>
                    </a:p>
                    <a:p>
                      <a:pPr algn="just">
                        <a:lnSpc>
                          <a:spcPct val="100000"/>
                        </a:lnSpc>
                        <a:defRPr/>
                      </a:pPr>
                      <a:r>
                        <a:rPr lang="en-US" sz="2000" b="1" dirty="0" err="1">
                          <a:solidFill>
                            <a:schemeClr val="bg1"/>
                          </a:solidFill>
                          <a:latin typeface="Comic Sans MS" panose="030F0702030302020204" pitchFamily="66" charset="0"/>
                          <a:cs typeface="Times New Roman" panose="02020603050405020304" pitchFamily="18" charset="0"/>
                        </a:rPr>
                        <a:t>Jahangirnagar</a:t>
                      </a:r>
                      <a:r>
                        <a:rPr lang="en-US" sz="2000" b="1" dirty="0">
                          <a:solidFill>
                            <a:schemeClr val="bg1"/>
                          </a:solidFill>
                          <a:latin typeface="Comic Sans MS" panose="030F0702030302020204" pitchFamily="66" charset="0"/>
                          <a:cs typeface="Times New Roman" panose="02020603050405020304" pitchFamily="18" charset="0"/>
                        </a:rPr>
                        <a:t> University</a:t>
                      </a:r>
                    </a:p>
                  </a:txBody>
                  <a:tcPr marL="91434" marR="91434" marT="45714" marB="45714">
                    <a:noFill/>
                  </a:tcPr>
                </a:tc>
                <a:extLst>
                  <a:ext uri="{0D108BD9-81ED-4DB2-BD59-A6C34878D82A}">
                    <a16:rowId xmlns:a16="http://schemas.microsoft.com/office/drawing/2014/main" val="10000"/>
                  </a:ext>
                </a:extLst>
              </a:tr>
            </a:tbl>
          </a:graphicData>
        </a:graphic>
      </p:graphicFrame>
      <p:sp>
        <p:nvSpPr>
          <p:cNvPr id="14339" name="TextBox 3"/>
          <p:cNvSpPr txBox="1"/>
          <p:nvPr/>
        </p:nvSpPr>
        <p:spPr>
          <a:xfrm>
            <a:off x="635" y="6358255"/>
            <a:ext cx="9144000" cy="471170"/>
          </a:xfrm>
          <a:prstGeom prst="rect">
            <a:avLst/>
          </a:prstGeom>
          <a:solidFill>
            <a:srgbClr val="0070C0"/>
          </a:solidFill>
          <a:ln w="9525">
            <a:noFill/>
          </a:ln>
        </p:spPr>
        <p:txBody>
          <a:bodyPr wrap="square">
            <a:noAutofit/>
          </a:bodyPr>
          <a:lstStyle/>
          <a:p>
            <a:pPr algn="ctr" eaLnBrk="0" hangingPunct="0">
              <a:lnSpc>
                <a:spcPts val="3000"/>
              </a:lnSpc>
            </a:pPr>
            <a:r>
              <a:rPr lang="en-US" sz="2000" b="1" dirty="0">
                <a:latin typeface="Times New Roman" panose="02020603050405020304" pitchFamily="18" charset="0"/>
                <a:cs typeface="Times New Roman" panose="02020603050405020304" pitchFamily="18" charset="0"/>
              </a:rPr>
              <a:t>Masters in CS</a:t>
            </a:r>
            <a:r>
              <a:rPr sz="20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Intake Spring-2023</a:t>
            </a:r>
          </a:p>
        </p:txBody>
      </p:sp>
      <p:pic>
        <p:nvPicPr>
          <p:cNvPr id="14349" name="Picture 6"/>
          <p:cNvPicPr>
            <a:picLocks noChangeAspect="1"/>
          </p:cNvPicPr>
          <p:nvPr/>
        </p:nvPicPr>
        <p:blipFill>
          <a:blip r:embed="rId3"/>
          <a:stretch>
            <a:fillRect/>
          </a:stretch>
        </p:blipFill>
        <p:spPr>
          <a:xfrm>
            <a:off x="396874" y="144463"/>
            <a:ext cx="8366125" cy="923925"/>
          </a:xfrm>
          <a:prstGeom prst="rect">
            <a:avLst/>
          </a:prstGeom>
          <a:noFill/>
          <a:ln w="9525">
            <a:noFill/>
          </a:ln>
        </p:spPr>
      </p:pic>
      <p:sp>
        <p:nvSpPr>
          <p:cNvPr id="5" name="Text Box 4"/>
          <p:cNvSpPr txBox="1"/>
          <p:nvPr/>
        </p:nvSpPr>
        <p:spPr>
          <a:xfrm>
            <a:off x="422275" y="1266825"/>
            <a:ext cx="8416925" cy="1707515"/>
          </a:xfrm>
          <a:prstGeom prst="rect">
            <a:avLst/>
          </a:prstGeom>
          <a:noFill/>
        </p:spPr>
        <p:txBody>
          <a:bodyPr wrap="square" rtlCol="0">
            <a:noAutofit/>
          </a:bodyPr>
          <a:lstStyle/>
          <a:p>
            <a:pPr algn="ctr">
              <a:lnSpc>
                <a:spcPct val="120000"/>
              </a:lnSpc>
            </a:pPr>
            <a:r>
              <a:rPr lang="en-US" sz="2800" b="1" dirty="0">
                <a:solidFill>
                  <a:schemeClr val="bg1"/>
                </a:solidFill>
                <a:latin typeface="Times New Roman" panose="02020603050405020304" pitchFamily="18" charset="0"/>
                <a:cs typeface="Times New Roman" panose="02020603050405020304" pitchFamily="18" charset="0"/>
              </a:rPr>
              <a:t>STUDY ON DESIGN AND DEVELOPMENT OF BANGAMATA HALL MANAGEMENT SYSTEM</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Placeholder 2"/>
          <p:cNvSpPr>
            <a:spLocks noGrp="1"/>
          </p:cNvSpPr>
          <p:nvPr>
            <p:ph type="body" idx="1"/>
          </p:nvPr>
        </p:nvSpPr>
        <p:spPr>
          <a:xfrm>
            <a:off x="381000" y="1888490"/>
            <a:ext cx="8458200" cy="4969510"/>
          </a:xfrm>
        </p:spPr>
        <p:txBody>
          <a:bodyPr vert="horz" wrap="square" lIns="91440" tIns="45720" rIns="91440" bIns="45720" numCol="1" anchor="t" anchorCtr="0" compatLnSpc="1">
            <a:noAutofit/>
          </a:bodyPr>
          <a:lstStyle/>
          <a:p>
            <a:pPr marL="342900" lvl="0" indent="-342900" algn="just">
              <a:buSzPct val="145000"/>
              <a:buFont typeface="Arial" panose="020B0604020202020204" pitchFamily="34" charset="0"/>
              <a:buChar char="•"/>
              <a:defRPr/>
            </a:pPr>
            <a:r>
              <a:rPr lang="en-US" altLang="en-GB" sz="2000" dirty="0">
                <a:latin typeface="Times New Roman" panose="02020603050405020304" pitchFamily="18" charset="0"/>
                <a:cs typeface="Times New Roman" panose="02020603050405020304" pitchFamily="18" charset="0"/>
              </a:rPr>
              <a:t>The University Hall Management Web App is designed and developed to facilitate the overall management of university hall, room allocation, student registration, maintenance tracking. It is intended to develop a user-friendly and scalable web application that meets the unique requirements of university hall management.</a:t>
            </a:r>
            <a:endParaRPr kumimoji="0" lang="en-US" altLang="en-GB"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00000"/>
              </a:lnSpc>
              <a:spcBef>
                <a:spcPts val="700"/>
              </a:spcBef>
              <a:spcAft>
                <a:spcPct val="0"/>
              </a:spcAft>
              <a:buClr>
                <a:schemeClr val="accent2"/>
              </a:buClr>
              <a:buSzPct val="145000"/>
              <a:buFont typeface="Arial" panose="020B0604020202020204" pitchFamily="34" charset="0"/>
              <a:buChar char="•"/>
              <a:defRPr/>
            </a:pPr>
            <a:r>
              <a:rPr kumimoji="0" lang="en-US" altLang="en-GB"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This web-based system can keep all residential</a:t>
            </a:r>
            <a:r>
              <a:rPr kumimoji="0" lang="en-US" altLang="en-GB" sz="2000" b="0" i="0" u="none" strike="noStrike" kern="1200" cap="none" spc="0" normalizeH="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 </a:t>
            </a:r>
            <a:r>
              <a:rPr kumimoji="0" lang="en-US" altLang="en-GB"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student records,</a:t>
            </a:r>
            <a:r>
              <a:rPr kumimoji="0" lang="en-US" altLang="en-GB" sz="2000" b="0" i="0" u="none" strike="noStrike" kern="1200" cap="none" spc="0" normalizeH="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 allocate/de-allocate room seats, can collect establishment charge with proper audit trail. Also, the application has admin control who can add, update staff, give permission, remove permission, deactivate staff, etc. </a:t>
            </a:r>
            <a:r>
              <a:rPr lang="en-US" altLang="en-GB" sz="2000" dirty="0">
                <a:latin typeface="Times New Roman" panose="02020603050405020304" pitchFamily="18" charset="0"/>
                <a:cs typeface="Times New Roman" panose="02020603050405020304" pitchFamily="18" charset="0"/>
              </a:rPr>
              <a:t>Master data of the system is configurable from UI by the admin.</a:t>
            </a:r>
          </a:p>
          <a:p>
            <a:pPr marL="342900" marR="0" lvl="0" indent="-342900" algn="l" defTabSz="914400" rtl="0" eaLnBrk="0" fontAlgn="base" latinLnBrk="0" hangingPunct="0">
              <a:lnSpc>
                <a:spcPct val="100000"/>
              </a:lnSpc>
              <a:spcBef>
                <a:spcPts val="700"/>
              </a:spcBef>
              <a:spcAft>
                <a:spcPct val="0"/>
              </a:spcAft>
              <a:buClr>
                <a:schemeClr val="accent2"/>
              </a:buClr>
              <a:buSzPct val="145000"/>
              <a:buFont typeface="Arial" panose="020B0604020202020204" pitchFamily="34" charset="0"/>
              <a:buChar char="•"/>
              <a:defRPr/>
            </a:pPr>
            <a:r>
              <a:rPr lang="en-US" altLang="en-GB" sz="2000" dirty="0">
                <a:latin typeface="Times New Roman" panose="02020603050405020304" pitchFamily="18" charset="0"/>
                <a:cs typeface="Times New Roman" panose="02020603050405020304" pitchFamily="18" charset="0"/>
              </a:rPr>
              <a:t>Student can visit their own information with default password. There is also mechanism for information security and credential management.</a:t>
            </a:r>
          </a:p>
          <a:p>
            <a:pPr marL="342900" marR="0" lvl="0" indent="-342900" algn="l" defTabSz="914400" rtl="0" eaLnBrk="0" fontAlgn="base" latinLnBrk="0" hangingPunct="0">
              <a:lnSpc>
                <a:spcPct val="100000"/>
              </a:lnSpc>
              <a:spcBef>
                <a:spcPts val="700"/>
              </a:spcBef>
              <a:spcAft>
                <a:spcPct val="0"/>
              </a:spcAft>
              <a:buClr>
                <a:schemeClr val="accent2"/>
              </a:buClr>
              <a:buSzPct val="145000"/>
              <a:buFont typeface="Arial" panose="020B0604020202020204" pitchFamily="34" charset="0"/>
              <a:buChar char="•"/>
              <a:defRPr/>
            </a:pPr>
            <a:r>
              <a:rPr lang="en-US" altLang="en-GB" sz="2000" dirty="0">
                <a:latin typeface="Times New Roman" panose="02020603050405020304" pitchFamily="18" charset="0"/>
                <a:cs typeface="Times New Roman" panose="02020603050405020304" pitchFamily="18" charset="0"/>
              </a:rPr>
              <a:t>The system has been developed using C#, MVC, .NET Core 6, and repository pattern with backend MSSQL Database.</a:t>
            </a:r>
            <a:endParaRPr kumimoji="0" lang="en-US" sz="2000" b="0" i="0" u="none" strike="noStrike" kern="1200" cap="none" spc="0" normalizeH="0" baseline="0" noProof="0" dirty="0">
              <a:ln>
                <a:noFill/>
              </a:ln>
              <a:solidFill>
                <a:schemeClr val="bg2">
                  <a:lumMod val="25000"/>
                </a:schemeClr>
              </a:solidFill>
              <a:effectLst/>
              <a:uLnTx/>
              <a:uFillTx/>
              <a:latin typeface="+mn-lt"/>
              <a:ea typeface="+mn-ea"/>
              <a:cs typeface="+mn-cs"/>
            </a:endParaRPr>
          </a:p>
        </p:txBody>
      </p:sp>
      <p:sp>
        <p:nvSpPr>
          <p:cNvPr id="16387" name="Title 1"/>
          <p:cNvSpPr>
            <a:spLocks noGrp="1"/>
          </p:cNvSpPr>
          <p:nvPr>
            <p:ph type="title"/>
          </p:nvPr>
        </p:nvSpPr>
        <p:spPr>
          <a:xfrm>
            <a:off x="1066800" y="304800"/>
            <a:ext cx="7918450" cy="990600"/>
          </a:xfrm>
        </p:spPr>
        <p:txBody>
          <a:bodyPr vert="horz" wrap="square" lIns="91440" tIns="45720" rIns="91440" bIns="45720" anchor="ctr" anchorCtr="0"/>
          <a:lstStyle/>
          <a:p>
            <a:r>
              <a:rPr sz="4000" kern="1200" dirty="0">
                <a:solidFill>
                  <a:srgbClr val="FFFFFF"/>
                </a:solidFill>
                <a:latin typeface="+mj-lt"/>
                <a:ea typeface="+mj-ea"/>
                <a:cs typeface="+mj-cs"/>
              </a:rPr>
              <a:t>Introduction</a:t>
            </a:r>
            <a:endParaRPr lang="en-CA" altLang="x-none" sz="4000" kern="1200" dirty="0">
              <a:solidFill>
                <a:srgbClr val="FFFFFF"/>
              </a:solidFill>
              <a:latin typeface="Garamond" panose="02020404030301010803" pitchFamily="18" charset="0"/>
              <a:ea typeface="+mj-ea"/>
              <a:cs typeface="+mj-cs"/>
            </a:endParaRPr>
          </a:p>
        </p:txBody>
      </p:sp>
      <p:sp>
        <p:nvSpPr>
          <p:cNvPr id="16388"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US" sz="2400" b="1" dirty="0">
                <a:solidFill>
                  <a:srgbClr val="FFFFFF"/>
                </a:solidFill>
              </a:rPr>
              <a:t>2</a:t>
            </a:r>
            <a:endParaRPr sz="2400" b="1" dirty="0">
              <a:solidFill>
                <a:srgbClr val="FFFFFF"/>
              </a:solidFill>
            </a:endParaRPr>
          </a:p>
        </p:txBody>
      </p:sp>
    </p:spTree>
  </p:cSld>
  <p:clrMapOvr>
    <a:masterClrMapping/>
  </p:clrMapOvr>
  <p:transition advClick="0">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Placeholder 2"/>
          <p:cNvSpPr>
            <a:spLocks noGrp="1"/>
          </p:cNvSpPr>
          <p:nvPr>
            <p:ph type="body" idx="1"/>
          </p:nvPr>
        </p:nvSpPr>
        <p:spPr>
          <a:xfrm>
            <a:off x="381000" y="1888490"/>
            <a:ext cx="8458200" cy="4969510"/>
          </a:xfrm>
        </p:spPr>
        <p:txBody>
          <a:bodyPr vert="horz" wrap="square" lIns="91440" tIns="45720" rIns="91440" bIns="45720" numCol="1" anchor="t" anchorCtr="0" compatLnSpc="1">
            <a:noAutofit/>
          </a:bodyPr>
          <a:lstStyle/>
          <a:p>
            <a:pPr marL="342900" lvl="0" indent="-342900" algn="just">
              <a:buSzPct val="145000"/>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Bangamata</a:t>
            </a:r>
            <a:r>
              <a:rPr lang="en-US" sz="2000" dirty="0">
                <a:latin typeface="Times New Roman" panose="02020603050405020304" pitchFamily="18" charset="0"/>
                <a:cs typeface="Times New Roman" panose="02020603050405020304" pitchFamily="18" charset="0"/>
              </a:rPr>
              <a:t> Hall Management System aims to enhance student, teacher and staff  experience for hall seat bookings and management. However, several security issues must be addressed to ensure the system's integrity and protect sensitive student data. Potential challenges include vulnerabilities to SQL injection, cross-site scripting (XSS), and insufficient access controls. Without proper measures, attackers could exploit these weaknesses to gain unauthorized access, manipulate data, or disrupt this hall management. Moreover, inadequate encryption and authentication mechanisms may compromise user privacy and authentication security. Therefore, robust security measures must be implemented, including input validation, encryption of sensitive data, strong authentication methods, and access controls. Addressing these security concerns is crucial to safeguarding the </a:t>
            </a:r>
            <a:r>
              <a:rPr lang="en-US" sz="2000" dirty="0" err="1">
                <a:latin typeface="Times New Roman" panose="02020603050405020304" pitchFamily="18" charset="0"/>
                <a:cs typeface="Times New Roman" panose="02020603050405020304" pitchFamily="18" charset="0"/>
              </a:rPr>
              <a:t>Bangamata</a:t>
            </a:r>
            <a:r>
              <a:rPr lang="en-US" sz="2000" dirty="0">
                <a:latin typeface="Times New Roman" panose="02020603050405020304" pitchFamily="18" charset="0"/>
                <a:cs typeface="Times New Roman" panose="02020603050405020304" pitchFamily="18" charset="0"/>
              </a:rPr>
              <a:t> Hall Management System's functionality, integrity, and the privacy of its users.</a:t>
            </a: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p:txBody>
      </p:sp>
      <p:sp>
        <p:nvSpPr>
          <p:cNvPr id="16387" name="Title 1"/>
          <p:cNvSpPr>
            <a:spLocks noGrp="1"/>
          </p:cNvSpPr>
          <p:nvPr>
            <p:ph type="title"/>
          </p:nvPr>
        </p:nvSpPr>
        <p:spPr>
          <a:xfrm>
            <a:off x="1066800" y="304800"/>
            <a:ext cx="7918450" cy="990600"/>
          </a:xfrm>
        </p:spPr>
        <p:txBody>
          <a:bodyPr vert="horz" wrap="square" lIns="91440" tIns="45720" rIns="91440" bIns="45720" anchor="ctr" anchorCtr="0"/>
          <a:lstStyle/>
          <a:p>
            <a:r>
              <a:rPr lang="en-US" altLang="x-none" sz="4000" dirty="0"/>
              <a:t>Background and Problem statement</a:t>
            </a:r>
            <a:endParaRPr lang="en-US" altLang="x-none" sz="4000" kern="1200" dirty="0">
              <a:solidFill>
                <a:srgbClr val="FFFFFF"/>
              </a:solidFill>
              <a:latin typeface="Garamond" panose="02020404030301010803" pitchFamily="18" charset="0"/>
              <a:ea typeface="+mj-ea"/>
              <a:cs typeface="+mj-cs"/>
            </a:endParaRPr>
          </a:p>
        </p:txBody>
      </p:sp>
      <p:sp>
        <p:nvSpPr>
          <p:cNvPr id="16388"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US" sz="2400" b="1" dirty="0">
                <a:solidFill>
                  <a:srgbClr val="FFFFFF"/>
                </a:solidFill>
              </a:rPr>
              <a:t>3</a:t>
            </a:r>
            <a:endParaRPr sz="2400" b="1" dirty="0">
              <a:solidFill>
                <a:srgbClr val="FFFFFF"/>
              </a:solidFill>
            </a:endParaRPr>
          </a:p>
        </p:txBody>
      </p:sp>
    </p:spTree>
    <p:extLst>
      <p:ext uri="{BB962C8B-B14F-4D97-AF65-F5344CB8AC3E}">
        <p14:creationId xmlns:p14="http://schemas.microsoft.com/office/powerpoint/2010/main" val="3778901332"/>
      </p:ext>
    </p:extLst>
  </p:cSld>
  <p:clrMapOvr>
    <a:masterClrMapping/>
  </p:clrMapOvr>
  <p:transition advClick="0">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Placeholder 1"/>
          <p:cNvSpPr>
            <a:spLocks noGrp="1"/>
          </p:cNvSpPr>
          <p:nvPr>
            <p:ph type="body" idx="1"/>
          </p:nvPr>
        </p:nvSpPr>
        <p:spPr>
          <a:xfrm>
            <a:off x="0" y="1796415"/>
            <a:ext cx="4780915" cy="4711700"/>
          </a:xfrm>
        </p:spPr>
        <p:txBody>
          <a:bodyPr vert="horz" wrap="square" lIns="91440" tIns="45720" rIns="91440" bIns="45720" numCol="1" anchor="t" anchorCtr="0" compatLnSpc="1">
            <a:normAutofit fontScale="90000"/>
          </a:bodyPr>
          <a:lstStyle/>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30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Introduction</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30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Objectives</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30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Tools And Technology</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30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Working Process Flowchart</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3000" b="1" noProof="0" dirty="0">
                <a:ln>
                  <a:noFill/>
                </a:ln>
                <a:effectLst/>
                <a:uLnTx/>
                <a:uFillTx/>
                <a:latin typeface="Times New Roman" panose="02020603050405020304" pitchFamily="18" charset="0"/>
                <a:cs typeface="Times New Roman" panose="02020603050405020304" pitchFamily="18" charset="0"/>
                <a:sym typeface="+mn-ea"/>
              </a:rPr>
              <a:t>Use Case Diagram</a:t>
            </a:r>
            <a:endParaRPr kumimoji="0" lang="en-CA" sz="30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30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Data Flow Diagram</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30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MVC Structure</a:t>
            </a:r>
          </a:p>
          <a:p>
            <a:pPr marL="914400" marR="0" lvl="1"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21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Model Files</a:t>
            </a:r>
          </a:p>
          <a:p>
            <a:pPr marL="914400" marR="0" lvl="1"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21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View Files</a:t>
            </a:r>
          </a:p>
          <a:p>
            <a:pPr marL="914400" marR="0" lvl="1"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kumimoji="0" lang="en-US" sz="21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ea typeface="+mn-ea"/>
                <a:cs typeface="Times New Roman" panose="02020603050405020304" pitchFamily="18" charset="0"/>
              </a:rPr>
              <a:t>Controller Files</a:t>
            </a:r>
          </a:p>
          <a:p>
            <a:pPr marL="0" marR="0" lvl="0" indent="0" algn="l" defTabSz="914400" rtl="0" eaLnBrk="0" fontAlgn="base" latinLnBrk="0" hangingPunct="0">
              <a:lnSpc>
                <a:spcPct val="100000"/>
              </a:lnSpc>
              <a:spcBef>
                <a:spcPts val="700"/>
              </a:spcBef>
              <a:spcAft>
                <a:spcPct val="0"/>
              </a:spcAft>
              <a:buClr>
                <a:schemeClr val="accent2"/>
              </a:buClr>
              <a:buSzPct val="60000"/>
              <a:buFont typeface="Wingdings" panose="05000000000000000000" pitchFamily="2" charset="2"/>
              <a:buNone/>
              <a:defRPr/>
            </a:pPr>
            <a:endParaRPr kumimoji="0" lang="en-US" sz="2800" b="0" i="0" u="none" strike="noStrike" kern="1200" cap="none" spc="0" normalizeH="0" baseline="0" noProof="0" dirty="0">
              <a:ln>
                <a:noFill/>
              </a:ln>
              <a:solidFill>
                <a:schemeClr val="bg2">
                  <a:lumMod val="25000"/>
                </a:schemeClr>
              </a:solidFill>
              <a:effectLst/>
              <a:uLnTx/>
              <a:uFillTx/>
              <a:latin typeface="+mn-lt"/>
              <a:ea typeface="+mn-ea"/>
              <a:cs typeface="+mn-cs"/>
            </a:endParaRPr>
          </a:p>
          <a:p>
            <a:pPr marL="0" marR="0" lvl="0" indent="0" algn="l" defTabSz="914400" rtl="0" eaLnBrk="0" fontAlgn="base" latinLnBrk="0" hangingPunct="0">
              <a:lnSpc>
                <a:spcPct val="100000"/>
              </a:lnSpc>
              <a:spcBef>
                <a:spcPts val="700"/>
              </a:spcBef>
              <a:spcAft>
                <a:spcPct val="0"/>
              </a:spcAft>
              <a:buClr>
                <a:schemeClr val="accent2"/>
              </a:buClr>
              <a:buSzPct val="60000"/>
              <a:buFont typeface="Wingdings" panose="05000000000000000000" pitchFamily="2" charset="2"/>
              <a:buNone/>
              <a:defRPr/>
            </a:pPr>
            <a:endParaRPr kumimoji="0" lang="en-CA" sz="2800" b="0" i="0" u="none" strike="noStrike" kern="1200" cap="none" spc="0" normalizeH="0" baseline="0" noProof="0" dirty="0">
              <a:ln>
                <a:noFill/>
              </a:ln>
              <a:solidFill>
                <a:schemeClr val="bg2">
                  <a:lumMod val="25000"/>
                </a:schemeClr>
              </a:solidFill>
              <a:effectLst/>
              <a:uLnTx/>
              <a:uFillTx/>
              <a:latin typeface="Garamond" panose="02020404030301010803" pitchFamily="18" charset="0"/>
              <a:ea typeface="+mn-ea"/>
              <a:cs typeface="+mn-cs"/>
            </a:endParaRPr>
          </a:p>
        </p:txBody>
      </p:sp>
      <p:sp>
        <p:nvSpPr>
          <p:cNvPr id="15363" name="Title 2"/>
          <p:cNvSpPr>
            <a:spLocks noGrp="1"/>
          </p:cNvSpPr>
          <p:nvPr>
            <p:ph type="title"/>
          </p:nvPr>
        </p:nvSpPr>
        <p:spPr>
          <a:xfrm>
            <a:off x="1066800" y="304800"/>
            <a:ext cx="7918450" cy="990600"/>
          </a:xfrm>
        </p:spPr>
        <p:txBody>
          <a:bodyPr vert="horz" wrap="square" lIns="91440" tIns="45720" rIns="91440" bIns="45720" anchor="ctr" anchorCtr="0"/>
          <a:lstStyle/>
          <a:p>
            <a:r>
              <a:rPr lang="en-US" altLang="en-CA" sz="4000" kern="1200" dirty="0">
                <a:solidFill>
                  <a:srgbClr val="FFFFFF"/>
                </a:solidFill>
                <a:latin typeface="+mj-lt"/>
                <a:ea typeface="+mj-ea"/>
                <a:cs typeface="+mj-cs"/>
              </a:rPr>
              <a:t>Outline(Design &amp; Development)</a:t>
            </a:r>
            <a:r>
              <a:rPr lang="en-CA" altLang="x-none" sz="4000" kern="1200" dirty="0">
                <a:solidFill>
                  <a:srgbClr val="FFFFFF"/>
                </a:solidFill>
                <a:latin typeface="+mj-lt"/>
                <a:ea typeface="+mj-ea"/>
                <a:cs typeface="+mj-cs"/>
              </a:rPr>
              <a:t> </a:t>
            </a:r>
          </a:p>
        </p:txBody>
      </p:sp>
      <p:sp>
        <p:nvSpPr>
          <p:cNvPr id="15364"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GB" altLang="x-none" sz="2400" b="1" dirty="0">
                <a:solidFill>
                  <a:srgbClr val="FFFFFF"/>
                </a:solidFill>
              </a:rPr>
              <a:t>4</a:t>
            </a:r>
            <a:endParaRPr sz="2400" b="1" dirty="0">
              <a:solidFill>
                <a:srgbClr val="FFFFFF"/>
              </a:solidFill>
            </a:endParaRPr>
          </a:p>
        </p:txBody>
      </p:sp>
      <p:sp>
        <p:nvSpPr>
          <p:cNvPr id="5" name="Text Placeholder 1"/>
          <p:cNvSpPr txBox="1"/>
          <p:nvPr/>
        </p:nvSpPr>
        <p:spPr bwMode="auto">
          <a:xfrm>
            <a:off x="4726305" y="1796415"/>
            <a:ext cx="4472305" cy="4227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marL="0" indent="0" algn="l" rtl="0" eaLnBrk="0" fontAlgn="base" hangingPunct="0">
              <a:spcBef>
                <a:spcPts val="700"/>
              </a:spcBef>
              <a:spcAft>
                <a:spcPct val="0"/>
              </a:spcAft>
              <a:buClr>
                <a:schemeClr val="accent2"/>
              </a:buClr>
              <a:buSzPct val="60000"/>
              <a:buFont typeface="Wingdings" panose="05000000000000000000" pitchFamily="2" charset="2"/>
              <a:buNone/>
              <a:defRPr sz="2400" kern="1200">
                <a:solidFill>
                  <a:schemeClr val="bg2">
                    <a:lumMod val="25000"/>
                  </a:schemeClr>
                </a:solidFill>
                <a:latin typeface="+mn-lt"/>
                <a:ea typeface="+mn-ea"/>
                <a:cs typeface="+mn-cs"/>
              </a:defRPr>
            </a:lvl1pPr>
            <a:lvl2pPr marL="640080" indent="-273050" algn="l" rtl="0" eaLnBrk="0" fontAlgn="base" hangingPunct="0">
              <a:spcBef>
                <a:spcPts val="550"/>
              </a:spcBef>
              <a:spcAft>
                <a:spcPct val="0"/>
              </a:spcAft>
              <a:buClr>
                <a:schemeClr val="accent1"/>
              </a:buClr>
              <a:buSzPct val="70000"/>
              <a:buFont typeface="Wingdings 2" panose="05020102010507070707" pitchFamily="18" charset="2"/>
              <a:buNone/>
              <a:defRPr sz="1800" kern="1200">
                <a:solidFill>
                  <a:schemeClr val="tx1">
                    <a:tint val="75000"/>
                  </a:schemeClr>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anose="05000000000000000000" pitchFamily="2" charset="2"/>
              <a:buNone/>
              <a:defRPr sz="1600" kern="1200">
                <a:solidFill>
                  <a:schemeClr val="tx1">
                    <a:tint val="75000"/>
                  </a:schemeClr>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anose="05000000000000000000" pitchFamily="2" charset="2"/>
              <a:buNone/>
              <a:defRPr sz="1400" kern="1200">
                <a:solidFill>
                  <a:schemeClr val="tx1">
                    <a:tint val="75000"/>
                  </a:schemeClr>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anose="05000000000000000000" pitchFamily="2" charset="2"/>
              <a:buNone/>
              <a:defRPr sz="1400" kern="1200">
                <a:solidFill>
                  <a:schemeClr val="tx1">
                    <a:tint val="75000"/>
                  </a:schemeClr>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sz="1800" kern="1200" baseline="0">
                <a:solidFill>
                  <a:schemeClr val="tx1"/>
                </a:solidFill>
                <a:latin typeface="+mn-lt"/>
                <a:ea typeface="+mn-ea"/>
                <a:cs typeface="+mn-cs"/>
              </a:defRPr>
            </a:lvl9pPr>
          </a:lstStyle>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700" b="1" noProof="0" dirty="0">
                <a:ln>
                  <a:noFill/>
                </a:ln>
                <a:effectLst/>
                <a:uLnTx/>
                <a:uFillTx/>
                <a:latin typeface="Times New Roman" panose="02020603050405020304" pitchFamily="18" charset="0"/>
                <a:cs typeface="Times New Roman" panose="02020603050405020304" pitchFamily="18" charset="0"/>
                <a:sym typeface="+mn-ea"/>
              </a:rPr>
              <a:t>GUI - Graphical User Interface</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700" b="1" noProof="0" dirty="0">
                <a:ln>
                  <a:noFill/>
                </a:ln>
                <a:effectLst/>
                <a:uLnTx/>
                <a:uFillTx/>
                <a:latin typeface="Times New Roman" panose="02020603050405020304" pitchFamily="18" charset="0"/>
                <a:cs typeface="Times New Roman" panose="02020603050405020304" pitchFamily="18" charset="0"/>
                <a:sym typeface="+mn-ea"/>
              </a:rPr>
              <a:t>User Access Control</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700" b="1" noProof="0" dirty="0">
                <a:ln>
                  <a:noFill/>
                </a:ln>
                <a:effectLst/>
                <a:uLnTx/>
                <a:uFillTx/>
                <a:latin typeface="Times New Roman" panose="02020603050405020304" pitchFamily="18" charset="0"/>
                <a:cs typeface="Times New Roman" panose="02020603050405020304" pitchFamily="18" charset="0"/>
                <a:sym typeface="+mn-ea"/>
              </a:rPr>
              <a:t>Function and Modules</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700" b="1" noProof="0" dirty="0">
                <a:ln>
                  <a:noFill/>
                </a:ln>
                <a:effectLst/>
                <a:uLnTx/>
                <a:uFillTx/>
                <a:latin typeface="Times New Roman" panose="02020603050405020304" pitchFamily="18" charset="0"/>
                <a:cs typeface="Times New Roman" panose="02020603050405020304" pitchFamily="18" charset="0"/>
                <a:sym typeface="+mn-ea"/>
              </a:rPr>
              <a:t>Project Demo screenshot</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700" b="1" noProof="0" dirty="0">
                <a:ln>
                  <a:noFill/>
                </a:ln>
                <a:effectLst/>
                <a:uLnTx/>
                <a:uFillTx/>
                <a:latin typeface="Times New Roman" panose="02020603050405020304" pitchFamily="18" charset="0"/>
                <a:cs typeface="Times New Roman" panose="02020603050405020304" pitchFamily="18" charset="0"/>
                <a:sym typeface="+mn-ea"/>
              </a:rPr>
              <a:t>Results &amp; Report</a:t>
            </a:r>
          </a:p>
        </p:txBody>
      </p:sp>
    </p:spTree>
  </p:cSld>
  <p:clrMapOvr>
    <a:masterClrMapping/>
  </p:clrMapOvr>
  <p:transition advClick="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Placeholder 1"/>
          <p:cNvSpPr>
            <a:spLocks noGrp="1"/>
          </p:cNvSpPr>
          <p:nvPr>
            <p:ph type="body" idx="1"/>
          </p:nvPr>
        </p:nvSpPr>
        <p:spPr>
          <a:xfrm>
            <a:off x="0" y="1796415"/>
            <a:ext cx="8716161" cy="4711700"/>
          </a:xfrm>
        </p:spPr>
        <p:txBody>
          <a:bodyPr vert="horz" wrap="square" lIns="91440" tIns="45720" rIns="91440" bIns="45720" numCol="1" anchor="t" anchorCtr="0" compatLnSpc="1">
            <a:normAutofit fontScale="97500"/>
          </a:bodyPr>
          <a:lstStyle/>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900" b="1" dirty="0">
                <a:latin typeface="Times New Roman" panose="02020603050405020304" pitchFamily="18" charset="0"/>
                <a:cs typeface="Times New Roman" panose="02020603050405020304" pitchFamily="18" charset="0"/>
              </a:rPr>
              <a:t>User Authentication </a:t>
            </a:r>
            <a:endParaRPr kumimoji="0" lang="en-US" sz="29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900" b="1" dirty="0">
                <a:latin typeface="Times New Roman" panose="02020603050405020304" pitchFamily="18" charset="0"/>
                <a:cs typeface="Times New Roman" panose="02020603050405020304" pitchFamily="18" charset="0"/>
              </a:rPr>
              <a:t>Data Encryption  </a:t>
            </a:r>
            <a:endParaRPr kumimoji="0" lang="en-US" sz="29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900" b="1" dirty="0">
                <a:latin typeface="Times New Roman" panose="02020603050405020304" pitchFamily="18" charset="0"/>
                <a:cs typeface="Times New Roman" panose="02020603050405020304" pitchFamily="18" charset="0"/>
              </a:rPr>
              <a:t>Input Validation </a:t>
            </a:r>
            <a:endParaRPr kumimoji="0" lang="en-US" sz="29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900" b="1" dirty="0">
                <a:latin typeface="Times New Roman" panose="02020603050405020304" pitchFamily="18" charset="0"/>
                <a:cs typeface="Times New Roman" panose="02020603050405020304" pitchFamily="18" charset="0"/>
              </a:rPr>
              <a:t>Cross-Site Request Forgery(CSRF) Checking </a:t>
            </a:r>
            <a:endParaRPr kumimoji="0" lang="en-US" sz="29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900" b="1" dirty="0">
                <a:latin typeface="Times New Roman" panose="02020603050405020304" pitchFamily="18" charset="0"/>
                <a:cs typeface="Times New Roman" panose="02020603050405020304" pitchFamily="18" charset="0"/>
              </a:rPr>
              <a:t>Session Management</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900" b="1" dirty="0">
                <a:latin typeface="Times New Roman" panose="02020603050405020304" pitchFamily="18" charset="0"/>
                <a:cs typeface="Times New Roman" panose="02020603050405020304" pitchFamily="18" charset="0"/>
              </a:rPr>
              <a:t>Logging and Monitoring</a:t>
            </a: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900" b="1" dirty="0">
                <a:latin typeface="Times New Roman" panose="02020603050405020304" pitchFamily="18" charset="0"/>
                <a:cs typeface="Times New Roman" panose="02020603050405020304" pitchFamily="18" charset="0"/>
              </a:rPr>
              <a:t>File Upload Security </a:t>
            </a:r>
            <a:endParaRPr kumimoji="0" lang="en-US" sz="29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ts val="700"/>
              </a:spcBef>
              <a:spcAft>
                <a:spcPct val="0"/>
              </a:spcAft>
              <a:buClr>
                <a:schemeClr val="accent2"/>
              </a:buClr>
              <a:buSzPct val="150000"/>
              <a:buFont typeface="Arial" panose="020B0604020202020204" pitchFamily="34" charset="0"/>
              <a:buChar char="•"/>
              <a:defRPr/>
            </a:pPr>
            <a:r>
              <a:rPr lang="en-US" sz="2900" b="1" dirty="0">
                <a:latin typeface="Times New Roman" panose="02020603050405020304" pitchFamily="18" charset="0"/>
                <a:cs typeface="Times New Roman" panose="02020603050405020304" pitchFamily="18" charset="0"/>
              </a:rPr>
              <a:t>SSL Certificates</a:t>
            </a:r>
            <a:endParaRPr kumimoji="0" lang="en-US" sz="29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ts val="700"/>
              </a:spcBef>
              <a:spcAft>
                <a:spcPct val="0"/>
              </a:spcAft>
              <a:buClr>
                <a:schemeClr val="accent2"/>
              </a:buClr>
              <a:buSzPct val="60000"/>
              <a:buFont typeface="Wingdings" panose="05000000000000000000" pitchFamily="2" charset="2"/>
              <a:buNone/>
              <a:defRPr/>
            </a:pPr>
            <a:endParaRPr kumimoji="0" lang="en-US" sz="2800" b="0" i="0" u="none" strike="noStrike" kern="1200" cap="none" spc="0" normalizeH="0" baseline="0" noProof="0" dirty="0">
              <a:ln>
                <a:noFill/>
              </a:ln>
              <a:solidFill>
                <a:schemeClr val="bg2">
                  <a:lumMod val="25000"/>
                </a:schemeClr>
              </a:solidFill>
              <a:effectLst/>
              <a:uLnTx/>
              <a:uFillTx/>
              <a:latin typeface="+mn-lt"/>
              <a:ea typeface="+mn-ea"/>
              <a:cs typeface="+mn-cs"/>
            </a:endParaRPr>
          </a:p>
          <a:p>
            <a:pPr marL="0" marR="0" lvl="0" indent="0" algn="l" defTabSz="914400" rtl="0" eaLnBrk="0" fontAlgn="base" latinLnBrk="0" hangingPunct="0">
              <a:lnSpc>
                <a:spcPct val="100000"/>
              </a:lnSpc>
              <a:spcBef>
                <a:spcPts val="700"/>
              </a:spcBef>
              <a:spcAft>
                <a:spcPct val="0"/>
              </a:spcAft>
              <a:buClr>
                <a:schemeClr val="accent2"/>
              </a:buClr>
              <a:buSzPct val="60000"/>
              <a:buFont typeface="Wingdings" panose="05000000000000000000" pitchFamily="2" charset="2"/>
              <a:buNone/>
              <a:defRPr/>
            </a:pPr>
            <a:endParaRPr kumimoji="0" lang="en-CA" sz="2800" b="0" i="0" u="none" strike="noStrike" kern="1200" cap="none" spc="0" normalizeH="0" baseline="0" noProof="0" dirty="0">
              <a:ln>
                <a:noFill/>
              </a:ln>
              <a:solidFill>
                <a:schemeClr val="bg2">
                  <a:lumMod val="25000"/>
                </a:schemeClr>
              </a:solidFill>
              <a:effectLst/>
              <a:uLnTx/>
              <a:uFillTx/>
              <a:latin typeface="Garamond" panose="02020404030301010803" pitchFamily="18" charset="0"/>
              <a:ea typeface="+mn-ea"/>
              <a:cs typeface="+mn-cs"/>
            </a:endParaRPr>
          </a:p>
        </p:txBody>
      </p:sp>
      <p:sp>
        <p:nvSpPr>
          <p:cNvPr id="15363" name="Title 2"/>
          <p:cNvSpPr>
            <a:spLocks noGrp="1"/>
          </p:cNvSpPr>
          <p:nvPr>
            <p:ph type="title"/>
          </p:nvPr>
        </p:nvSpPr>
        <p:spPr>
          <a:xfrm>
            <a:off x="1066800" y="304800"/>
            <a:ext cx="7918450" cy="990600"/>
          </a:xfrm>
        </p:spPr>
        <p:txBody>
          <a:bodyPr vert="horz" wrap="square" lIns="91440" tIns="45720" rIns="91440" bIns="45720" anchor="ctr" anchorCtr="0"/>
          <a:lstStyle/>
          <a:p>
            <a:r>
              <a:rPr lang="en-US" altLang="en-CA" sz="4000" kern="1200" dirty="0">
                <a:solidFill>
                  <a:srgbClr val="FFFFFF"/>
                </a:solidFill>
                <a:latin typeface="+mj-lt"/>
                <a:ea typeface="+mj-ea"/>
                <a:cs typeface="+mj-cs"/>
              </a:rPr>
              <a:t>Outline</a:t>
            </a:r>
            <a:r>
              <a:rPr lang="en-CA" altLang="en-CA" sz="4000" dirty="0"/>
              <a:t>(</a:t>
            </a:r>
            <a:r>
              <a:rPr lang="en-US" altLang="en-CA" sz="4000" kern="1200" dirty="0">
                <a:solidFill>
                  <a:srgbClr val="FFFFFF"/>
                </a:solidFill>
                <a:latin typeface="+mj-lt"/>
                <a:ea typeface="+mj-ea"/>
                <a:cs typeface="+mj-cs"/>
              </a:rPr>
              <a:t>Security Related</a:t>
            </a:r>
            <a:r>
              <a:rPr lang="en-CA" altLang="en-CA" sz="4000" dirty="0"/>
              <a:t>)</a:t>
            </a:r>
            <a:endParaRPr lang="en-CA" altLang="x-none" sz="4000" kern="1200" dirty="0">
              <a:solidFill>
                <a:srgbClr val="FFFFFF"/>
              </a:solidFill>
              <a:latin typeface="+mj-lt"/>
              <a:ea typeface="+mj-ea"/>
              <a:cs typeface="+mj-cs"/>
            </a:endParaRPr>
          </a:p>
        </p:txBody>
      </p:sp>
      <p:sp>
        <p:nvSpPr>
          <p:cNvPr id="15364"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GB" altLang="x-none" sz="2400" b="1" dirty="0">
                <a:solidFill>
                  <a:srgbClr val="FFFFFF"/>
                </a:solidFill>
              </a:rPr>
              <a:t>5</a:t>
            </a:r>
            <a:endParaRPr sz="2400" b="1" dirty="0">
              <a:solidFill>
                <a:srgbClr val="FFFFFF"/>
              </a:solidFill>
            </a:endParaRPr>
          </a:p>
        </p:txBody>
      </p:sp>
    </p:spTree>
  </p:cSld>
  <p:clrMapOvr>
    <a:masterClrMapping/>
  </p:clrMapOvr>
  <p:transition advClick="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Placeholder 2"/>
          <p:cNvSpPr>
            <a:spLocks noGrp="1"/>
          </p:cNvSpPr>
          <p:nvPr>
            <p:ph type="body" idx="1"/>
          </p:nvPr>
        </p:nvSpPr>
        <p:spPr>
          <a:xfrm>
            <a:off x="372533" y="3782060"/>
            <a:ext cx="4826000" cy="3075940"/>
          </a:xfrm>
        </p:spPr>
        <p:txBody>
          <a:bodyPr vert="horz" wrap="square" lIns="91440" tIns="45720" rIns="91440" bIns="45720" numCol="1" anchor="t" anchorCtr="0" compatLnSpc="1">
            <a:noAutofit/>
          </a:bodyPr>
          <a:lstStyle/>
          <a:p>
            <a:pPr marL="365760" marR="0" lvl="0" indent="-365760" defTabSz="914400" rtl="0" eaLnBrk="0" fontAlgn="base" latinLnBrk="0" hangingPunct="0">
              <a:lnSpc>
                <a:spcPct val="100000"/>
              </a:lnSpc>
              <a:spcBef>
                <a:spcPts val="600"/>
              </a:spcBef>
              <a:spcAft>
                <a:spcPct val="0"/>
              </a:spcAft>
              <a:buClr>
                <a:schemeClr val="accent2"/>
              </a:buClr>
              <a:buSzPct val="100000"/>
              <a:buFont typeface="+mj-lt"/>
              <a:buAutoNum type="romanLcPeriod"/>
              <a:defRPr/>
            </a:pPr>
            <a:r>
              <a:rPr lang="en-US" sz="2000" dirty="0">
                <a:latin typeface="Times New Roman" panose="02020603050405020304" pitchFamily="18" charset="0"/>
                <a:cs typeface="CIDFont+F3" charset="0"/>
                <a:sym typeface="+mn-ea"/>
              </a:rPr>
              <a:t>Student Info Add/Update,</a:t>
            </a:r>
          </a:p>
          <a:p>
            <a:pPr marL="365760" marR="0" lvl="0" indent="-365760" defTabSz="914400" rtl="0" eaLnBrk="0" fontAlgn="base" latinLnBrk="0" hangingPunct="0">
              <a:lnSpc>
                <a:spcPct val="100000"/>
              </a:lnSpc>
              <a:spcBef>
                <a:spcPts val="600"/>
              </a:spcBef>
              <a:spcAft>
                <a:spcPct val="0"/>
              </a:spcAft>
              <a:buClr>
                <a:schemeClr val="accent2"/>
              </a:buClr>
              <a:buSzPct val="100000"/>
              <a:buFont typeface="+mj-lt"/>
              <a:buAutoNum type="romanLcPeriod"/>
              <a:defRPr/>
            </a:pPr>
            <a:r>
              <a:rPr lang="en-US" sz="2000" dirty="0">
                <a:latin typeface="Times New Roman" panose="02020603050405020304" pitchFamily="18" charset="0"/>
                <a:cs typeface="CIDFont+F3" charset="0"/>
                <a:sym typeface="+mn-ea"/>
              </a:rPr>
              <a:t>Allocate/de-allocate seat, </a:t>
            </a:r>
          </a:p>
          <a:p>
            <a:pPr marL="365760" marR="0" lvl="0" indent="-365760" defTabSz="914400" rtl="0" eaLnBrk="0" fontAlgn="base" latinLnBrk="0" hangingPunct="0">
              <a:lnSpc>
                <a:spcPct val="100000"/>
              </a:lnSpc>
              <a:spcBef>
                <a:spcPts val="600"/>
              </a:spcBef>
              <a:spcAft>
                <a:spcPct val="0"/>
              </a:spcAft>
              <a:buClr>
                <a:schemeClr val="accent2"/>
              </a:buClr>
              <a:buSzPct val="100000"/>
              <a:buFont typeface="+mj-lt"/>
              <a:buAutoNum type="romanLcPeriod"/>
              <a:defRPr/>
            </a:pPr>
            <a:r>
              <a:rPr lang="en-US" sz="2000" dirty="0">
                <a:latin typeface="Times New Roman" panose="02020603050405020304" pitchFamily="18" charset="0"/>
                <a:cs typeface="CIDFont+F3" charset="0"/>
                <a:sym typeface="+mn-ea"/>
              </a:rPr>
              <a:t>Yearly establishment charge collect from student,</a:t>
            </a:r>
          </a:p>
          <a:p>
            <a:pPr marL="365760" marR="0" lvl="0" indent="-365760" defTabSz="914400" rtl="0" eaLnBrk="0" fontAlgn="base" latinLnBrk="0" hangingPunct="0">
              <a:lnSpc>
                <a:spcPct val="100000"/>
              </a:lnSpc>
              <a:spcBef>
                <a:spcPts val="600"/>
              </a:spcBef>
              <a:spcAft>
                <a:spcPct val="0"/>
              </a:spcAft>
              <a:buClr>
                <a:schemeClr val="accent2"/>
              </a:buClr>
              <a:buSzPct val="100000"/>
              <a:buFont typeface="+mj-lt"/>
              <a:buAutoNum type="romanLcPeriod"/>
              <a:defRPr/>
            </a:pPr>
            <a:r>
              <a:rPr lang="en-US" sz="2000" dirty="0">
                <a:latin typeface="Times New Roman" panose="02020603050405020304" pitchFamily="18" charset="0"/>
                <a:cs typeface="CIDFont+F3" charset="0"/>
                <a:sym typeface="+mn-ea"/>
              </a:rPr>
              <a:t> Hall Officials Add/Update,</a:t>
            </a:r>
          </a:p>
          <a:p>
            <a:pPr marL="365760" marR="0" lvl="0" indent="-365760" defTabSz="914400" rtl="0" eaLnBrk="0" fontAlgn="base" latinLnBrk="0" hangingPunct="0">
              <a:lnSpc>
                <a:spcPct val="100000"/>
              </a:lnSpc>
              <a:spcBef>
                <a:spcPts val="600"/>
              </a:spcBef>
              <a:spcAft>
                <a:spcPct val="0"/>
              </a:spcAft>
              <a:buClr>
                <a:schemeClr val="accent2"/>
              </a:buClr>
              <a:buSzPct val="100000"/>
              <a:buFont typeface="+mj-lt"/>
              <a:buAutoNum type="romanLcPeriod"/>
              <a:defRPr/>
            </a:pPr>
            <a:r>
              <a:rPr lang="en-US" sz="2000" dirty="0">
                <a:latin typeface="Times New Roman" panose="02020603050405020304" pitchFamily="18" charset="0"/>
                <a:cs typeface="CIDFont+F3" charset="0"/>
                <a:sym typeface="+mn-ea"/>
              </a:rPr>
              <a:t>System User Credentials Management</a:t>
            </a:r>
          </a:p>
          <a:p>
            <a:pPr marL="365760" indent="-365760">
              <a:spcBef>
                <a:spcPts val="600"/>
              </a:spcBef>
              <a:buSzPct val="100000"/>
              <a:buFont typeface="+mj-lt"/>
              <a:buAutoNum type="romanLcPeriod"/>
              <a:defRPr/>
            </a:pPr>
            <a:r>
              <a:rPr lang="en-US" sz="2000" dirty="0">
                <a:latin typeface="Times New Roman" panose="02020603050405020304" pitchFamily="18" charset="0"/>
                <a:cs typeface="CIDFont+F3" charset="0"/>
                <a:sym typeface="+mn-ea"/>
              </a:rPr>
              <a:t>Master data configure from UI by admin user,</a:t>
            </a:r>
          </a:p>
          <a:p>
            <a:pPr marL="365760" marR="0" lvl="0" indent="-365760" defTabSz="914400" rtl="0" eaLnBrk="0" fontAlgn="base" latinLnBrk="0" hangingPunct="0">
              <a:lnSpc>
                <a:spcPct val="100000"/>
              </a:lnSpc>
              <a:spcBef>
                <a:spcPts val="600"/>
              </a:spcBef>
              <a:spcAft>
                <a:spcPct val="0"/>
              </a:spcAft>
              <a:buClr>
                <a:schemeClr val="accent2"/>
              </a:buClr>
              <a:buSzPct val="100000"/>
              <a:buFont typeface="+mj-lt"/>
              <a:buAutoNum type="romanLcPeriod"/>
              <a:defRPr/>
            </a:pPr>
            <a:endParaRPr kumimoji="0" lang="en-US" sz="2000" b="1" i="0" u="none" strike="noStrike" kern="1200" cap="none" spc="0" normalizeH="0" baseline="0" noProof="0" dirty="0">
              <a:ln>
                <a:noFill/>
              </a:ln>
              <a:solidFill>
                <a:srgbClr val="898989"/>
              </a:solidFill>
              <a:effectLst/>
              <a:uLnTx/>
              <a:uFillTx/>
              <a:latin typeface="Times New Roman" panose="02020603050405020304" pitchFamily="18" charset="0"/>
              <a:ea typeface="+mn-ea"/>
              <a:cs typeface="CIDFont+F3" charset="0"/>
              <a:sym typeface="+mn-ea"/>
            </a:endParaRPr>
          </a:p>
        </p:txBody>
      </p:sp>
      <p:sp>
        <p:nvSpPr>
          <p:cNvPr id="17411" name="Title 1"/>
          <p:cNvSpPr>
            <a:spLocks noGrp="1"/>
          </p:cNvSpPr>
          <p:nvPr>
            <p:ph type="title"/>
          </p:nvPr>
        </p:nvSpPr>
        <p:spPr>
          <a:xfrm>
            <a:off x="1066800" y="304800"/>
            <a:ext cx="7918450" cy="990600"/>
          </a:xfrm>
        </p:spPr>
        <p:txBody>
          <a:bodyPr vert="horz" wrap="square" lIns="91440" tIns="45720" rIns="91440" bIns="45720" anchor="ctr" anchorCtr="0"/>
          <a:lstStyle/>
          <a:p>
            <a:pPr eaLnBrk="1" hangingPunct="1"/>
            <a:r>
              <a:rPr lang="en-US" sz="4000">
                <a:sym typeface="+mn-ea"/>
              </a:rPr>
              <a:t>Objective Of The Project</a:t>
            </a:r>
            <a:endParaRPr sz="4000" kern="1200" dirty="0">
              <a:solidFill>
                <a:srgbClr val="FFFFFF"/>
              </a:solidFill>
              <a:latin typeface="+mj-lt"/>
              <a:ea typeface="+mj-ea"/>
              <a:cs typeface="+mj-cs"/>
            </a:endParaRPr>
          </a:p>
        </p:txBody>
      </p:sp>
      <p:sp>
        <p:nvSpPr>
          <p:cNvPr id="17412"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GB" altLang="x-none" sz="2400" b="1" dirty="0">
                <a:solidFill>
                  <a:srgbClr val="FFFFFF"/>
                </a:solidFill>
              </a:rPr>
              <a:t>6</a:t>
            </a:r>
            <a:endParaRPr sz="2400" b="1" dirty="0">
              <a:solidFill>
                <a:srgbClr val="FFFFFF"/>
              </a:solidFill>
            </a:endParaRPr>
          </a:p>
        </p:txBody>
      </p:sp>
      <p:sp>
        <p:nvSpPr>
          <p:cNvPr id="100" name="Text Box 99"/>
          <p:cNvSpPr txBox="1"/>
          <p:nvPr/>
        </p:nvSpPr>
        <p:spPr>
          <a:xfrm>
            <a:off x="454660" y="1536700"/>
            <a:ext cx="8380730" cy="2246769"/>
          </a:xfrm>
          <a:prstGeom prst="rect">
            <a:avLst/>
          </a:prstGeom>
          <a:noFill/>
          <a:ln w="9525">
            <a:noFill/>
          </a:ln>
        </p:spPr>
        <p:txBody>
          <a:bodyPr wrap="square">
            <a:spAutoFit/>
          </a:bodyPr>
          <a:lstStyle/>
          <a:p>
            <a:pPr marL="342900" indent="-342900" algn="just">
              <a:buFont typeface="Wingdings" panose="05000000000000000000" charset="0"/>
              <a:buChar char="Ø"/>
            </a:pPr>
            <a:r>
              <a:rPr lang="en-US" sz="2800" dirty="0">
                <a:latin typeface="Times New Roman" panose="02020603050405020304" pitchFamily="18" charset="0"/>
                <a:cs typeface="Calibri" panose="020F0502020204030204" charset="0"/>
              </a:rPr>
              <a:t>The main objective of this Implementation of </a:t>
            </a:r>
            <a:r>
              <a:rPr lang="en-US" sz="2800" dirty="0" err="1">
                <a:latin typeface="Times New Roman" panose="02020603050405020304" pitchFamily="18" charset="0"/>
                <a:cs typeface="Calibri" panose="020F0502020204030204" charset="0"/>
              </a:rPr>
              <a:t>Bangamata</a:t>
            </a:r>
            <a:r>
              <a:rPr lang="en-US" sz="2800" dirty="0">
                <a:latin typeface="Times New Roman" panose="02020603050405020304" pitchFamily="18" charset="0"/>
                <a:cs typeface="Calibri" panose="020F0502020204030204" charset="0"/>
              </a:rPr>
              <a:t> Hall Management System project is to design and implement for the easy to maintain, data accuracy, large data control, high availability and ensure security. Here are the features implemented:</a:t>
            </a:r>
          </a:p>
        </p:txBody>
      </p:sp>
      <p:sp>
        <p:nvSpPr>
          <p:cNvPr id="3" name="Text Box 2"/>
          <p:cNvSpPr txBox="1"/>
          <p:nvPr/>
        </p:nvSpPr>
        <p:spPr>
          <a:xfrm>
            <a:off x="5020733" y="3820369"/>
            <a:ext cx="4123267" cy="2868295"/>
          </a:xfrm>
          <a:prstGeom prst="rect">
            <a:avLst/>
          </a:prstGeom>
          <a:noFill/>
        </p:spPr>
        <p:txBody>
          <a:bodyPr wrap="square" rtlCol="0" anchor="t">
            <a:noAutofit/>
          </a:bodyPr>
          <a:lstStyle/>
          <a:p>
            <a:pPr marL="365760" marR="0" lvl="0" indent="-365760" defTabSz="914400" rtl="0" eaLnBrk="0" fontAlgn="base" latinLnBrk="0" hangingPunct="0">
              <a:spcBef>
                <a:spcPts val="600"/>
              </a:spcBef>
              <a:spcAft>
                <a:spcPct val="0"/>
              </a:spcAft>
              <a:buClr>
                <a:schemeClr val="accent2"/>
              </a:buClr>
              <a:buSzPct val="100000"/>
              <a:buFont typeface="+mj-lt"/>
              <a:buAutoNum type="romanLcPeriod" startAt="6"/>
              <a:defRPr/>
            </a:pPr>
            <a:r>
              <a:rPr lang="en-US" altLang="en-GB" sz="2000" dirty="0">
                <a:solidFill>
                  <a:schemeClr val="bg2">
                    <a:lumMod val="25000"/>
                  </a:schemeClr>
                </a:solidFill>
                <a:latin typeface="Times New Roman" panose="02020603050405020304" pitchFamily="18" charset="0"/>
                <a:sym typeface="+mn-ea"/>
              </a:rPr>
              <a:t>Information Access to Student with default password,</a:t>
            </a:r>
          </a:p>
          <a:p>
            <a:pPr marL="365760" marR="0" lvl="0" indent="-365760" defTabSz="914400" rtl="0" eaLnBrk="0" fontAlgn="base" latinLnBrk="0" hangingPunct="0">
              <a:spcBef>
                <a:spcPts val="600"/>
              </a:spcBef>
              <a:spcAft>
                <a:spcPct val="0"/>
              </a:spcAft>
              <a:buClr>
                <a:schemeClr val="accent2"/>
              </a:buClr>
              <a:buSzPct val="100000"/>
              <a:buFont typeface="+mj-lt"/>
              <a:buAutoNum type="romanLcPeriod" startAt="6"/>
              <a:defRPr/>
            </a:pPr>
            <a:r>
              <a:rPr lang="en-US" altLang="en-GB" sz="2000" dirty="0">
                <a:solidFill>
                  <a:schemeClr val="bg2">
                    <a:lumMod val="25000"/>
                  </a:schemeClr>
                </a:solidFill>
                <a:latin typeface="Times New Roman" panose="02020603050405020304" pitchFamily="18" charset="0"/>
                <a:sym typeface="+mn-ea"/>
              </a:rPr>
              <a:t>Dynamically menu accessibility by user role,</a:t>
            </a:r>
          </a:p>
          <a:p>
            <a:pPr marL="365760" marR="0" lvl="0" indent="-365760" defTabSz="914400" rtl="0" eaLnBrk="0" fontAlgn="base" latinLnBrk="0" hangingPunct="0">
              <a:spcBef>
                <a:spcPts val="600"/>
              </a:spcBef>
              <a:spcAft>
                <a:spcPct val="0"/>
              </a:spcAft>
              <a:buClr>
                <a:schemeClr val="accent2"/>
              </a:buClr>
              <a:buSzPct val="100000"/>
              <a:buFont typeface="+mj-lt"/>
              <a:buAutoNum type="romanLcPeriod" startAt="6"/>
              <a:defRPr/>
            </a:pPr>
            <a:r>
              <a:rPr lang="en-US" altLang="en-GB" sz="2000" dirty="0">
                <a:solidFill>
                  <a:schemeClr val="bg2">
                    <a:lumMod val="25000"/>
                  </a:schemeClr>
                </a:solidFill>
                <a:latin typeface="Times New Roman" panose="02020603050405020304" pitchFamily="18" charset="0"/>
                <a:sym typeface="+mn-ea"/>
              </a:rPr>
              <a:t>Password recovery,</a:t>
            </a:r>
          </a:p>
          <a:p>
            <a:pPr marL="365760" marR="0" lvl="0" indent="-365760" defTabSz="914400" rtl="0" eaLnBrk="0" fontAlgn="base" latinLnBrk="0" hangingPunct="0">
              <a:spcBef>
                <a:spcPts val="600"/>
              </a:spcBef>
              <a:spcAft>
                <a:spcPct val="0"/>
              </a:spcAft>
              <a:buClr>
                <a:schemeClr val="accent2"/>
              </a:buClr>
              <a:buSzPct val="100000"/>
              <a:buFont typeface="+mj-lt"/>
              <a:buAutoNum type="romanLcPeriod" startAt="6"/>
              <a:defRPr/>
            </a:pPr>
            <a:r>
              <a:rPr lang="en-US" altLang="en-GB" sz="2000" noProof="0" dirty="0">
                <a:ln>
                  <a:noFill/>
                </a:ln>
                <a:solidFill>
                  <a:schemeClr val="bg2">
                    <a:lumMod val="25000"/>
                  </a:schemeClr>
                </a:solidFill>
                <a:effectLst/>
                <a:uLnTx/>
                <a:uFillTx/>
                <a:latin typeface="Times New Roman" panose="02020603050405020304" pitchFamily="18" charset="0"/>
                <a:sym typeface="+mn-ea"/>
              </a:rPr>
              <a:t>Responsive design from mobile view.</a:t>
            </a:r>
            <a:endParaRPr lang="en-US" altLang="en-GB" sz="2000" noProof="0" dirty="0">
              <a:ln>
                <a:noFill/>
              </a:ln>
              <a:solidFill>
                <a:schemeClr val="bg2">
                  <a:lumMod val="25000"/>
                </a:schemeClr>
              </a:solidFill>
              <a:effectLst/>
              <a:uLnTx/>
              <a:uFillTx/>
              <a:latin typeface="+mn-lt"/>
              <a:sym typeface="+mn-ea"/>
            </a:endParaRPr>
          </a:p>
        </p:txBody>
      </p:sp>
    </p:spTree>
  </p:cSld>
  <p:clrMapOvr>
    <a:masterClrMapping/>
  </p:clrMapOvr>
  <p:transition advClick="0">
    <p:push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ext Placeholder 44"/>
          <p:cNvSpPr>
            <a:spLocks noGrp="1"/>
          </p:cNvSpPr>
          <p:nvPr>
            <p:ph type="body" idx="1"/>
          </p:nvPr>
        </p:nvSpPr>
        <p:spPr>
          <a:xfrm>
            <a:off x="1066800" y="1447800"/>
            <a:ext cx="7696200" cy="5029200"/>
          </a:xfrm>
        </p:spPr>
        <p:txBody>
          <a:bodyPr vert="horz" wrap="square" lIns="91440" tIns="45720" rIns="91440" bIns="45720" numCol="1" anchor="t" anchorCtr="0" compatLnSpc="1">
            <a:normAutofit/>
          </a:bodyPr>
          <a:lstStyle/>
          <a:p>
            <a:pPr marL="0" marR="0" lvl="0" indent="0" algn="l" defTabSz="914400" rtl="0" eaLnBrk="0" fontAlgn="base" latinLnBrk="0" hangingPunct="0">
              <a:lnSpc>
                <a:spcPct val="100000"/>
              </a:lnSpc>
              <a:spcBef>
                <a:spcPts val="700"/>
              </a:spcBef>
              <a:spcAft>
                <a:spcPct val="0"/>
              </a:spcAft>
              <a:buClr>
                <a:schemeClr val="accent2"/>
              </a:buClr>
              <a:buSzPct val="60000"/>
              <a:buFont typeface="Wingdings" panose="05000000000000000000" pitchFamily="2" charset="2"/>
              <a:buNone/>
              <a:defRPr/>
            </a:pPr>
            <a:endParaRPr kumimoji="0" lang="en-GB" sz="2400" b="0" i="0" u="none" strike="noStrike" kern="1200" cap="none" spc="0" normalizeH="0" baseline="0" noProof="0" dirty="0">
              <a:ln>
                <a:noFill/>
              </a:ln>
              <a:solidFill>
                <a:schemeClr val="bg2">
                  <a:lumMod val="25000"/>
                </a:schemeClr>
              </a:solidFill>
              <a:effectLst/>
              <a:uLnTx/>
              <a:uFillTx/>
              <a:latin typeface="+mn-lt"/>
              <a:ea typeface="+mn-ea"/>
              <a:cs typeface="+mn-cs"/>
            </a:endParaRPr>
          </a:p>
          <a:p>
            <a:pPr marL="0" marR="0" lvl="0" indent="0" algn="l" defTabSz="914400" rtl="0" eaLnBrk="0" fontAlgn="base" latinLnBrk="0" hangingPunct="0">
              <a:lnSpc>
                <a:spcPct val="100000"/>
              </a:lnSpc>
              <a:spcBef>
                <a:spcPts val="700"/>
              </a:spcBef>
              <a:spcAft>
                <a:spcPct val="0"/>
              </a:spcAft>
              <a:buClr>
                <a:schemeClr val="accent2"/>
              </a:buClr>
              <a:buSzPct val="60000"/>
              <a:buFont typeface="Wingdings" panose="05000000000000000000" pitchFamily="2" charset="2"/>
              <a:buNone/>
              <a:defRPr/>
            </a:pPr>
            <a:endParaRPr kumimoji="0" lang="en-US" sz="2400" b="0" i="0" u="none" strike="noStrike" kern="1200" cap="none" spc="0" normalizeH="0" baseline="0" noProof="0" dirty="0">
              <a:ln>
                <a:noFill/>
              </a:ln>
              <a:solidFill>
                <a:schemeClr val="bg2">
                  <a:lumMod val="25000"/>
                </a:schemeClr>
              </a:solidFill>
              <a:effectLst/>
              <a:uLnTx/>
              <a:uFillTx/>
              <a:latin typeface="+mn-lt"/>
              <a:ea typeface="+mn-ea"/>
              <a:cs typeface="+mn-cs"/>
            </a:endParaRPr>
          </a:p>
        </p:txBody>
      </p:sp>
      <p:sp>
        <p:nvSpPr>
          <p:cNvPr id="20483" name="Title 1"/>
          <p:cNvSpPr>
            <a:spLocks noGrp="1"/>
          </p:cNvSpPr>
          <p:nvPr>
            <p:ph type="title"/>
          </p:nvPr>
        </p:nvSpPr>
        <p:spPr>
          <a:xfrm>
            <a:off x="1066800" y="304800"/>
            <a:ext cx="7918450" cy="990600"/>
          </a:xfrm>
        </p:spPr>
        <p:txBody>
          <a:bodyPr vert="horz" wrap="square" lIns="91440" tIns="45720" rIns="91440" bIns="45720" anchor="ctr" anchorCtr="0"/>
          <a:lstStyle/>
          <a:p>
            <a:pPr algn="ctr"/>
            <a:r>
              <a:rPr sz="4000" b="1" kern="1200" dirty="0">
                <a:solidFill>
                  <a:srgbClr val="FFFFFF"/>
                </a:solidFill>
                <a:latin typeface="+mj-lt"/>
                <a:ea typeface="+mj-ea"/>
                <a:cs typeface="+mj-cs"/>
              </a:rPr>
              <a:t/>
            </a:r>
            <a:br>
              <a:rPr sz="4000" b="1" kern="1200" dirty="0">
                <a:solidFill>
                  <a:srgbClr val="FFFFFF"/>
                </a:solidFill>
                <a:latin typeface="+mj-lt"/>
                <a:ea typeface="+mj-ea"/>
                <a:cs typeface="+mj-cs"/>
              </a:rPr>
            </a:br>
            <a:r>
              <a:rPr sz="4000" b="1" kern="1200" dirty="0">
                <a:solidFill>
                  <a:srgbClr val="FFFFFF"/>
                </a:solidFill>
                <a:latin typeface="+mj-lt"/>
                <a:ea typeface="+mj-ea"/>
                <a:cs typeface="+mj-cs"/>
              </a:rPr>
              <a:t/>
            </a:r>
            <a:br>
              <a:rPr sz="4000" b="1" kern="1200" dirty="0">
                <a:solidFill>
                  <a:srgbClr val="FFFFFF"/>
                </a:solidFill>
                <a:latin typeface="+mj-lt"/>
                <a:ea typeface="+mj-ea"/>
                <a:cs typeface="+mj-cs"/>
              </a:rPr>
            </a:br>
            <a:r>
              <a:rPr sz="4000" b="1" kern="1200" dirty="0">
                <a:solidFill>
                  <a:srgbClr val="FFFFFF"/>
                </a:solidFill>
                <a:latin typeface="+mj-lt"/>
                <a:ea typeface="+mj-ea"/>
                <a:cs typeface="+mj-cs"/>
              </a:rPr>
              <a:t>Tools And Technology</a:t>
            </a:r>
            <a:r>
              <a:rPr sz="4000" kern="1200" dirty="0">
                <a:solidFill>
                  <a:srgbClr val="FFFFFF"/>
                </a:solidFill>
                <a:latin typeface="+mj-lt"/>
                <a:ea typeface="+mj-ea"/>
                <a:cs typeface="+mj-cs"/>
              </a:rPr>
              <a:t/>
            </a:r>
            <a:br>
              <a:rPr sz="4000" kern="1200" dirty="0">
                <a:solidFill>
                  <a:srgbClr val="FFFFFF"/>
                </a:solidFill>
                <a:latin typeface="+mj-lt"/>
                <a:ea typeface="+mj-ea"/>
                <a:cs typeface="+mj-cs"/>
              </a:rPr>
            </a:br>
            <a:r>
              <a:rPr sz="4000" kern="1200" dirty="0">
                <a:solidFill>
                  <a:srgbClr val="FFFFFF"/>
                </a:solidFill>
                <a:latin typeface="+mj-lt"/>
                <a:ea typeface="+mj-ea"/>
                <a:cs typeface="+mj-cs"/>
              </a:rPr>
              <a:t/>
            </a:r>
            <a:br>
              <a:rPr sz="4000" kern="1200" dirty="0">
                <a:solidFill>
                  <a:srgbClr val="FFFFFF"/>
                </a:solidFill>
                <a:latin typeface="+mj-lt"/>
                <a:ea typeface="+mj-ea"/>
                <a:cs typeface="+mj-cs"/>
              </a:rPr>
            </a:br>
            <a:endParaRPr sz="4000" kern="1200" dirty="0">
              <a:solidFill>
                <a:srgbClr val="FFFFFF"/>
              </a:solidFill>
              <a:latin typeface="+mj-lt"/>
              <a:ea typeface="+mj-ea"/>
              <a:cs typeface="+mj-cs"/>
            </a:endParaRPr>
          </a:p>
        </p:txBody>
      </p:sp>
      <p:sp>
        <p:nvSpPr>
          <p:cNvPr id="20484"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GB" altLang="x-none" sz="2400" b="1" dirty="0">
                <a:solidFill>
                  <a:srgbClr val="FFFFFF"/>
                </a:solidFill>
              </a:rPr>
              <a:t>7</a:t>
            </a:r>
            <a:endParaRPr sz="2400" b="1" dirty="0">
              <a:solidFill>
                <a:srgbClr val="FFFFFF"/>
              </a:solidFill>
            </a:endParaRPr>
          </a:p>
        </p:txBody>
      </p:sp>
      <p:sp>
        <p:nvSpPr>
          <p:cNvPr id="20485" name="Rectangle 7"/>
          <p:cNvSpPr/>
          <p:nvPr/>
        </p:nvSpPr>
        <p:spPr>
          <a:xfrm>
            <a:off x="0" y="0"/>
            <a:ext cx="9144000" cy="0"/>
          </a:xfrm>
          <a:prstGeom prst="rect">
            <a:avLst/>
          </a:prstGeom>
          <a:noFill/>
          <a:ln w="9525">
            <a:noFill/>
          </a:ln>
        </p:spPr>
        <p:txBody>
          <a:bodyPr wrap="none" anchor="ctr" anchorCtr="0">
            <a:spAutoFit/>
          </a:bodyPr>
          <a:lstStyle/>
          <a:p>
            <a:endParaRPr dirty="0">
              <a:latin typeface="Arial" panose="020B0604020202020204" pitchFamily="34" charset="0"/>
            </a:endParaRPr>
          </a:p>
        </p:txBody>
      </p:sp>
      <p:sp>
        <p:nvSpPr>
          <p:cNvPr id="100" name="Text Box 99"/>
          <p:cNvSpPr txBox="1"/>
          <p:nvPr/>
        </p:nvSpPr>
        <p:spPr>
          <a:xfrm>
            <a:off x="123190" y="1721485"/>
            <a:ext cx="9020810" cy="4755515"/>
          </a:xfrm>
          <a:prstGeom prst="rect">
            <a:avLst/>
          </a:prstGeom>
          <a:noFill/>
          <a:ln w="9525">
            <a:noFill/>
          </a:ln>
        </p:spPr>
        <p:txBody>
          <a:bodyPr>
            <a:noAutofit/>
          </a:bodyPr>
          <a:lstStyle/>
          <a:p>
            <a:pPr marL="342900" indent="-342900">
              <a:lnSpc>
                <a:spcPct val="120000"/>
              </a:lnSpc>
              <a:spcBef>
                <a:spcPts val="0"/>
              </a:spcBef>
              <a:spcAft>
                <a:spcPts val="0"/>
              </a:spcAft>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 Programming Languages:</a:t>
            </a:r>
            <a:r>
              <a:rPr lang="en-US" sz="2500" dirty="0">
                <a:latin typeface="Times New Roman" panose="02020603050405020304" pitchFamily="18" charset="0"/>
                <a:cs typeface="Times New Roman" panose="02020603050405020304" pitchFamily="18" charset="0"/>
              </a:rPr>
              <a:t> C#,</a:t>
            </a:r>
          </a:p>
          <a:p>
            <a:pPr marL="342900" indent="-342900">
              <a:lnSpc>
                <a:spcPct val="120000"/>
              </a:lnSpc>
              <a:spcBef>
                <a:spcPts val="0"/>
              </a:spcBef>
              <a:spcAft>
                <a:spcPts val="0"/>
              </a:spcAft>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Framework:</a:t>
            </a:r>
            <a:r>
              <a:rPr lang="en-US" sz="2500" dirty="0">
                <a:latin typeface="Times New Roman" panose="02020603050405020304" pitchFamily="18" charset="0"/>
                <a:cs typeface="Times New Roman" panose="02020603050405020304" pitchFamily="18" charset="0"/>
              </a:rPr>
              <a:t> ASP.NET Core MVC, Repository Pattern,</a:t>
            </a:r>
          </a:p>
          <a:p>
            <a:pPr marL="342900" indent="-342900">
              <a:lnSpc>
                <a:spcPct val="120000"/>
              </a:lnSpc>
              <a:spcBef>
                <a:spcPts val="0"/>
              </a:spcBef>
              <a:spcAft>
                <a:spcPts val="0"/>
              </a:spcAft>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Scripting Language:</a:t>
            </a:r>
            <a:r>
              <a:rPr lang="en-US" sz="2500" dirty="0">
                <a:latin typeface="Times New Roman" panose="02020603050405020304" pitchFamily="18" charset="0"/>
                <a:cs typeface="Times New Roman" panose="02020603050405020304" pitchFamily="18" charset="0"/>
              </a:rPr>
              <a:t> HTML5, CSS3, Bootstrap, JavaScript, </a:t>
            </a:r>
            <a:r>
              <a:rPr lang="en-US" sz="2500" dirty="0" err="1">
                <a:latin typeface="Times New Roman" panose="02020603050405020304" pitchFamily="18" charset="0"/>
                <a:cs typeface="Times New Roman" panose="02020603050405020304" pitchFamily="18" charset="0"/>
              </a:rPr>
              <a:t>jQuery</a:t>
            </a:r>
            <a:r>
              <a:rPr lang="en-US" sz="2500" dirty="0">
                <a:latin typeface="Times New Roman" panose="02020603050405020304" pitchFamily="18" charset="0"/>
                <a:cs typeface="Times New Roman" panose="02020603050405020304" pitchFamily="18" charset="0"/>
              </a:rPr>
              <a:t>,</a:t>
            </a:r>
          </a:p>
          <a:p>
            <a:pPr marL="342900" indent="-342900">
              <a:lnSpc>
                <a:spcPct val="120000"/>
              </a:lnSpc>
              <a:spcBef>
                <a:spcPts val="0"/>
              </a:spcBef>
              <a:spcAft>
                <a:spcPts val="0"/>
              </a:spcAft>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Database:</a:t>
            </a:r>
            <a:r>
              <a:rPr lang="en-US" sz="2500" dirty="0">
                <a:latin typeface="Times New Roman" panose="02020603050405020304" pitchFamily="18" charset="0"/>
                <a:cs typeface="Times New Roman" panose="02020603050405020304" pitchFamily="18" charset="0"/>
              </a:rPr>
              <a:t> MSSQL,</a:t>
            </a:r>
          </a:p>
          <a:p>
            <a:pPr marL="342900" indent="-342900">
              <a:lnSpc>
                <a:spcPct val="120000"/>
              </a:lnSpc>
              <a:spcBef>
                <a:spcPts val="0"/>
              </a:spcBef>
              <a:spcAft>
                <a:spcPts val="0"/>
              </a:spcAft>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Server:</a:t>
            </a:r>
            <a:r>
              <a:rPr lang="en-US" sz="2500" dirty="0">
                <a:latin typeface="Times New Roman" panose="02020603050405020304" pitchFamily="18" charset="0"/>
                <a:cs typeface="Times New Roman" panose="02020603050405020304" pitchFamily="18" charset="0"/>
              </a:rPr>
              <a:t> IIS,</a:t>
            </a:r>
          </a:p>
          <a:p>
            <a:pPr marL="342900" indent="-342900">
              <a:lnSpc>
                <a:spcPct val="120000"/>
              </a:lnSpc>
              <a:spcBef>
                <a:spcPts val="0"/>
              </a:spcBef>
              <a:spcAft>
                <a:spcPts val="0"/>
              </a:spcAft>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API: </a:t>
            </a:r>
            <a:r>
              <a:rPr lang="en-US" sz="2500" dirty="0">
                <a:latin typeface="Times New Roman" panose="02020603050405020304" pitchFamily="18" charset="0"/>
                <a:cs typeface="Times New Roman" panose="02020603050405020304" pitchFamily="18" charset="0"/>
              </a:rPr>
              <a:t>SMS/Email integration,</a:t>
            </a:r>
          </a:p>
          <a:p>
            <a:pPr marL="342900" indent="-342900">
              <a:lnSpc>
                <a:spcPct val="120000"/>
              </a:lnSpc>
              <a:spcBef>
                <a:spcPts val="0"/>
              </a:spcBef>
              <a:spcAft>
                <a:spcPts val="0"/>
              </a:spcAft>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Tools:</a:t>
            </a:r>
            <a:r>
              <a:rPr lang="en-US" sz="2500" dirty="0">
                <a:latin typeface="Times New Roman" panose="02020603050405020304" pitchFamily="18" charset="0"/>
                <a:cs typeface="Times New Roman" panose="02020603050405020304" pitchFamily="18" charset="0"/>
              </a:rPr>
              <a:t> MSSQL Server Management Studio, Tortoise </a:t>
            </a:r>
            <a:r>
              <a:rPr lang="en-US" sz="2500" dirty="0" err="1">
                <a:latin typeface="Times New Roman" panose="02020603050405020304" pitchFamily="18" charset="0"/>
                <a:cs typeface="Times New Roman" panose="02020603050405020304" pitchFamily="18" charset="0"/>
              </a:rPr>
              <a:t>git</a:t>
            </a:r>
            <a:r>
              <a:rPr lang="en-US" sz="2500" dirty="0">
                <a:latin typeface="Times New Roman" panose="02020603050405020304" pitchFamily="18" charset="0"/>
                <a:cs typeface="Times New Roman" panose="02020603050405020304" pitchFamily="18" charset="0"/>
              </a:rPr>
              <a:t> client,</a:t>
            </a:r>
          </a:p>
          <a:p>
            <a:pPr marL="342900" indent="-342900">
              <a:lnSpc>
                <a:spcPct val="120000"/>
              </a:lnSpc>
              <a:spcBef>
                <a:spcPts val="0"/>
              </a:spcBef>
              <a:spcAft>
                <a:spcPts val="0"/>
              </a:spcAft>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IDE:</a:t>
            </a:r>
            <a:r>
              <a:rPr lang="en-US" sz="2500" dirty="0">
                <a:latin typeface="Times New Roman" panose="02020603050405020304" pitchFamily="18" charset="0"/>
                <a:cs typeface="Times New Roman" panose="02020603050405020304" pitchFamily="18" charset="0"/>
              </a:rPr>
              <a:t> Visual Studio 2022,</a:t>
            </a:r>
          </a:p>
          <a:p>
            <a:pPr marL="342900" indent="-342900">
              <a:lnSpc>
                <a:spcPct val="120000"/>
              </a:lnSpc>
              <a:spcBef>
                <a:spcPts val="0"/>
              </a:spcBef>
              <a:spcAft>
                <a:spcPts val="0"/>
              </a:spcAft>
              <a:buFont typeface="Arial" panose="020B0604020202020204" pitchFamily="34" charset="0"/>
              <a:buChar char="•"/>
            </a:pPr>
            <a:r>
              <a:rPr lang="en-US" sz="2500" b="1" dirty="0">
                <a:latin typeface="Times New Roman" panose="02020603050405020304" pitchFamily="18" charset="0"/>
                <a:cs typeface="Times New Roman" panose="02020603050405020304" pitchFamily="18" charset="0"/>
              </a:rPr>
              <a:t>Version Control: </a:t>
            </a:r>
            <a:r>
              <a:rPr lang="en-US" sz="2500" dirty="0" err="1">
                <a:latin typeface="Times New Roman" panose="02020603050405020304" pitchFamily="18" charset="0"/>
                <a:cs typeface="Times New Roman" panose="02020603050405020304" pitchFamily="18" charset="0"/>
              </a:rPr>
              <a:t>github</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git</a:t>
            </a:r>
            <a:r>
              <a:rPr lang="en-US" sz="2500" dirty="0">
                <a:latin typeface="Times New Roman" panose="02020603050405020304" pitchFamily="18" charset="0"/>
                <a:cs typeface="Times New Roman" panose="02020603050405020304" pitchFamily="18" charset="0"/>
              </a:rPr>
              <a:t>.</a:t>
            </a:r>
            <a:endParaRPr lang="en-US" sz="2500" b="1" dirty="0">
              <a:latin typeface="Times New Roman" panose="02020603050405020304" pitchFamily="18" charset="0"/>
              <a:cs typeface="Times New Roman" panose="02020603050405020304" pitchFamily="18" charset="0"/>
            </a:endParaRPr>
          </a:p>
        </p:txBody>
      </p:sp>
    </p:spTree>
  </p:cSld>
  <p:clrMapOvr>
    <a:masterClrMapping/>
  </p:clrMapOvr>
  <p:transition advClick="0">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066800" y="1447800"/>
            <a:ext cx="7696200" cy="5257800"/>
          </a:xfrm>
        </p:spPr>
        <p:txBody>
          <a:bodyPr vert="horz" wrap="square" lIns="91440" tIns="45720" rIns="91440" bIns="45720" numCol="1" anchor="t" anchorCtr="0" compatLnSpc="1">
            <a:normAutofit/>
          </a:bodyPr>
          <a:lstStyle/>
          <a:p>
            <a:pPr marL="0" marR="0" lvl="0" indent="0" algn="l" defTabSz="914400" rtl="0" eaLnBrk="0" fontAlgn="base" latinLnBrk="0" hangingPunct="0">
              <a:lnSpc>
                <a:spcPct val="100000"/>
              </a:lnSpc>
              <a:spcBef>
                <a:spcPts val="700"/>
              </a:spcBef>
              <a:spcAft>
                <a:spcPct val="0"/>
              </a:spcAft>
              <a:buClr>
                <a:schemeClr val="accent2"/>
              </a:buClr>
              <a:buSzPct val="60000"/>
              <a:buFont typeface="Wingdings" panose="05000000000000000000" pitchFamily="2" charset="2"/>
              <a:buNone/>
              <a:defRPr/>
            </a:pPr>
            <a:endParaRPr kumimoji="0" lang="en-US" sz="2800" b="1" i="0" u="none" strike="noStrike" kern="1200" cap="none" spc="0" normalizeH="0" baseline="0" noProof="0" dirty="0">
              <a:ln>
                <a:noFill/>
              </a:ln>
              <a:solidFill>
                <a:schemeClr val="bg2">
                  <a:lumMod val="25000"/>
                </a:schemeClr>
              </a:solidFill>
              <a:effectLst/>
              <a:uLnTx/>
              <a:uFillTx/>
              <a:latin typeface="Garamond" panose="02020404030301010803" pitchFamily="18" charset="0"/>
              <a:ea typeface="+mn-ea"/>
              <a:cs typeface="+mn-cs"/>
            </a:endParaRPr>
          </a:p>
          <a:p>
            <a:pPr marL="640080" marR="0" lvl="1" indent="-273050" algn="l" defTabSz="914400" rtl="0" eaLnBrk="0" fontAlgn="base" latinLnBrk="0" hangingPunct="0">
              <a:lnSpc>
                <a:spcPct val="100000"/>
              </a:lnSpc>
              <a:spcBef>
                <a:spcPts val="550"/>
              </a:spcBef>
              <a:spcAft>
                <a:spcPct val="0"/>
              </a:spcAft>
              <a:buClr>
                <a:schemeClr val="accent1"/>
              </a:buClr>
              <a:buSzPct val="70000"/>
              <a:buFont typeface="Wingdings" panose="05000000000000000000" pitchFamily="2" charset="2"/>
              <a:buChar char="Ø"/>
              <a:defRPr/>
            </a:pPr>
            <a:endParaRPr kumimoji="0" lang="en-US" sz="1800" b="0" i="0" u="none" strike="noStrike" kern="1200" cap="none" spc="0" normalizeH="0" baseline="0" noProof="0" dirty="0">
              <a:ln>
                <a:noFill/>
              </a:ln>
              <a:solidFill>
                <a:schemeClr val="tx1">
                  <a:tint val="75000"/>
                </a:schemeClr>
              </a:solidFill>
              <a:effectLst/>
              <a:uLnTx/>
              <a:uFillTx/>
              <a:latin typeface="Garamond" panose="02020404030301010803" pitchFamily="18" charset="0"/>
              <a:ea typeface="+mn-ea"/>
              <a:cs typeface="+mn-cs"/>
            </a:endParaRPr>
          </a:p>
          <a:p>
            <a:pPr marL="367030" marR="0" lvl="1" indent="0" algn="l" defTabSz="914400" rtl="0" eaLnBrk="0" fontAlgn="base" latinLnBrk="0" hangingPunct="0">
              <a:lnSpc>
                <a:spcPct val="100000"/>
              </a:lnSpc>
              <a:spcBef>
                <a:spcPts val="550"/>
              </a:spcBef>
              <a:spcAft>
                <a:spcPct val="0"/>
              </a:spcAft>
              <a:buClr>
                <a:schemeClr val="accent1"/>
              </a:buClr>
              <a:buSzPct val="70000"/>
              <a:buFont typeface="Wingdings" panose="05000000000000000000" pitchFamily="2" charset="2"/>
              <a:defRPr/>
            </a:pPr>
            <a:endParaRPr kumimoji="0" lang="en-US" sz="1800" b="0" i="0" u="none" strike="noStrike" kern="1200" cap="none" spc="0" normalizeH="0" baseline="0" noProof="0" dirty="0">
              <a:ln>
                <a:noFill/>
              </a:ln>
              <a:solidFill>
                <a:schemeClr val="tx1">
                  <a:tint val="75000"/>
                </a:schemeClr>
              </a:solidFill>
              <a:effectLst/>
              <a:uLnTx/>
              <a:uFillTx/>
              <a:latin typeface="Garamond" panose="02020404030301010803" pitchFamily="18" charset="0"/>
              <a:ea typeface="+mn-ea"/>
              <a:cs typeface="+mn-cs"/>
            </a:endParaRPr>
          </a:p>
        </p:txBody>
      </p:sp>
      <p:sp>
        <p:nvSpPr>
          <p:cNvPr id="21507" name="Title 2"/>
          <p:cNvSpPr>
            <a:spLocks noGrp="1"/>
          </p:cNvSpPr>
          <p:nvPr>
            <p:ph type="title"/>
          </p:nvPr>
        </p:nvSpPr>
        <p:spPr>
          <a:xfrm>
            <a:off x="1066800" y="304800"/>
            <a:ext cx="7918450" cy="990600"/>
          </a:xfrm>
        </p:spPr>
        <p:txBody>
          <a:bodyPr vert="horz" wrap="square" lIns="91440" tIns="45720" rIns="91440" bIns="45720" anchor="ctr" anchorCtr="0"/>
          <a:lstStyle/>
          <a:p>
            <a:pPr marL="457200" indent="-457200"/>
            <a:r>
              <a:rPr lang="en-US" sz="4000" b="1" dirty="0">
                <a:latin typeface="Times New Roman" panose="02020603050405020304" pitchFamily="18" charset="0"/>
                <a:ea typeface="Times New Roman" panose="02020603050405020304" pitchFamily="18" charset="0"/>
                <a:sym typeface="+mn-ea"/>
              </a:rPr>
              <a:t>Working Process Flowchart</a:t>
            </a:r>
            <a:endParaRPr sz="4000" b="1" kern="1200" dirty="0">
              <a:solidFill>
                <a:srgbClr val="FFFFFF"/>
              </a:solidFill>
              <a:latin typeface="Times New Roman" panose="02020603050405020304" pitchFamily="18" charset="0"/>
              <a:ea typeface="Times New Roman" panose="02020603050405020304" pitchFamily="18" charset="0"/>
              <a:cs typeface="+mj-cs"/>
            </a:endParaRPr>
          </a:p>
        </p:txBody>
      </p:sp>
      <p:sp>
        <p:nvSpPr>
          <p:cNvPr id="21508"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US" sz="2400" b="1" dirty="0">
                <a:solidFill>
                  <a:srgbClr val="FFFFFF"/>
                </a:solidFill>
              </a:rPr>
              <a:t>8</a:t>
            </a:r>
            <a:endParaRPr sz="2400" b="1" dirty="0">
              <a:solidFill>
                <a:srgbClr val="FFFFFF"/>
              </a:solidFill>
            </a:endParaRPr>
          </a:p>
        </p:txBody>
      </p:sp>
      <p:sp>
        <p:nvSpPr>
          <p:cNvPr id="21509" name="Rectangle 8"/>
          <p:cNvSpPr/>
          <p:nvPr/>
        </p:nvSpPr>
        <p:spPr>
          <a:xfrm>
            <a:off x="0" y="0"/>
            <a:ext cx="9144000" cy="0"/>
          </a:xfrm>
          <a:prstGeom prst="rect">
            <a:avLst/>
          </a:prstGeom>
          <a:noFill/>
          <a:ln w="9525">
            <a:noFill/>
          </a:ln>
        </p:spPr>
        <p:txBody>
          <a:bodyPr wrap="none" anchor="ctr" anchorCtr="0">
            <a:spAutoFit/>
          </a:bodyPr>
          <a:lstStyle/>
          <a:p>
            <a:endParaRPr dirty="0">
              <a:latin typeface="Arial" panose="020B0604020202020204" pitchFamily="34" charset="0"/>
            </a:endParaRPr>
          </a:p>
        </p:txBody>
      </p:sp>
      <p:sp>
        <p:nvSpPr>
          <p:cNvPr id="63" name="Oval 62"/>
          <p:cNvSpPr/>
          <p:nvPr/>
        </p:nvSpPr>
        <p:spPr>
          <a:xfrm>
            <a:off x="3371850" y="1428750"/>
            <a:ext cx="962025" cy="485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Start</a:t>
            </a:r>
          </a:p>
        </p:txBody>
      </p:sp>
      <p:sp>
        <p:nvSpPr>
          <p:cNvPr id="64" name="Diamond 63"/>
          <p:cNvSpPr/>
          <p:nvPr/>
        </p:nvSpPr>
        <p:spPr>
          <a:xfrm>
            <a:off x="3190875" y="2200275"/>
            <a:ext cx="1323975" cy="8382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Already logged in?</a:t>
            </a:r>
          </a:p>
        </p:txBody>
      </p:sp>
      <p:cxnSp>
        <p:nvCxnSpPr>
          <p:cNvPr id="66" name="Straight Arrow Connector 65"/>
          <p:cNvCxnSpPr>
            <a:stCxn id="63" idx="4"/>
            <a:endCxn id="64" idx="0"/>
          </p:cNvCxnSpPr>
          <p:nvPr/>
        </p:nvCxnSpPr>
        <p:spPr>
          <a:xfrm rot="5400000">
            <a:off x="3709988" y="2057400"/>
            <a:ext cx="28575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8" name="Flowchart: Display 67"/>
          <p:cNvSpPr/>
          <p:nvPr/>
        </p:nvSpPr>
        <p:spPr>
          <a:xfrm>
            <a:off x="1114425" y="2314575"/>
            <a:ext cx="1371599" cy="609599"/>
          </a:xfrm>
          <a:prstGeom prst="flowChartDispla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Display home page</a:t>
            </a:r>
          </a:p>
        </p:txBody>
      </p:sp>
      <p:sp>
        <p:nvSpPr>
          <p:cNvPr id="69" name="Flowchart: Display 68"/>
          <p:cNvSpPr/>
          <p:nvPr/>
        </p:nvSpPr>
        <p:spPr>
          <a:xfrm>
            <a:off x="3543300" y="3629025"/>
            <a:ext cx="1371599" cy="609599"/>
          </a:xfrm>
          <a:prstGeom prst="flowChartDispla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Display Staff dashboard</a:t>
            </a:r>
          </a:p>
        </p:txBody>
      </p:sp>
      <p:sp>
        <p:nvSpPr>
          <p:cNvPr id="70" name="Flowchart: Display 69"/>
          <p:cNvSpPr/>
          <p:nvPr/>
        </p:nvSpPr>
        <p:spPr>
          <a:xfrm>
            <a:off x="7067550" y="2562225"/>
            <a:ext cx="1371599" cy="609599"/>
          </a:xfrm>
          <a:prstGeom prst="flowChartDispla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Display Student Info details</a:t>
            </a:r>
          </a:p>
        </p:txBody>
      </p:sp>
      <p:sp>
        <p:nvSpPr>
          <p:cNvPr id="71" name="Oval 70"/>
          <p:cNvSpPr/>
          <p:nvPr/>
        </p:nvSpPr>
        <p:spPr>
          <a:xfrm>
            <a:off x="3105150" y="6095999"/>
            <a:ext cx="1066800" cy="5619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end</a:t>
            </a:r>
            <a:endParaRPr lang="en-US" dirty="0"/>
          </a:p>
        </p:txBody>
      </p:sp>
      <p:cxnSp>
        <p:nvCxnSpPr>
          <p:cNvPr id="74" name="Straight Arrow Connector 73"/>
          <p:cNvCxnSpPr>
            <a:stCxn id="64" idx="1"/>
            <a:endCxn id="68" idx="3"/>
          </p:cNvCxnSpPr>
          <p:nvPr/>
        </p:nvCxnSpPr>
        <p:spPr>
          <a:xfrm rot="10800000">
            <a:off x="2486025" y="2619375"/>
            <a:ext cx="704851"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6" name="Shape 75"/>
          <p:cNvCxnSpPr>
            <a:stCxn id="84" idx="2"/>
            <a:endCxn id="69" idx="0"/>
          </p:cNvCxnSpPr>
          <p:nvPr/>
        </p:nvCxnSpPr>
        <p:spPr>
          <a:xfrm rot="5400000">
            <a:off x="4726782" y="2626518"/>
            <a:ext cx="504825" cy="15001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0" name="Elbow Connector 79"/>
          <p:cNvCxnSpPr>
            <a:stCxn id="84" idx="2"/>
            <a:endCxn id="70" idx="0"/>
          </p:cNvCxnSpPr>
          <p:nvPr/>
        </p:nvCxnSpPr>
        <p:spPr>
          <a:xfrm rot="5400000" flipH="1" flipV="1">
            <a:off x="6460331" y="1831182"/>
            <a:ext cx="561975" cy="2024062"/>
          </a:xfrm>
          <a:prstGeom prst="bentConnector5">
            <a:avLst>
              <a:gd name="adj1" fmla="val -40678"/>
              <a:gd name="adj2" fmla="val 49412"/>
              <a:gd name="adj3" fmla="val 140678"/>
            </a:avLst>
          </a:prstGeom>
          <a:ln>
            <a:tailEnd type="arrow"/>
          </a:ln>
        </p:spPr>
        <p:style>
          <a:lnRef idx="1">
            <a:schemeClr val="accent1"/>
          </a:lnRef>
          <a:fillRef idx="0">
            <a:schemeClr val="accent1"/>
          </a:fillRef>
          <a:effectRef idx="0">
            <a:schemeClr val="accent1"/>
          </a:effectRef>
          <a:fontRef idx="minor">
            <a:schemeClr val="tx1"/>
          </a:fontRef>
        </p:style>
      </p:cxnSp>
      <p:sp>
        <p:nvSpPr>
          <p:cNvPr id="84" name="Diamond 83"/>
          <p:cNvSpPr/>
          <p:nvPr/>
        </p:nvSpPr>
        <p:spPr>
          <a:xfrm>
            <a:off x="5067300" y="2286000"/>
            <a:ext cx="1323975" cy="8382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t>Is Staff User?</a:t>
            </a:r>
          </a:p>
        </p:txBody>
      </p:sp>
      <p:cxnSp>
        <p:nvCxnSpPr>
          <p:cNvPr id="97" name="Shape 96"/>
          <p:cNvCxnSpPr>
            <a:stCxn id="64" idx="3"/>
            <a:endCxn id="84" idx="0"/>
          </p:cNvCxnSpPr>
          <p:nvPr/>
        </p:nvCxnSpPr>
        <p:spPr>
          <a:xfrm flipV="1">
            <a:off x="4514850" y="2286000"/>
            <a:ext cx="1214438" cy="333375"/>
          </a:xfrm>
          <a:prstGeom prst="bentConnector4">
            <a:avLst>
              <a:gd name="adj1" fmla="val 22745"/>
              <a:gd name="adj2" fmla="val 194286"/>
            </a:avLst>
          </a:prstGeom>
          <a:ln>
            <a:tailEnd type="arrow"/>
          </a:ln>
        </p:spPr>
        <p:style>
          <a:lnRef idx="1">
            <a:schemeClr val="accent1"/>
          </a:lnRef>
          <a:fillRef idx="0">
            <a:schemeClr val="accent1"/>
          </a:fillRef>
          <a:effectRef idx="0">
            <a:schemeClr val="accent1"/>
          </a:effectRef>
          <a:fontRef idx="minor">
            <a:schemeClr val="tx1"/>
          </a:fontRef>
        </p:style>
      </p:cxnSp>
      <p:sp>
        <p:nvSpPr>
          <p:cNvPr id="101" name="Rectangle 100"/>
          <p:cNvSpPr/>
          <p:nvPr/>
        </p:nvSpPr>
        <p:spPr>
          <a:xfrm>
            <a:off x="438150" y="4391025"/>
            <a:ext cx="1276350" cy="666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Allocate/De-allocate seat</a:t>
            </a:r>
          </a:p>
        </p:txBody>
      </p:sp>
      <p:sp>
        <p:nvSpPr>
          <p:cNvPr id="104" name="Rectangle 103"/>
          <p:cNvSpPr/>
          <p:nvPr/>
        </p:nvSpPr>
        <p:spPr>
          <a:xfrm>
            <a:off x="3343275" y="5095875"/>
            <a:ext cx="1333500" cy="666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Configuration/Setting Master data</a:t>
            </a:r>
          </a:p>
        </p:txBody>
      </p:sp>
      <p:sp>
        <p:nvSpPr>
          <p:cNvPr id="105" name="Rectangle 104"/>
          <p:cNvSpPr/>
          <p:nvPr/>
        </p:nvSpPr>
        <p:spPr>
          <a:xfrm>
            <a:off x="1714500" y="5257800"/>
            <a:ext cx="1276350" cy="666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Add/Update Staff</a:t>
            </a:r>
          </a:p>
        </p:txBody>
      </p:sp>
      <p:sp>
        <p:nvSpPr>
          <p:cNvPr id="106" name="Rectangle 105"/>
          <p:cNvSpPr/>
          <p:nvPr/>
        </p:nvSpPr>
        <p:spPr>
          <a:xfrm>
            <a:off x="266700" y="3276600"/>
            <a:ext cx="1276350" cy="666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Add/Update Student</a:t>
            </a:r>
          </a:p>
        </p:txBody>
      </p:sp>
      <p:sp>
        <p:nvSpPr>
          <p:cNvPr id="107" name="Rectangle 106"/>
          <p:cNvSpPr/>
          <p:nvPr/>
        </p:nvSpPr>
        <p:spPr>
          <a:xfrm>
            <a:off x="4962525" y="4581525"/>
            <a:ext cx="1276350" cy="666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Process User Credentials</a:t>
            </a:r>
          </a:p>
        </p:txBody>
      </p:sp>
      <p:sp>
        <p:nvSpPr>
          <p:cNvPr id="108" name="Rectangle 107"/>
          <p:cNvSpPr/>
          <p:nvPr/>
        </p:nvSpPr>
        <p:spPr>
          <a:xfrm>
            <a:off x="6057900" y="3619500"/>
            <a:ext cx="1323975" cy="742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Process Establishment Charge</a:t>
            </a:r>
          </a:p>
        </p:txBody>
      </p:sp>
      <p:cxnSp>
        <p:nvCxnSpPr>
          <p:cNvPr id="110" name="Curved Connector 109"/>
          <p:cNvCxnSpPr>
            <a:stCxn id="69" idx="3"/>
            <a:endCxn id="108" idx="1"/>
          </p:cNvCxnSpPr>
          <p:nvPr/>
        </p:nvCxnSpPr>
        <p:spPr>
          <a:xfrm>
            <a:off x="4914899" y="3933825"/>
            <a:ext cx="1143001" cy="5715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2" name="Curved Connector 111"/>
          <p:cNvCxnSpPr>
            <a:stCxn id="69" idx="1"/>
            <a:endCxn id="104" idx="0"/>
          </p:cNvCxnSpPr>
          <p:nvPr/>
        </p:nvCxnSpPr>
        <p:spPr>
          <a:xfrm rot="10800000" flipH="1" flipV="1">
            <a:off x="3543299" y="3933825"/>
            <a:ext cx="466725" cy="1162050"/>
          </a:xfrm>
          <a:prstGeom prst="curvedConnector4">
            <a:avLst>
              <a:gd name="adj1" fmla="val -48980"/>
              <a:gd name="adj2" fmla="val 63115"/>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4" name="Curved Connector 113"/>
          <p:cNvCxnSpPr>
            <a:stCxn id="69" idx="1"/>
            <a:endCxn id="106" idx="3"/>
          </p:cNvCxnSpPr>
          <p:nvPr/>
        </p:nvCxnSpPr>
        <p:spPr>
          <a:xfrm rot="10800000">
            <a:off x="1543050" y="3609975"/>
            <a:ext cx="2000250" cy="32385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7" name="Curved Connector 116"/>
          <p:cNvCxnSpPr>
            <a:stCxn id="69" idx="1"/>
            <a:endCxn id="101" idx="3"/>
          </p:cNvCxnSpPr>
          <p:nvPr/>
        </p:nvCxnSpPr>
        <p:spPr>
          <a:xfrm rot="10800000" flipV="1">
            <a:off x="1714500" y="3933824"/>
            <a:ext cx="1828800" cy="790575"/>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9" name="Curved Connector 118"/>
          <p:cNvCxnSpPr>
            <a:stCxn id="69" idx="1"/>
            <a:endCxn id="105" idx="3"/>
          </p:cNvCxnSpPr>
          <p:nvPr/>
        </p:nvCxnSpPr>
        <p:spPr>
          <a:xfrm rot="10800000" flipV="1">
            <a:off x="2990850" y="3933825"/>
            <a:ext cx="552450" cy="165735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1" name="Curved Connector 120"/>
          <p:cNvCxnSpPr>
            <a:stCxn id="69" idx="1"/>
            <a:endCxn id="107" idx="0"/>
          </p:cNvCxnSpPr>
          <p:nvPr/>
        </p:nvCxnSpPr>
        <p:spPr>
          <a:xfrm rot="10800000" flipH="1" flipV="1">
            <a:off x="3543300" y="3933825"/>
            <a:ext cx="2057400" cy="647700"/>
          </a:xfrm>
          <a:prstGeom prst="curvedConnector4">
            <a:avLst>
              <a:gd name="adj1" fmla="val -11111"/>
              <a:gd name="adj2" fmla="val 73529"/>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7" name="Curved Connector 156"/>
          <p:cNvCxnSpPr>
            <a:stCxn id="104" idx="2"/>
            <a:endCxn id="71" idx="1"/>
          </p:cNvCxnSpPr>
          <p:nvPr/>
        </p:nvCxnSpPr>
        <p:spPr>
          <a:xfrm rot="5400000">
            <a:off x="3427866" y="5596138"/>
            <a:ext cx="415673" cy="748646"/>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7" name="Curved Connector 196"/>
          <p:cNvCxnSpPr>
            <a:stCxn id="105" idx="2"/>
            <a:endCxn id="71" idx="2"/>
          </p:cNvCxnSpPr>
          <p:nvPr/>
        </p:nvCxnSpPr>
        <p:spPr>
          <a:xfrm rot="16200000" flipH="1">
            <a:off x="2502694" y="5774530"/>
            <a:ext cx="452437" cy="752475"/>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0" name="Shape 199"/>
          <p:cNvCxnSpPr>
            <a:stCxn id="101" idx="2"/>
            <a:endCxn id="71" idx="3"/>
          </p:cNvCxnSpPr>
          <p:nvPr/>
        </p:nvCxnSpPr>
        <p:spPr>
          <a:xfrm rot="16200000" flipH="1">
            <a:off x="1409902" y="4724198"/>
            <a:ext cx="1517900" cy="2185054"/>
          </a:xfrm>
          <a:prstGeom prst="curvedConnector3">
            <a:avLst>
              <a:gd name="adj1" fmla="val 10542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3" name="Shape 202"/>
          <p:cNvCxnSpPr>
            <a:stCxn id="106" idx="2"/>
            <a:endCxn id="71" idx="0"/>
          </p:cNvCxnSpPr>
          <p:nvPr/>
        </p:nvCxnSpPr>
        <p:spPr>
          <a:xfrm rot="16200000" flipH="1">
            <a:off x="1195388" y="3652836"/>
            <a:ext cx="2152649" cy="2733675"/>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0" name="Shape 209"/>
          <p:cNvCxnSpPr>
            <a:stCxn id="70" idx="2"/>
            <a:endCxn id="71" idx="6"/>
          </p:cNvCxnSpPr>
          <p:nvPr/>
        </p:nvCxnSpPr>
        <p:spPr>
          <a:xfrm rot="5400000">
            <a:off x="4360069" y="2983705"/>
            <a:ext cx="3205163" cy="35814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4" name="Curved Connector 213"/>
          <p:cNvCxnSpPr>
            <a:stCxn id="108" idx="2"/>
            <a:endCxn id="71" idx="6"/>
          </p:cNvCxnSpPr>
          <p:nvPr/>
        </p:nvCxnSpPr>
        <p:spPr>
          <a:xfrm rot="5400000">
            <a:off x="4438651" y="4095749"/>
            <a:ext cx="2014537" cy="2547938"/>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7" name="Shape 216"/>
          <p:cNvCxnSpPr>
            <a:stCxn id="107" idx="2"/>
            <a:endCxn id="71" idx="6"/>
          </p:cNvCxnSpPr>
          <p:nvPr/>
        </p:nvCxnSpPr>
        <p:spPr>
          <a:xfrm rot="5400000">
            <a:off x="4321969" y="5098256"/>
            <a:ext cx="1128712" cy="142875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advClick="0">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b="1" dirty="0">
                <a:solidFill>
                  <a:schemeClr val="bg1"/>
                </a:solidFill>
                <a:sym typeface="+mn-ea"/>
              </a:rPr>
              <a:t>Use case Diagram</a:t>
            </a:r>
            <a:endParaRPr lang="en-US" b="1" dirty="0">
              <a:solidFill>
                <a:schemeClr val="bg1"/>
              </a:solidFill>
              <a:sym typeface="+mn-ea"/>
            </a:endParaRP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9</a:t>
            </a:r>
          </a:p>
        </p:txBody>
      </p:sp>
      <p:sp>
        <p:nvSpPr>
          <p:cNvPr id="5" name="Rounded Rectangle 4"/>
          <p:cNvSpPr/>
          <p:nvPr/>
        </p:nvSpPr>
        <p:spPr>
          <a:xfrm>
            <a:off x="2717800" y="1562100"/>
            <a:ext cx="4610100" cy="5295900"/>
          </a:xfrm>
          <a:prstGeom prst="round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3987800" y="1587500"/>
            <a:ext cx="1866900" cy="30162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Student Entry</a:t>
            </a:r>
          </a:p>
        </p:txBody>
      </p:sp>
      <p:sp>
        <p:nvSpPr>
          <p:cNvPr id="22" name="Oval 21"/>
          <p:cNvSpPr/>
          <p:nvPr/>
        </p:nvSpPr>
        <p:spPr>
          <a:xfrm>
            <a:off x="3962400" y="1981200"/>
            <a:ext cx="1866900" cy="30162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Student Update</a:t>
            </a:r>
          </a:p>
        </p:txBody>
      </p:sp>
      <p:sp>
        <p:nvSpPr>
          <p:cNvPr id="23" name="Oval 22"/>
          <p:cNvSpPr/>
          <p:nvPr/>
        </p:nvSpPr>
        <p:spPr>
          <a:xfrm>
            <a:off x="3784600" y="2362200"/>
            <a:ext cx="2349500" cy="3175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Show Student Details</a:t>
            </a:r>
          </a:p>
        </p:txBody>
      </p:sp>
      <p:sp>
        <p:nvSpPr>
          <p:cNvPr id="24" name="Oval 23"/>
          <p:cNvSpPr/>
          <p:nvPr/>
        </p:nvSpPr>
        <p:spPr>
          <a:xfrm>
            <a:off x="4013200" y="2768600"/>
            <a:ext cx="1866900" cy="30162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Staff Entry</a:t>
            </a:r>
          </a:p>
        </p:txBody>
      </p:sp>
      <p:sp>
        <p:nvSpPr>
          <p:cNvPr id="25" name="Oval 24"/>
          <p:cNvSpPr/>
          <p:nvPr/>
        </p:nvSpPr>
        <p:spPr>
          <a:xfrm>
            <a:off x="4191000" y="3175000"/>
            <a:ext cx="1866900" cy="301624"/>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Staff Update</a:t>
            </a:r>
          </a:p>
        </p:txBody>
      </p:sp>
      <p:sp>
        <p:nvSpPr>
          <p:cNvPr id="26" name="Oval 25"/>
          <p:cNvSpPr/>
          <p:nvPr/>
        </p:nvSpPr>
        <p:spPr>
          <a:xfrm>
            <a:off x="3860800" y="3546122"/>
            <a:ext cx="2041922" cy="40357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Establishment charge Entry</a:t>
            </a:r>
          </a:p>
        </p:txBody>
      </p:sp>
      <p:sp>
        <p:nvSpPr>
          <p:cNvPr id="27" name="Oval 26"/>
          <p:cNvSpPr/>
          <p:nvPr/>
        </p:nvSpPr>
        <p:spPr>
          <a:xfrm>
            <a:off x="4114799" y="4004734"/>
            <a:ext cx="1995249" cy="40216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Establishment Charge Update</a:t>
            </a:r>
          </a:p>
        </p:txBody>
      </p:sp>
      <p:sp>
        <p:nvSpPr>
          <p:cNvPr id="28" name="Oval 27"/>
          <p:cNvSpPr/>
          <p:nvPr/>
        </p:nvSpPr>
        <p:spPr>
          <a:xfrm>
            <a:off x="4076700" y="4493919"/>
            <a:ext cx="2679700" cy="30668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User Credential Entry</a:t>
            </a:r>
          </a:p>
        </p:txBody>
      </p:sp>
      <p:sp>
        <p:nvSpPr>
          <p:cNvPr id="31" name="Oval 30"/>
          <p:cNvSpPr/>
          <p:nvPr/>
        </p:nvSpPr>
        <p:spPr>
          <a:xfrm>
            <a:off x="3911600" y="4876331"/>
            <a:ext cx="2997200" cy="33066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User Credential deactivate</a:t>
            </a:r>
          </a:p>
        </p:txBody>
      </p:sp>
      <p:cxnSp>
        <p:nvCxnSpPr>
          <p:cNvPr id="34" name="Straight Arrow Connector 33"/>
          <p:cNvCxnSpPr>
            <a:endCxn id="21" idx="2"/>
          </p:cNvCxnSpPr>
          <p:nvPr/>
        </p:nvCxnSpPr>
        <p:spPr>
          <a:xfrm flipV="1">
            <a:off x="682625" y="1738312"/>
            <a:ext cx="3305175" cy="12207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3077" idx="1"/>
            <a:endCxn id="23" idx="6"/>
          </p:cNvCxnSpPr>
          <p:nvPr/>
        </p:nvCxnSpPr>
        <p:spPr>
          <a:xfrm rot="10800000">
            <a:off x="6134101" y="2520950"/>
            <a:ext cx="2111375" cy="11620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endCxn id="23" idx="2"/>
          </p:cNvCxnSpPr>
          <p:nvPr/>
        </p:nvCxnSpPr>
        <p:spPr>
          <a:xfrm flipV="1">
            <a:off x="682625" y="2520950"/>
            <a:ext cx="3101975" cy="4381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24" idx="2"/>
          </p:cNvCxnSpPr>
          <p:nvPr/>
        </p:nvCxnSpPr>
        <p:spPr>
          <a:xfrm flipV="1">
            <a:off x="682625" y="2919412"/>
            <a:ext cx="3330575" cy="396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endCxn id="25" idx="2"/>
          </p:cNvCxnSpPr>
          <p:nvPr/>
        </p:nvCxnSpPr>
        <p:spPr>
          <a:xfrm>
            <a:off x="682625" y="2959100"/>
            <a:ext cx="3508375" cy="36671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endCxn id="26" idx="2"/>
          </p:cNvCxnSpPr>
          <p:nvPr/>
        </p:nvCxnSpPr>
        <p:spPr>
          <a:xfrm>
            <a:off x="682625" y="2959100"/>
            <a:ext cx="3178175" cy="78881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endCxn id="27" idx="2"/>
          </p:cNvCxnSpPr>
          <p:nvPr/>
        </p:nvCxnSpPr>
        <p:spPr>
          <a:xfrm>
            <a:off x="682625" y="2959100"/>
            <a:ext cx="3432174" cy="12467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endCxn id="28" idx="2"/>
          </p:cNvCxnSpPr>
          <p:nvPr/>
        </p:nvCxnSpPr>
        <p:spPr>
          <a:xfrm>
            <a:off x="682625" y="2959100"/>
            <a:ext cx="3394075" cy="168816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endCxn id="31" idx="2"/>
          </p:cNvCxnSpPr>
          <p:nvPr/>
        </p:nvCxnSpPr>
        <p:spPr>
          <a:xfrm>
            <a:off x="682625" y="2959100"/>
            <a:ext cx="3228975" cy="208256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3077" name="Picture 5"/>
          <p:cNvPicPr>
            <a:picLocks noChangeAspect="1" noChangeArrowheads="1"/>
          </p:cNvPicPr>
          <p:nvPr/>
        </p:nvPicPr>
        <p:blipFill>
          <a:blip r:embed="rId3"/>
          <a:srcRect/>
          <a:stretch>
            <a:fillRect/>
          </a:stretch>
        </p:blipFill>
        <p:spPr bwMode="auto">
          <a:xfrm>
            <a:off x="8245475" y="3435350"/>
            <a:ext cx="247650" cy="495300"/>
          </a:xfrm>
          <a:prstGeom prst="rect">
            <a:avLst/>
          </a:prstGeom>
          <a:noFill/>
          <a:ln w="9525">
            <a:noFill/>
            <a:miter lim="800000"/>
            <a:headEnd/>
            <a:tailEnd/>
          </a:ln>
          <a:effectLst/>
        </p:spPr>
      </p:pic>
      <p:sp>
        <p:nvSpPr>
          <p:cNvPr id="55" name="TextBox 54"/>
          <p:cNvSpPr txBox="1"/>
          <p:nvPr/>
        </p:nvSpPr>
        <p:spPr>
          <a:xfrm>
            <a:off x="8064500" y="3898900"/>
            <a:ext cx="649537" cy="253916"/>
          </a:xfrm>
          <a:prstGeom prst="rect">
            <a:avLst/>
          </a:prstGeom>
          <a:noFill/>
        </p:spPr>
        <p:txBody>
          <a:bodyPr wrap="none" rtlCol="0">
            <a:spAutoFit/>
          </a:bodyPr>
          <a:lstStyle/>
          <a:p>
            <a:r>
              <a:rPr lang="en-US" sz="1050" dirty="0"/>
              <a:t>Student</a:t>
            </a:r>
          </a:p>
        </p:txBody>
      </p:sp>
      <p:sp>
        <p:nvSpPr>
          <p:cNvPr id="76" name="Oval 75"/>
          <p:cNvSpPr/>
          <p:nvPr/>
        </p:nvSpPr>
        <p:spPr>
          <a:xfrm>
            <a:off x="4140200" y="5351874"/>
            <a:ext cx="1866900" cy="2234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User Login</a:t>
            </a:r>
          </a:p>
        </p:txBody>
      </p:sp>
      <p:sp>
        <p:nvSpPr>
          <p:cNvPr id="77" name="Oval 76"/>
          <p:cNvSpPr/>
          <p:nvPr/>
        </p:nvSpPr>
        <p:spPr>
          <a:xfrm>
            <a:off x="4216400" y="5677369"/>
            <a:ext cx="1866900" cy="21225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Password Reset</a:t>
            </a:r>
          </a:p>
        </p:txBody>
      </p:sp>
      <p:sp>
        <p:nvSpPr>
          <p:cNvPr id="78" name="Oval 77"/>
          <p:cNvSpPr/>
          <p:nvPr/>
        </p:nvSpPr>
        <p:spPr>
          <a:xfrm>
            <a:off x="4152900" y="6037674"/>
            <a:ext cx="1866900" cy="2234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Home page</a:t>
            </a:r>
          </a:p>
        </p:txBody>
      </p:sp>
      <p:sp>
        <p:nvSpPr>
          <p:cNvPr id="79" name="Oval 78"/>
          <p:cNvSpPr/>
          <p:nvPr/>
        </p:nvSpPr>
        <p:spPr>
          <a:xfrm>
            <a:off x="4343400" y="6367874"/>
            <a:ext cx="1866900" cy="22342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Dashboard</a:t>
            </a:r>
          </a:p>
        </p:txBody>
      </p:sp>
      <p:cxnSp>
        <p:nvCxnSpPr>
          <p:cNvPr id="130" name="Straight Arrow Connector 129"/>
          <p:cNvCxnSpPr>
            <a:endCxn id="76" idx="2"/>
          </p:cNvCxnSpPr>
          <p:nvPr/>
        </p:nvCxnSpPr>
        <p:spPr>
          <a:xfrm>
            <a:off x="682625" y="2959100"/>
            <a:ext cx="3457575" cy="25044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1" name="Straight Arrow Connector 130"/>
          <p:cNvCxnSpPr>
            <a:endCxn id="77" idx="2"/>
          </p:cNvCxnSpPr>
          <p:nvPr/>
        </p:nvCxnSpPr>
        <p:spPr>
          <a:xfrm>
            <a:off x="682625" y="2959100"/>
            <a:ext cx="3533775" cy="28243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2" name="Straight Arrow Connector 131"/>
          <p:cNvCxnSpPr>
            <a:endCxn id="78" idx="2"/>
          </p:cNvCxnSpPr>
          <p:nvPr/>
        </p:nvCxnSpPr>
        <p:spPr>
          <a:xfrm>
            <a:off x="682625" y="2959100"/>
            <a:ext cx="3470275" cy="31902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a:endCxn id="79" idx="2"/>
          </p:cNvCxnSpPr>
          <p:nvPr/>
        </p:nvCxnSpPr>
        <p:spPr>
          <a:xfrm>
            <a:off x="682625" y="2959100"/>
            <a:ext cx="3660775" cy="35204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5" name="Straight Arrow Connector 144"/>
          <p:cNvCxnSpPr>
            <a:stCxn id="3077" idx="1"/>
            <a:endCxn id="76" idx="6"/>
          </p:cNvCxnSpPr>
          <p:nvPr/>
        </p:nvCxnSpPr>
        <p:spPr>
          <a:xfrm rot="10800000" flipV="1">
            <a:off x="6007101" y="3682999"/>
            <a:ext cx="2238375" cy="1780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7" name="Straight Arrow Connector 146"/>
          <p:cNvCxnSpPr>
            <a:stCxn id="3077" idx="1"/>
            <a:endCxn id="77" idx="6"/>
          </p:cNvCxnSpPr>
          <p:nvPr/>
        </p:nvCxnSpPr>
        <p:spPr>
          <a:xfrm rot="10800000" flipV="1">
            <a:off x="6083301" y="3682999"/>
            <a:ext cx="2162175" cy="21004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3" name="Straight Arrow Connector 152"/>
          <p:cNvCxnSpPr>
            <a:stCxn id="3077" idx="1"/>
            <a:endCxn id="78" idx="6"/>
          </p:cNvCxnSpPr>
          <p:nvPr/>
        </p:nvCxnSpPr>
        <p:spPr>
          <a:xfrm rot="10800000" flipV="1">
            <a:off x="6019801" y="3682999"/>
            <a:ext cx="2225675" cy="24663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56" name="Picture 5"/>
          <p:cNvPicPr>
            <a:picLocks noChangeAspect="1" noChangeArrowheads="1"/>
          </p:cNvPicPr>
          <p:nvPr/>
        </p:nvPicPr>
        <p:blipFill>
          <a:blip r:embed="rId3"/>
          <a:srcRect/>
          <a:stretch>
            <a:fillRect/>
          </a:stretch>
        </p:blipFill>
        <p:spPr bwMode="auto">
          <a:xfrm>
            <a:off x="498475" y="2711450"/>
            <a:ext cx="247650" cy="495300"/>
          </a:xfrm>
          <a:prstGeom prst="rect">
            <a:avLst/>
          </a:prstGeom>
          <a:noFill/>
          <a:ln w="9525">
            <a:noFill/>
            <a:miter lim="800000"/>
            <a:headEnd/>
            <a:tailEnd/>
          </a:ln>
          <a:effectLst/>
        </p:spPr>
      </p:pic>
      <p:sp>
        <p:nvSpPr>
          <p:cNvPr id="158" name="TextBox 157"/>
          <p:cNvSpPr txBox="1"/>
          <p:nvPr/>
        </p:nvSpPr>
        <p:spPr>
          <a:xfrm>
            <a:off x="330200" y="3175000"/>
            <a:ext cx="567784" cy="253916"/>
          </a:xfrm>
          <a:prstGeom prst="rect">
            <a:avLst/>
          </a:prstGeom>
          <a:noFill/>
        </p:spPr>
        <p:txBody>
          <a:bodyPr wrap="none" rtlCol="0">
            <a:spAutoFit/>
          </a:bodyPr>
          <a:lstStyle/>
          <a:p>
            <a:r>
              <a:rPr lang="en-US" sz="1050" dirty="0"/>
              <a:t>Admin</a:t>
            </a:r>
          </a:p>
        </p:txBody>
      </p:sp>
      <p:cxnSp>
        <p:nvCxnSpPr>
          <p:cNvPr id="161" name="Straight Arrow Connector 160"/>
          <p:cNvCxnSpPr>
            <a:stCxn id="156" idx="3"/>
            <a:endCxn id="22" idx="2"/>
          </p:cNvCxnSpPr>
          <p:nvPr/>
        </p:nvCxnSpPr>
        <p:spPr>
          <a:xfrm flipV="1">
            <a:off x="746125" y="2132012"/>
            <a:ext cx="3216275" cy="8270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Times New Roman" panose="02020603050405020304" pitchFamily="18" charset="0"/>
                <a:sym typeface="+mn-ea"/>
              </a:rPr>
              <a:t>Entity Relationship Diagram</a:t>
            </a:r>
            <a:endParaRPr lang="en-US" sz="3600" dirty="0"/>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10</a:t>
            </a:r>
          </a:p>
        </p:txBody>
      </p:sp>
      <p:pic>
        <p:nvPicPr>
          <p:cNvPr id="1028" name="Picture 4" descr="C:\Users\Sharif\Desktop\er final.PNG"/>
          <p:cNvPicPr>
            <a:picLocks noChangeAspect="1" noChangeArrowheads="1"/>
          </p:cNvPicPr>
          <p:nvPr/>
        </p:nvPicPr>
        <p:blipFill>
          <a:blip r:embed="rId3"/>
          <a:srcRect/>
          <a:stretch>
            <a:fillRect/>
          </a:stretch>
        </p:blipFill>
        <p:spPr bwMode="auto">
          <a:xfrm>
            <a:off x="1" y="1546225"/>
            <a:ext cx="9144000" cy="5133975"/>
          </a:xfrm>
          <a:prstGeom prst="rect">
            <a:avLst/>
          </a:prstGeom>
          <a:noFill/>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Times New Roman" panose="02020603050405020304" pitchFamily="18" charset="0"/>
                <a:sym typeface="+mn-ea"/>
              </a:rPr>
              <a:t>Entity Relationship Diagram(contd.)</a:t>
            </a:r>
            <a:endParaRPr lang="en-US" sz="3600" dirty="0"/>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11</a:t>
            </a:r>
          </a:p>
        </p:txBody>
      </p:sp>
      <p:pic>
        <p:nvPicPr>
          <p:cNvPr id="2050" name="Picture 2" descr="C:\Users\Sharif\Desktop\er final2.PNG"/>
          <p:cNvPicPr>
            <a:picLocks noChangeAspect="1" noChangeArrowheads="1"/>
          </p:cNvPicPr>
          <p:nvPr/>
        </p:nvPicPr>
        <p:blipFill>
          <a:blip r:embed="rId3"/>
          <a:srcRect/>
          <a:stretch>
            <a:fillRect/>
          </a:stretch>
        </p:blipFill>
        <p:spPr bwMode="auto">
          <a:xfrm>
            <a:off x="160866" y="1589904"/>
            <a:ext cx="7755467" cy="4717763"/>
          </a:xfrm>
          <a:prstGeom prst="rect">
            <a:avLst/>
          </a:prstGeom>
          <a:noFill/>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Controller Files</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12</a:t>
            </a:r>
          </a:p>
        </p:txBody>
      </p:sp>
      <p:pic>
        <p:nvPicPr>
          <p:cNvPr id="19458" name="Picture 2"/>
          <p:cNvPicPr>
            <a:picLocks noChangeAspect="1" noChangeArrowheads="1"/>
          </p:cNvPicPr>
          <p:nvPr/>
        </p:nvPicPr>
        <p:blipFill>
          <a:blip r:embed="rId3"/>
          <a:srcRect/>
          <a:stretch>
            <a:fillRect/>
          </a:stretch>
        </p:blipFill>
        <p:spPr bwMode="auto">
          <a:xfrm>
            <a:off x="9720" y="2085750"/>
            <a:ext cx="9134280" cy="3618364"/>
          </a:xfrm>
          <a:prstGeom prst="rect">
            <a:avLst/>
          </a:prstGeom>
          <a:noFill/>
          <a:ln w="9525">
            <a:solidFill>
              <a:srgbClr val="FF0000"/>
            </a:solidFill>
            <a:miter lim="800000"/>
            <a:headEnd/>
            <a:tailEnd/>
          </a:ln>
          <a:effectLst/>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Model File</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13</a:t>
            </a:r>
          </a:p>
        </p:txBody>
      </p:sp>
      <p:pic>
        <p:nvPicPr>
          <p:cNvPr id="20482" name="Picture 2"/>
          <p:cNvPicPr>
            <a:picLocks noChangeAspect="1" noChangeArrowheads="1"/>
          </p:cNvPicPr>
          <p:nvPr/>
        </p:nvPicPr>
        <p:blipFill>
          <a:blip r:embed="rId3"/>
          <a:srcRect/>
          <a:stretch>
            <a:fillRect/>
          </a:stretch>
        </p:blipFill>
        <p:spPr bwMode="auto">
          <a:xfrm>
            <a:off x="261261" y="1607459"/>
            <a:ext cx="4031545" cy="5134429"/>
          </a:xfrm>
          <a:prstGeom prst="rect">
            <a:avLst/>
          </a:prstGeom>
          <a:noFill/>
          <a:ln w="9525">
            <a:solidFill>
              <a:srgbClr val="FF0000"/>
            </a:solidFill>
            <a:miter lim="800000"/>
            <a:headEnd/>
            <a:tailEnd/>
          </a:ln>
          <a:effectLst/>
        </p:spPr>
      </p:pic>
      <p:sp>
        <p:nvSpPr>
          <p:cNvPr id="6" name="TextBox 5"/>
          <p:cNvSpPr txBox="1"/>
          <p:nvPr/>
        </p:nvSpPr>
        <p:spPr>
          <a:xfrm>
            <a:off x="4557488" y="2061027"/>
            <a:ext cx="4310743" cy="4247317"/>
          </a:xfrm>
          <a:prstGeom prst="rect">
            <a:avLst/>
          </a:prstGeom>
          <a:solidFill>
            <a:srgbClr val="33CCCC"/>
          </a:solidFill>
        </p:spPr>
        <p:txBody>
          <a:bodyPr wrap="square" rtlCol="0">
            <a:spAutoFit/>
          </a:bodyPr>
          <a:lstStyle/>
          <a:p>
            <a:r>
              <a:rPr lang="en-US" dirty="0"/>
              <a:t>Auto generated model from DB using commands:</a:t>
            </a:r>
          </a:p>
          <a:p>
            <a:r>
              <a:rPr lang="en-US" dirty="0"/>
              <a:t>1. </a:t>
            </a:r>
            <a:r>
              <a:rPr lang="en-US" dirty="0" err="1"/>
              <a:t>cd</a:t>
            </a:r>
            <a:r>
              <a:rPr lang="en-US" dirty="0"/>
              <a:t> "D:\CFormManagementSystem\CFormManagement.Model"</a:t>
            </a:r>
          </a:p>
          <a:p>
            <a:endParaRPr lang="en-US" dirty="0"/>
          </a:p>
          <a:p>
            <a:r>
              <a:rPr lang="en-US" dirty="0"/>
              <a:t>2. </a:t>
            </a:r>
            <a:r>
              <a:rPr lang="en-US" dirty="0" err="1"/>
              <a:t>dotnet</a:t>
            </a:r>
            <a:r>
              <a:rPr lang="en-US" dirty="0"/>
              <a:t> </a:t>
            </a:r>
            <a:r>
              <a:rPr lang="en-US" dirty="0" err="1"/>
              <a:t>ef</a:t>
            </a:r>
            <a:r>
              <a:rPr lang="en-US" dirty="0"/>
              <a:t> </a:t>
            </a:r>
            <a:r>
              <a:rPr lang="en-US" dirty="0" err="1"/>
              <a:t>dbcontext</a:t>
            </a:r>
            <a:r>
              <a:rPr lang="en-US" dirty="0"/>
              <a:t> scaffold "Server=SHARIF-PC\MSSQLSERVER2019;User Id=</a:t>
            </a:r>
            <a:r>
              <a:rPr lang="en-US" dirty="0" err="1"/>
              <a:t>bangamatahalldev;Password</a:t>
            </a:r>
            <a:r>
              <a:rPr lang="en-US" dirty="0"/>
              <a:t>=</a:t>
            </a:r>
            <a:r>
              <a:rPr lang="en-US" dirty="0" err="1"/>
              <a:t>bangamatahalldev;Database</a:t>
            </a:r>
            <a:r>
              <a:rPr lang="en-US" dirty="0"/>
              <a:t>=</a:t>
            </a:r>
            <a:r>
              <a:rPr lang="en-US" dirty="0" err="1"/>
              <a:t>BangamataHall;Encrypt</a:t>
            </a:r>
            <a:r>
              <a:rPr lang="en-US" dirty="0"/>
              <a:t>=</a:t>
            </a:r>
            <a:r>
              <a:rPr lang="en-US" dirty="0" err="1"/>
              <a:t>false;TrustServerCertificate</a:t>
            </a:r>
            <a:r>
              <a:rPr lang="en-US" dirty="0"/>
              <a:t>=</a:t>
            </a:r>
            <a:r>
              <a:rPr lang="en-US" dirty="0" err="1"/>
              <a:t>True;Trusted_Connection</a:t>
            </a:r>
            <a:r>
              <a:rPr lang="en-US" dirty="0"/>
              <a:t>=True;" </a:t>
            </a:r>
            <a:r>
              <a:rPr lang="en-US" dirty="0" err="1"/>
              <a:t>Microsoft.EntityFrameworkCore.SqlServer</a:t>
            </a:r>
            <a:r>
              <a:rPr lang="en-US" dirty="0"/>
              <a:t> -o Entities -f</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View Files</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14</a:t>
            </a:r>
          </a:p>
        </p:txBody>
      </p:sp>
      <p:pic>
        <p:nvPicPr>
          <p:cNvPr id="21506" name="Picture 2"/>
          <p:cNvPicPr>
            <a:picLocks noChangeAspect="1" noChangeArrowheads="1"/>
          </p:cNvPicPr>
          <p:nvPr/>
        </p:nvPicPr>
        <p:blipFill>
          <a:blip r:embed="rId3"/>
          <a:srcRect/>
          <a:stretch>
            <a:fillRect/>
          </a:stretch>
        </p:blipFill>
        <p:spPr bwMode="auto">
          <a:xfrm>
            <a:off x="2807153" y="1652814"/>
            <a:ext cx="3361417" cy="5072318"/>
          </a:xfrm>
          <a:prstGeom prst="rect">
            <a:avLst/>
          </a:prstGeom>
          <a:noFill/>
          <a:ln w="9525">
            <a:solidFill>
              <a:srgbClr val="FF0000"/>
            </a:solidFill>
            <a:miter lim="800000"/>
            <a:headEnd/>
            <a:tailEnd/>
          </a:ln>
          <a:effectLst/>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7315" y="1905000"/>
            <a:ext cx="8626487" cy="4565015"/>
          </a:xfrm>
        </p:spPr>
        <p:txBody>
          <a:bodyPr>
            <a:normAutofit fontScale="75000" lnSpcReduction="20000"/>
          </a:bodyPr>
          <a:lstStyle/>
          <a:p>
            <a:pPr marL="342900" indent="-342900">
              <a:buSzPct val="100000"/>
              <a:buFont typeface="Arial" panose="020B0604020202020204" pitchFamily="34" charset="0"/>
              <a:buChar char="•"/>
            </a:pPr>
            <a:r>
              <a:rPr lang="en-US" sz="2665" dirty="0">
                <a:solidFill>
                  <a:schemeClr val="tx1"/>
                </a:solidFill>
                <a:latin typeface="Times New Roman" panose="02020603050405020304" pitchFamily="18" charset="0"/>
                <a:cs typeface="Times New Roman" panose="02020603050405020304" pitchFamily="18" charset="0"/>
              </a:rPr>
              <a:t>Student Interface</a:t>
            </a:r>
            <a:endParaRPr lang="en-US" sz="2665" dirty="0" smtClean="0">
              <a:solidFill>
                <a:schemeClr val="tx1"/>
              </a:solidFill>
              <a:latin typeface="Times New Roman" panose="02020603050405020304" pitchFamily="18" charset="0"/>
              <a:cs typeface="Times New Roman" panose="02020603050405020304" pitchFamily="18" charset="0"/>
            </a:endParaRPr>
          </a:p>
          <a:p>
            <a:pPr marL="982980" lvl="1" indent="-342900">
              <a:buSzPct val="100000"/>
              <a:buFont typeface="Arial" panose="020B0604020202020204" pitchFamily="34" charset="0"/>
              <a:buChar char="•"/>
            </a:pPr>
            <a:r>
              <a:rPr lang="en-US" sz="2065" dirty="0" smtClean="0">
                <a:solidFill>
                  <a:schemeClr val="tx1"/>
                </a:solidFill>
                <a:latin typeface="Times New Roman" panose="02020603050405020304" pitchFamily="18" charset="0"/>
                <a:cs typeface="Times New Roman" panose="02020603050405020304" pitchFamily="18" charset="0"/>
              </a:rPr>
              <a:t>Entry/Update/Details/List</a:t>
            </a:r>
          </a:p>
          <a:p>
            <a:pPr marL="342900" indent="-342900">
              <a:buSzPct val="100000"/>
              <a:buFont typeface="Arial" panose="020B0604020202020204" pitchFamily="34" charset="0"/>
              <a:buChar char="•"/>
            </a:pPr>
            <a:r>
              <a:rPr lang="en-US" sz="2665" dirty="0" smtClean="0">
                <a:solidFill>
                  <a:schemeClr val="tx1"/>
                </a:solidFill>
                <a:latin typeface="Times New Roman" panose="02020603050405020304" pitchFamily="18" charset="0"/>
                <a:cs typeface="Times New Roman" panose="02020603050405020304" pitchFamily="18" charset="0"/>
              </a:rPr>
              <a:t>Room Seat Interface</a:t>
            </a:r>
          </a:p>
          <a:p>
            <a:pPr marL="982980" lvl="1" indent="-342900">
              <a:buSzPct val="100000"/>
              <a:buFont typeface="Arial" panose="020B0604020202020204" pitchFamily="34" charset="0"/>
              <a:buChar char="•"/>
            </a:pPr>
            <a:r>
              <a:rPr lang="en-US" sz="2065" dirty="0">
                <a:solidFill>
                  <a:schemeClr val="tx1"/>
                </a:solidFill>
                <a:latin typeface="Times New Roman" panose="02020603050405020304" pitchFamily="18" charset="0"/>
                <a:cs typeface="Times New Roman" panose="02020603050405020304" pitchFamily="18" charset="0"/>
              </a:rPr>
              <a:t>Entry/Update/Details/List</a:t>
            </a:r>
            <a:endParaRPr lang="en-US" sz="2065" dirty="0" smtClean="0">
              <a:solidFill>
                <a:schemeClr val="tx1"/>
              </a:solidFill>
              <a:latin typeface="Times New Roman" panose="02020603050405020304" pitchFamily="18" charset="0"/>
              <a:cs typeface="Times New Roman" panose="02020603050405020304" pitchFamily="18" charset="0"/>
            </a:endParaRPr>
          </a:p>
          <a:p>
            <a:pPr marL="342900" indent="-342900">
              <a:buSzPct val="100000"/>
              <a:buFont typeface="Arial" panose="020B0604020202020204" pitchFamily="34" charset="0"/>
              <a:buChar char="•"/>
            </a:pPr>
            <a:r>
              <a:rPr lang="en-US" sz="2665" dirty="0" smtClean="0">
                <a:solidFill>
                  <a:schemeClr val="tx1"/>
                </a:solidFill>
                <a:latin typeface="Times New Roman" panose="02020603050405020304" pitchFamily="18" charset="0"/>
                <a:cs typeface="Times New Roman" panose="02020603050405020304" pitchFamily="18" charset="0"/>
              </a:rPr>
              <a:t>Establishment </a:t>
            </a:r>
            <a:r>
              <a:rPr lang="en-US" sz="2665" dirty="0">
                <a:solidFill>
                  <a:schemeClr val="tx1"/>
                </a:solidFill>
                <a:latin typeface="Times New Roman" panose="02020603050405020304" pitchFamily="18" charset="0"/>
                <a:cs typeface="Times New Roman" panose="02020603050405020304" pitchFamily="18" charset="0"/>
              </a:rPr>
              <a:t>Charge Interface</a:t>
            </a:r>
            <a:endParaRPr lang="en-US" sz="2665" dirty="0" smtClean="0">
              <a:solidFill>
                <a:schemeClr val="tx1"/>
              </a:solidFill>
              <a:latin typeface="Times New Roman" panose="02020603050405020304" pitchFamily="18" charset="0"/>
              <a:cs typeface="Times New Roman" panose="02020603050405020304" pitchFamily="18" charset="0"/>
            </a:endParaRPr>
          </a:p>
          <a:p>
            <a:pPr marL="982980" lvl="1" indent="-342900">
              <a:buSzPct val="100000"/>
              <a:buFont typeface="Arial" panose="020B0604020202020204" pitchFamily="34" charset="0"/>
              <a:buChar char="•"/>
            </a:pPr>
            <a:r>
              <a:rPr lang="en-US" sz="2065" dirty="0" smtClean="0">
                <a:solidFill>
                  <a:schemeClr val="tx1"/>
                </a:solidFill>
                <a:latin typeface="Times New Roman" panose="02020603050405020304" pitchFamily="18" charset="0"/>
                <a:cs typeface="Times New Roman" panose="02020603050405020304" pitchFamily="18" charset="0"/>
              </a:rPr>
              <a:t>Entry/Update/Details/List</a:t>
            </a:r>
          </a:p>
          <a:p>
            <a:pPr marL="342900" indent="-342900">
              <a:buSzPct val="100000"/>
              <a:buFont typeface="Arial" panose="020B0604020202020204" pitchFamily="34" charset="0"/>
              <a:buChar char="•"/>
            </a:pPr>
            <a:r>
              <a:rPr lang="en-US" sz="2665" dirty="0" smtClean="0">
                <a:solidFill>
                  <a:schemeClr val="tx1"/>
                </a:solidFill>
                <a:latin typeface="Times New Roman" panose="02020603050405020304" pitchFamily="18" charset="0"/>
                <a:cs typeface="Times New Roman" panose="02020603050405020304" pitchFamily="18" charset="0"/>
              </a:rPr>
              <a:t>Staff Interface</a:t>
            </a:r>
          </a:p>
          <a:p>
            <a:pPr marL="982980" lvl="1" indent="-342900">
              <a:buSzPct val="100000"/>
              <a:buFont typeface="Arial" panose="020B0604020202020204" pitchFamily="34" charset="0"/>
              <a:buChar char="•"/>
            </a:pPr>
            <a:r>
              <a:rPr lang="en-US" sz="2065" dirty="0" smtClean="0">
                <a:solidFill>
                  <a:schemeClr val="tx1"/>
                </a:solidFill>
                <a:latin typeface="Times New Roman" panose="02020603050405020304" pitchFamily="18" charset="0"/>
                <a:cs typeface="Times New Roman" panose="02020603050405020304" pitchFamily="18" charset="0"/>
              </a:rPr>
              <a:t>Entry/Update/Details/List</a:t>
            </a:r>
          </a:p>
          <a:p>
            <a:pPr marL="342900" indent="-342900">
              <a:buSzPct val="100000"/>
              <a:buFont typeface="Arial" panose="020B0604020202020204" pitchFamily="34" charset="0"/>
              <a:buChar char="•"/>
            </a:pPr>
            <a:r>
              <a:rPr lang="en-US" sz="2665" dirty="0" smtClean="0">
                <a:solidFill>
                  <a:schemeClr val="tx1"/>
                </a:solidFill>
                <a:latin typeface="Times New Roman" panose="02020603050405020304" pitchFamily="18" charset="0"/>
                <a:cs typeface="Times New Roman" panose="02020603050405020304" pitchFamily="18" charset="0"/>
              </a:rPr>
              <a:t>User/Staff Credential Activate/Inactivate Interface</a:t>
            </a:r>
          </a:p>
          <a:p>
            <a:pPr marL="982980" lvl="1" indent="-342900">
              <a:buSzPct val="100000"/>
              <a:buFont typeface="Arial" panose="020B0604020202020204" pitchFamily="34" charset="0"/>
              <a:buChar char="•"/>
            </a:pPr>
            <a:r>
              <a:rPr lang="en-US" sz="2065" dirty="0" smtClean="0">
                <a:solidFill>
                  <a:schemeClr val="tx1"/>
                </a:solidFill>
                <a:latin typeface="Times New Roman" panose="02020603050405020304" pitchFamily="18" charset="0"/>
                <a:cs typeface="Times New Roman" panose="02020603050405020304" pitchFamily="18" charset="0"/>
              </a:rPr>
              <a:t>Entry/Update/Details/List</a:t>
            </a:r>
            <a:endParaRPr lang="en-US" sz="2065" dirty="0">
              <a:solidFill>
                <a:schemeClr val="tx1"/>
              </a:solidFill>
              <a:latin typeface="Times New Roman" panose="02020603050405020304" pitchFamily="18" charset="0"/>
              <a:cs typeface="Times New Roman" panose="02020603050405020304" pitchFamily="18" charset="0"/>
            </a:endParaRPr>
          </a:p>
          <a:p>
            <a:pPr marL="342900" indent="-342900">
              <a:buSzPct val="100000"/>
              <a:buFont typeface="Arial" panose="020B0604020202020204" pitchFamily="34" charset="0"/>
              <a:buChar char="•"/>
            </a:pPr>
            <a:r>
              <a:rPr lang="en-US" sz="2665" dirty="0">
                <a:solidFill>
                  <a:schemeClr val="tx1"/>
                </a:solidFill>
                <a:latin typeface="Times New Roman" panose="02020603050405020304" pitchFamily="18" charset="0"/>
                <a:cs typeface="Times New Roman" panose="02020603050405020304" pitchFamily="18" charset="0"/>
              </a:rPr>
              <a:t>User </a:t>
            </a:r>
            <a:r>
              <a:rPr lang="en-US" sz="2665" dirty="0" smtClean="0">
                <a:solidFill>
                  <a:schemeClr val="tx1"/>
                </a:solidFill>
                <a:latin typeface="Times New Roman" panose="02020603050405020304" pitchFamily="18" charset="0"/>
                <a:cs typeface="Times New Roman" panose="02020603050405020304" pitchFamily="18" charset="0"/>
              </a:rPr>
              <a:t>Dashboard</a:t>
            </a:r>
          </a:p>
          <a:p>
            <a:pPr marL="342900" indent="-342900">
              <a:buSzPct val="100000"/>
              <a:buFont typeface="Arial" panose="020B0604020202020204" pitchFamily="34" charset="0"/>
              <a:buChar char="•"/>
            </a:pPr>
            <a:r>
              <a:rPr lang="en-US" sz="2665" dirty="0" smtClean="0">
                <a:solidFill>
                  <a:schemeClr val="tx1"/>
                </a:solidFill>
                <a:latin typeface="Times New Roman" panose="02020603050405020304" pitchFamily="18" charset="0"/>
                <a:cs typeface="Times New Roman" panose="02020603050405020304" pitchFamily="18" charset="0"/>
              </a:rPr>
              <a:t>User Login</a:t>
            </a:r>
          </a:p>
          <a:p>
            <a:pPr marL="342900" indent="-342900">
              <a:buSzPct val="100000"/>
              <a:buFont typeface="Arial" panose="020B0604020202020204" pitchFamily="34" charset="0"/>
              <a:buChar char="•"/>
            </a:pPr>
            <a:r>
              <a:rPr lang="en-US" sz="2665" dirty="0" smtClean="0">
                <a:solidFill>
                  <a:schemeClr val="tx1"/>
                </a:solidFill>
                <a:latin typeface="Times New Roman" panose="02020603050405020304" pitchFamily="18" charset="0"/>
                <a:cs typeface="Times New Roman" panose="02020603050405020304" pitchFamily="18" charset="0"/>
              </a:rPr>
              <a:t>Password Reset</a:t>
            </a:r>
          </a:p>
          <a:p>
            <a:pPr marL="342900" indent="-342900">
              <a:buSzPct val="100000"/>
              <a:buFont typeface="Arial" panose="020B0604020202020204" pitchFamily="34" charset="0"/>
              <a:buChar char="•"/>
            </a:pPr>
            <a:r>
              <a:rPr lang="en-US" sz="2665" dirty="0" smtClean="0">
                <a:solidFill>
                  <a:schemeClr val="tx1"/>
                </a:solidFill>
                <a:latin typeface="Times New Roman" panose="02020603050405020304" pitchFamily="18" charset="0"/>
                <a:cs typeface="Times New Roman" panose="02020603050405020304" pitchFamily="18" charset="0"/>
              </a:rPr>
              <a:t>Master/Configuration </a:t>
            </a:r>
            <a:r>
              <a:rPr lang="en-US" sz="2665" dirty="0">
                <a:solidFill>
                  <a:schemeClr val="tx1"/>
                </a:solidFill>
                <a:latin typeface="Times New Roman" panose="02020603050405020304" pitchFamily="18" charset="0"/>
                <a:cs typeface="Times New Roman" panose="02020603050405020304" pitchFamily="18" charset="0"/>
              </a:rPr>
              <a:t>Data Interface</a:t>
            </a:r>
          </a:p>
          <a:p>
            <a:pPr marL="982980" lvl="1" indent="-342900">
              <a:buSzPct val="100000"/>
              <a:buFont typeface="Arial" panose="020B0604020202020204" pitchFamily="34" charset="0"/>
              <a:buChar char="•"/>
            </a:pPr>
            <a:r>
              <a:rPr lang="en-US" sz="2065" dirty="0" smtClean="0">
                <a:solidFill>
                  <a:schemeClr val="tx1"/>
                </a:solidFill>
                <a:latin typeface="Times New Roman" panose="02020603050405020304" pitchFamily="18" charset="0"/>
                <a:cs typeface="Times New Roman" panose="02020603050405020304" pitchFamily="18" charset="0"/>
              </a:rPr>
              <a:t>Entry/Update/Details/List</a:t>
            </a:r>
            <a:endParaRPr lang="en-US" sz="2065" dirty="0">
              <a:solidFill>
                <a:schemeClr val="tx1"/>
              </a:solidFill>
              <a:latin typeface="Times New Roman" panose="02020603050405020304" pitchFamily="18" charset="0"/>
              <a:cs typeface="Times New Roman" panose="02020603050405020304" pitchFamily="18" charset="0"/>
            </a:endParaRPr>
          </a:p>
        </p:txBody>
      </p:sp>
      <p:sp>
        <p:nvSpPr>
          <p:cNvPr id="5" name="Title 4"/>
          <p:cNvSpPr>
            <a:spLocks noGrp="1"/>
          </p:cNvSpPr>
          <p:nvPr>
            <p:ph type="title"/>
          </p:nvPr>
        </p:nvSpPr>
        <p:spPr/>
        <p:txBody>
          <a:bodyPr/>
          <a:lstStyle/>
          <a:p>
            <a:r>
              <a:rPr lang="en-US"/>
              <a:t>GUI - Graphical User Interface</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15</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Home page</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16</a:t>
            </a:r>
          </a:p>
        </p:txBody>
      </p:sp>
      <p:pic>
        <p:nvPicPr>
          <p:cNvPr id="1027" name="Picture 3"/>
          <p:cNvPicPr>
            <a:picLocks noChangeAspect="1" noChangeArrowheads="1"/>
          </p:cNvPicPr>
          <p:nvPr/>
        </p:nvPicPr>
        <p:blipFill>
          <a:blip r:embed="rId3"/>
          <a:srcRect/>
          <a:stretch>
            <a:fillRect/>
          </a:stretch>
        </p:blipFill>
        <p:spPr bwMode="auto">
          <a:xfrm>
            <a:off x="2627086" y="1799770"/>
            <a:ext cx="6431456" cy="40567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00" name="Text Box 99"/>
          <p:cNvSpPr txBox="1"/>
          <p:nvPr/>
        </p:nvSpPr>
        <p:spPr>
          <a:xfrm>
            <a:off x="72570" y="1693488"/>
            <a:ext cx="2467429" cy="5016758"/>
          </a:xfrm>
          <a:prstGeom prst="rect">
            <a:avLst/>
          </a:prstGeom>
          <a:solidFill>
            <a:srgbClr val="33CCCC"/>
          </a:solidFill>
          <a:ln w="9525">
            <a:noFill/>
          </a:ln>
        </p:spPr>
        <p:txBody>
          <a:bodyPr wrap="square">
            <a:spAutoFit/>
          </a:bodyPr>
          <a:lstStyle/>
          <a:p>
            <a:pPr marL="265430" indent="-265430"/>
            <a:r>
              <a:rPr lang="en-US" sz="1200" dirty="0">
                <a:latin typeface="Wingdings" panose="05000000000000000000" charset="0"/>
                <a:cs typeface="Times New Roman" panose="02020603050405020304" pitchFamily="18" charset="0"/>
              </a:rPr>
              <a:t>l </a:t>
            </a:r>
            <a:r>
              <a:rPr lang="en-US" sz="2000" dirty="0">
                <a:latin typeface="Times New Roman" panose="02020603050405020304" pitchFamily="18" charset="0"/>
                <a:cs typeface="Times New Roman" panose="02020603050405020304" pitchFamily="18" charset="0"/>
              </a:rPr>
              <a:t>Any user will be visited at this home page first,</a:t>
            </a:r>
            <a:endParaRPr lang="en-US" sz="2000" dirty="0">
              <a:latin typeface="Times New Roman" panose="02020603050405020304" pitchFamily="18" charset="0"/>
            </a:endParaRPr>
          </a:p>
          <a:p>
            <a:pPr marL="265430" indent="-265430"/>
            <a:r>
              <a:rPr lang="en-US" sz="1200" dirty="0">
                <a:latin typeface="Wingdings" panose="05000000000000000000" charset="0"/>
                <a:cs typeface="Times New Roman" panose="02020603050405020304" pitchFamily="18" charset="0"/>
              </a:rPr>
              <a:t>l </a:t>
            </a:r>
            <a:r>
              <a:rPr lang="en-US" sz="2000" dirty="0">
                <a:latin typeface="Times New Roman" panose="02020603050405020304" pitchFamily="18" charset="0"/>
                <a:cs typeface="Times New Roman" panose="02020603050405020304" pitchFamily="18" charset="0"/>
              </a:rPr>
              <a:t>The user will have different navigation pages and login link,</a:t>
            </a:r>
            <a:r>
              <a:rPr lang="en-US" sz="1200" dirty="0">
                <a:latin typeface="Wingdings" panose="05000000000000000000" charset="0"/>
                <a:cs typeface="Times New Roman" panose="02020603050405020304" pitchFamily="18" charset="0"/>
              </a:rPr>
              <a:t> </a:t>
            </a:r>
          </a:p>
          <a:p>
            <a:pPr marL="265430" indent="-265430"/>
            <a:r>
              <a:rPr lang="en-US" sz="1200" dirty="0">
                <a:latin typeface="Wingdings" panose="05000000000000000000" charset="0"/>
                <a:cs typeface="Times New Roman" panose="02020603050405020304" pitchFamily="18" charset="0"/>
              </a:rPr>
              <a:t>l </a:t>
            </a:r>
            <a:r>
              <a:rPr lang="en-US" sz="2000" dirty="0">
                <a:latin typeface="Times New Roman" panose="02020603050405020304" pitchFamily="18" charset="0"/>
                <a:cs typeface="Times New Roman" panose="02020603050405020304" pitchFamily="18" charset="0"/>
              </a:rPr>
              <a:t>Different sections are at this page, e.g., image slider, statement of honorable hall sir provost sir, about </a:t>
            </a:r>
            <a:r>
              <a:rPr lang="en-US" sz="2000" dirty="0" err="1">
                <a:latin typeface="Times New Roman" panose="02020603050405020304" pitchFamily="18" charset="0"/>
                <a:cs typeface="Times New Roman" panose="02020603050405020304" pitchFamily="18" charset="0"/>
              </a:rPr>
              <a:t>Bangamata</a:t>
            </a:r>
            <a:r>
              <a:rPr lang="en-US" sz="2000" dirty="0">
                <a:latin typeface="Times New Roman" panose="02020603050405020304" pitchFamily="18" charset="0"/>
                <a:cs typeface="Times New Roman" panose="02020603050405020304" pitchFamily="18" charset="0"/>
              </a:rPr>
              <a:t> Begum </a:t>
            </a:r>
            <a:r>
              <a:rPr lang="en-US" sz="2000" dirty="0" err="1">
                <a:latin typeface="Times New Roman" panose="02020603050405020304" pitchFamily="18" charset="0"/>
                <a:cs typeface="Times New Roman" panose="02020603050405020304" pitchFamily="18" charset="0"/>
              </a:rPr>
              <a:t>Fazilatunnes</a:t>
            </a:r>
            <a:r>
              <a:rPr lang="en-US" sz="2000" dirty="0">
                <a:latin typeface="Times New Roman" panose="02020603050405020304" pitchFamily="18" charset="0"/>
                <a:cs typeface="Times New Roman" panose="02020603050405020304" pitchFamily="18" charset="0"/>
              </a:rPr>
              <a:t>, FAQ, etc.</a:t>
            </a:r>
            <a:endParaRPr lang="en-US" sz="2000" dirty="0">
              <a:latin typeface="Times New Roman" panose="02020603050405020304" pitchFamily="18" charset="0"/>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Login Panel</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17</a:t>
            </a:r>
          </a:p>
        </p:txBody>
      </p:sp>
      <p:pic>
        <p:nvPicPr>
          <p:cNvPr id="2050" name="Picture 2" descr="D:\Downloads\website\Website\BangamataHallManagement\docs\ss\login.PNG"/>
          <p:cNvPicPr>
            <a:picLocks noGrp="1" noChangeAspect="1" noChangeArrowheads="1"/>
          </p:cNvPicPr>
          <p:nvPr>
            <p:ph sz="quarter" idx="4294967295"/>
          </p:nvPr>
        </p:nvPicPr>
        <p:blipFill>
          <a:blip r:embed="rId3"/>
          <a:srcRect/>
          <a:stretch>
            <a:fillRect/>
          </a:stretch>
        </p:blipFill>
        <p:spPr bwMode="auto">
          <a:xfrm>
            <a:off x="1913038" y="1619250"/>
            <a:ext cx="5706961" cy="39727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p:cNvSpPr txBox="1"/>
          <p:nvPr/>
        </p:nvSpPr>
        <p:spPr>
          <a:xfrm>
            <a:off x="0" y="5739252"/>
            <a:ext cx="9144000" cy="923330"/>
          </a:xfrm>
          <a:prstGeom prst="rect">
            <a:avLst/>
          </a:prstGeom>
          <a:solidFill>
            <a:srgbClr val="33CCCC"/>
          </a:solidFill>
        </p:spPr>
        <p:txBody>
          <a:bodyPr wrap="square" rtlCol="0">
            <a:spAutoFit/>
          </a:bodyPr>
          <a:lstStyle/>
          <a:p>
            <a:pPr marL="342900" indent="-342900">
              <a:buFont typeface="+mj-lt"/>
              <a:buAutoNum type="arabicPeriod"/>
            </a:pPr>
            <a:r>
              <a:rPr lang="en-US" dirty="0"/>
              <a:t>Two type of user can be login in the system, 1. Staff, 2. Student,</a:t>
            </a:r>
          </a:p>
          <a:p>
            <a:pPr marL="342900" indent="-342900">
              <a:buFont typeface="+mj-lt"/>
              <a:buAutoNum type="arabicPeriod"/>
            </a:pPr>
            <a:r>
              <a:rPr lang="en-US" dirty="0"/>
              <a:t>Staff user can have Admin role or developer role,</a:t>
            </a:r>
          </a:p>
          <a:p>
            <a:pPr marL="342900" indent="-342900">
              <a:buFont typeface="+mj-lt"/>
              <a:buAutoNum type="arabicPeriod"/>
            </a:pPr>
            <a:r>
              <a:rPr lang="en-US" dirty="0"/>
              <a:t>Student user can login in the system but don’t have admin privileges.</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 Dashboard</a:t>
            </a:r>
          </a:p>
        </p:txBody>
      </p:sp>
      <p:sp>
        <p:nvSpPr>
          <p:cNvPr id="4" name="Text Box 3"/>
          <p:cNvSpPr txBox="1"/>
          <p:nvPr/>
        </p:nvSpPr>
        <p:spPr>
          <a:xfrm>
            <a:off x="0" y="5428343"/>
            <a:ext cx="9144000" cy="1429657"/>
          </a:xfrm>
          <a:prstGeom prst="rect">
            <a:avLst/>
          </a:prstGeom>
          <a:solidFill>
            <a:srgbClr val="33CCCC"/>
          </a:solidFill>
        </p:spPr>
        <p:txBody>
          <a:bodyPr wrap="square" rtlCol="0">
            <a:noAutofit/>
          </a:bodyPr>
          <a:lstStyle/>
          <a:p>
            <a:pPr marL="342900" lvl="0" indent="-342900">
              <a:lnSpc>
                <a:spcPct val="12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Admin user will be seen current data/count in the whole system,</a:t>
            </a:r>
          </a:p>
          <a:p>
            <a:pPr marL="342900" lvl="0" indent="-342900">
              <a:lnSpc>
                <a:spcPct val="12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Menu items will be loaded dynamically,</a:t>
            </a:r>
          </a:p>
          <a:p>
            <a:pPr marL="342900" lvl="0" indent="-342900">
              <a:lnSpc>
                <a:spcPct val="12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Have right to Student UI, Room Allocation, Staff UI, Establishment charge collect, User credential activation privileges, etc.</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18</a:t>
            </a:r>
          </a:p>
        </p:txBody>
      </p:sp>
      <p:pic>
        <p:nvPicPr>
          <p:cNvPr id="3074" name="Picture 2" descr="D:\Downloads\website\Website\BangamataHallManagement\docs\ss\dashboard.PNG"/>
          <p:cNvPicPr>
            <a:picLocks noGrp="1" noChangeAspect="1" noChangeArrowheads="1"/>
          </p:cNvPicPr>
          <p:nvPr>
            <p:ph sz="quarter" idx="4294967295"/>
          </p:nvPr>
        </p:nvPicPr>
        <p:blipFill>
          <a:blip r:embed="rId3"/>
          <a:srcRect/>
          <a:stretch>
            <a:fillRect/>
          </a:stretch>
        </p:blipFill>
        <p:spPr bwMode="auto">
          <a:xfrm>
            <a:off x="1852065" y="1576387"/>
            <a:ext cx="5567910" cy="38151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Student Information Entry</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19</a:t>
            </a:r>
          </a:p>
        </p:txBody>
      </p:sp>
      <p:pic>
        <p:nvPicPr>
          <p:cNvPr id="4098" name="Picture 2" descr="D:\Downloads\website\Website\BangamataHallManagement\docs\ss\studentvalidate.PNG"/>
          <p:cNvPicPr>
            <a:picLocks noChangeAspect="1" noChangeArrowheads="1"/>
          </p:cNvPicPr>
          <p:nvPr/>
        </p:nvPicPr>
        <p:blipFill>
          <a:blip r:embed="rId3"/>
          <a:srcRect/>
          <a:stretch>
            <a:fillRect/>
          </a:stretch>
        </p:blipFill>
        <p:spPr bwMode="auto">
          <a:xfrm>
            <a:off x="742950" y="1567874"/>
            <a:ext cx="7615237" cy="52329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Student Information Update</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20</a:t>
            </a:r>
          </a:p>
        </p:txBody>
      </p:sp>
      <p:pic>
        <p:nvPicPr>
          <p:cNvPr id="5122" name="Picture 2"/>
          <p:cNvPicPr>
            <a:picLocks noChangeAspect="1" noChangeArrowheads="1"/>
          </p:cNvPicPr>
          <p:nvPr/>
        </p:nvPicPr>
        <p:blipFill>
          <a:blip r:embed="rId3"/>
          <a:srcRect/>
          <a:stretch>
            <a:fillRect/>
          </a:stretch>
        </p:blipFill>
        <p:spPr bwMode="auto">
          <a:xfrm>
            <a:off x="899887" y="1579738"/>
            <a:ext cx="7333652" cy="509683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Student Information Details</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21</a:t>
            </a:r>
          </a:p>
        </p:txBody>
      </p:sp>
      <p:pic>
        <p:nvPicPr>
          <p:cNvPr id="6146" name="Picture 2" descr="D:\Downloads\website\Website\BangamataHallManagement\docs\ss\student details.PNG"/>
          <p:cNvPicPr>
            <a:picLocks noChangeAspect="1" noChangeArrowheads="1"/>
          </p:cNvPicPr>
          <p:nvPr/>
        </p:nvPicPr>
        <p:blipFill>
          <a:blip r:embed="rId3"/>
          <a:srcRect/>
          <a:stretch>
            <a:fillRect/>
          </a:stretch>
        </p:blipFill>
        <p:spPr bwMode="auto">
          <a:xfrm>
            <a:off x="839332" y="1561645"/>
            <a:ext cx="7462839" cy="52029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Student List</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22</a:t>
            </a:r>
          </a:p>
        </p:txBody>
      </p:sp>
      <p:pic>
        <p:nvPicPr>
          <p:cNvPr id="7170" name="Picture 2" descr="D:\Downloads\website\Website\BangamataHallManagement\docs\ss\student list.PNG"/>
          <p:cNvPicPr>
            <a:picLocks noChangeAspect="1" noChangeArrowheads="1"/>
          </p:cNvPicPr>
          <p:nvPr/>
        </p:nvPicPr>
        <p:blipFill>
          <a:blip r:embed="rId3"/>
          <a:srcRect/>
          <a:stretch>
            <a:fillRect/>
          </a:stretch>
        </p:blipFill>
        <p:spPr bwMode="auto">
          <a:xfrm>
            <a:off x="851263" y="1567541"/>
            <a:ext cx="7436393" cy="512160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Seat Allocation/De-allocation</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23</a:t>
            </a:r>
          </a:p>
        </p:txBody>
      </p:sp>
      <p:pic>
        <p:nvPicPr>
          <p:cNvPr id="8194" name="Picture 2" descr="D:\Downloads\website\Website\BangamataHallManagement\docs\ss\seat allocate.PNG"/>
          <p:cNvPicPr>
            <a:picLocks noChangeAspect="1" noChangeArrowheads="1"/>
          </p:cNvPicPr>
          <p:nvPr/>
        </p:nvPicPr>
        <p:blipFill>
          <a:blip r:embed="rId3"/>
          <a:srcRect/>
          <a:stretch>
            <a:fillRect/>
          </a:stretch>
        </p:blipFill>
        <p:spPr bwMode="auto">
          <a:xfrm>
            <a:off x="885372" y="1587801"/>
            <a:ext cx="7387771" cy="512712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Seat Allocation List</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24</a:t>
            </a:r>
          </a:p>
        </p:txBody>
      </p:sp>
      <p:pic>
        <p:nvPicPr>
          <p:cNvPr id="9218" name="Picture 2" descr="D:\Downloads\website\Website\BangamataHallManagement\docs\ss\room seat list.PNG"/>
          <p:cNvPicPr>
            <a:picLocks noChangeAspect="1" noChangeArrowheads="1"/>
          </p:cNvPicPr>
          <p:nvPr/>
        </p:nvPicPr>
        <p:blipFill>
          <a:blip r:embed="rId3"/>
          <a:srcRect/>
          <a:stretch>
            <a:fillRect/>
          </a:stretch>
        </p:blipFill>
        <p:spPr bwMode="auto">
          <a:xfrm>
            <a:off x="928914" y="1580564"/>
            <a:ext cx="7373258" cy="509172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Establishment Charge Entry</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25</a:t>
            </a:r>
          </a:p>
        </p:txBody>
      </p:sp>
      <p:pic>
        <p:nvPicPr>
          <p:cNvPr id="10242" name="Picture 2" descr="D:\Downloads\website\Website\BangamataHallManagement\docs\ss\charge create.PNG"/>
          <p:cNvPicPr>
            <a:picLocks noChangeAspect="1" noChangeArrowheads="1"/>
          </p:cNvPicPr>
          <p:nvPr/>
        </p:nvPicPr>
        <p:blipFill>
          <a:blip r:embed="rId3"/>
          <a:srcRect r="36682"/>
          <a:stretch>
            <a:fillRect/>
          </a:stretch>
        </p:blipFill>
        <p:spPr bwMode="auto">
          <a:xfrm>
            <a:off x="364794" y="1640114"/>
            <a:ext cx="8459892" cy="39655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Box 5"/>
          <p:cNvSpPr txBox="1"/>
          <p:nvPr/>
        </p:nvSpPr>
        <p:spPr>
          <a:xfrm>
            <a:off x="406400" y="5878285"/>
            <a:ext cx="8418286" cy="707886"/>
          </a:xfrm>
          <a:prstGeom prst="rect">
            <a:avLst/>
          </a:prstGeom>
          <a:solidFill>
            <a:srgbClr val="33CCCC"/>
          </a:solidFill>
        </p:spPr>
        <p:txBody>
          <a:bodyPr wrap="square" rtlCol="0">
            <a:spAutoFit/>
          </a:bodyPr>
          <a:lstStyle/>
          <a:p>
            <a:r>
              <a:rPr lang="en-US" sz="2000" dirty="0"/>
              <a:t>Establishment charge is collected yearly. So, system block to entry same student payment multiple times in a year.</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Establishment Charge List</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26</a:t>
            </a:r>
          </a:p>
        </p:txBody>
      </p:sp>
      <p:sp>
        <p:nvSpPr>
          <p:cNvPr id="6" name="TextBox 5"/>
          <p:cNvSpPr txBox="1"/>
          <p:nvPr/>
        </p:nvSpPr>
        <p:spPr>
          <a:xfrm>
            <a:off x="595086" y="6280740"/>
            <a:ext cx="8026400" cy="400110"/>
          </a:xfrm>
          <a:prstGeom prst="rect">
            <a:avLst/>
          </a:prstGeom>
          <a:solidFill>
            <a:srgbClr val="33CCCC"/>
          </a:solidFill>
        </p:spPr>
        <p:txBody>
          <a:bodyPr wrap="square" rtlCol="0">
            <a:spAutoFit/>
          </a:bodyPr>
          <a:lstStyle/>
          <a:p>
            <a:pPr algn="ctr"/>
            <a:r>
              <a:rPr lang="en-US" sz="2000" dirty="0"/>
              <a:t>Establishment charge can be edit or show details from the grid.</a:t>
            </a:r>
          </a:p>
        </p:txBody>
      </p:sp>
      <p:pic>
        <p:nvPicPr>
          <p:cNvPr id="11266" name="Picture 2" descr="D:\Downloads\website\Website\BangamataHallManagement\docs\ss\charge list.PNG"/>
          <p:cNvPicPr>
            <a:picLocks noChangeAspect="1" noChangeArrowheads="1"/>
          </p:cNvPicPr>
          <p:nvPr/>
        </p:nvPicPr>
        <p:blipFill>
          <a:blip r:embed="rId3"/>
          <a:srcRect/>
          <a:stretch>
            <a:fillRect/>
          </a:stretch>
        </p:blipFill>
        <p:spPr bwMode="auto">
          <a:xfrm>
            <a:off x="595087" y="1593095"/>
            <a:ext cx="7975146" cy="45321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Staff/Officer Entry</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27</a:t>
            </a:r>
          </a:p>
        </p:txBody>
      </p:sp>
      <p:sp>
        <p:nvSpPr>
          <p:cNvPr id="6" name="TextBox 5"/>
          <p:cNvSpPr txBox="1"/>
          <p:nvPr/>
        </p:nvSpPr>
        <p:spPr>
          <a:xfrm>
            <a:off x="246743" y="2394856"/>
            <a:ext cx="3454400" cy="3046988"/>
          </a:xfrm>
          <a:prstGeom prst="rect">
            <a:avLst/>
          </a:prstGeom>
          <a:solidFill>
            <a:srgbClr val="33CCCC"/>
          </a:solidFill>
        </p:spPr>
        <p:txBody>
          <a:bodyPr wrap="square" rtlCol="0">
            <a:spAutoFit/>
          </a:bodyPr>
          <a:lstStyle/>
          <a:p>
            <a:pPr marL="457200" indent="-457200">
              <a:buFont typeface="+mj-lt"/>
              <a:buAutoNum type="arabicPeriod"/>
            </a:pPr>
            <a:r>
              <a:rPr lang="en-US" sz="2400" dirty="0"/>
              <a:t>An Admin user can entry/input other staffs or officers,</a:t>
            </a:r>
          </a:p>
          <a:p>
            <a:pPr marL="457200" indent="-457200">
              <a:buFont typeface="+mj-lt"/>
              <a:buAutoNum type="arabicPeriod"/>
            </a:pPr>
            <a:r>
              <a:rPr lang="en-US" sz="2400" dirty="0"/>
              <a:t>Mobile or email cannot be duplicate,</a:t>
            </a:r>
          </a:p>
          <a:p>
            <a:pPr marL="457200" indent="-457200">
              <a:buFont typeface="+mj-lt"/>
              <a:buAutoNum type="arabicPeriod"/>
            </a:pPr>
            <a:r>
              <a:rPr lang="en-US" sz="2400" dirty="0"/>
              <a:t>Data is being validated accordingly.</a:t>
            </a:r>
          </a:p>
        </p:txBody>
      </p:sp>
      <p:pic>
        <p:nvPicPr>
          <p:cNvPr id="12290" name="Picture 2" descr="D:\Downloads\website\Website\BangamataHallManagement\docs\ss\staff entry.PNG"/>
          <p:cNvPicPr>
            <a:picLocks noChangeAspect="1" noChangeArrowheads="1"/>
          </p:cNvPicPr>
          <p:nvPr/>
        </p:nvPicPr>
        <p:blipFill>
          <a:blip r:embed="rId3"/>
          <a:srcRect/>
          <a:stretch>
            <a:fillRect/>
          </a:stretch>
        </p:blipFill>
        <p:spPr bwMode="auto">
          <a:xfrm>
            <a:off x="3889829" y="1581085"/>
            <a:ext cx="5057095" cy="50446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Staffs/Officers List</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28</a:t>
            </a:r>
          </a:p>
        </p:txBody>
      </p:sp>
      <p:pic>
        <p:nvPicPr>
          <p:cNvPr id="13314" name="Picture 2" descr="D:\Downloads\website\Website\BangamataHallManagement\docs\ss\staff list.PNG"/>
          <p:cNvPicPr>
            <a:picLocks noChangeAspect="1" noChangeArrowheads="1"/>
          </p:cNvPicPr>
          <p:nvPr/>
        </p:nvPicPr>
        <p:blipFill>
          <a:blip r:embed="rId3"/>
          <a:srcRect/>
          <a:stretch>
            <a:fillRect/>
          </a:stretch>
        </p:blipFill>
        <p:spPr bwMode="auto">
          <a:xfrm>
            <a:off x="957943" y="1592084"/>
            <a:ext cx="7228114" cy="51287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Staff Access Activate/De-activate</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29</a:t>
            </a:r>
          </a:p>
        </p:txBody>
      </p:sp>
      <p:pic>
        <p:nvPicPr>
          <p:cNvPr id="14338" name="Picture 2" descr="D:\Downloads\website\Website\BangamataHallManagement\docs\ss\password deactivate.PNG"/>
          <p:cNvPicPr>
            <a:picLocks noChangeAspect="1" noChangeArrowheads="1"/>
          </p:cNvPicPr>
          <p:nvPr/>
        </p:nvPicPr>
        <p:blipFill>
          <a:blip r:embed="rId3"/>
          <a:srcRect/>
          <a:stretch>
            <a:fillRect/>
          </a:stretch>
        </p:blipFill>
        <p:spPr bwMode="auto">
          <a:xfrm>
            <a:off x="3947878" y="4429515"/>
            <a:ext cx="5023139" cy="228333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339" name="Picture 3"/>
          <p:cNvPicPr>
            <a:picLocks noChangeAspect="1" noChangeArrowheads="1"/>
          </p:cNvPicPr>
          <p:nvPr/>
        </p:nvPicPr>
        <p:blipFill>
          <a:blip r:embed="rId4"/>
          <a:srcRect/>
          <a:stretch>
            <a:fillRect/>
          </a:stretch>
        </p:blipFill>
        <p:spPr bwMode="auto">
          <a:xfrm>
            <a:off x="135620" y="1632632"/>
            <a:ext cx="5649716" cy="26781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p:cNvSpPr txBox="1"/>
          <p:nvPr/>
        </p:nvSpPr>
        <p:spPr>
          <a:xfrm>
            <a:off x="5994404" y="1625599"/>
            <a:ext cx="2119086" cy="830997"/>
          </a:xfrm>
          <a:prstGeom prst="rect">
            <a:avLst/>
          </a:prstGeom>
          <a:solidFill>
            <a:srgbClr val="33CCCC"/>
          </a:solidFill>
        </p:spPr>
        <p:txBody>
          <a:bodyPr wrap="square" rtlCol="0">
            <a:spAutoFit/>
          </a:bodyPr>
          <a:lstStyle/>
          <a:p>
            <a:r>
              <a:rPr lang="en-US" sz="2400" dirty="0"/>
              <a:t>1. Activate staff access</a:t>
            </a:r>
          </a:p>
        </p:txBody>
      </p:sp>
      <p:sp>
        <p:nvSpPr>
          <p:cNvPr id="8" name="TextBox 7"/>
          <p:cNvSpPr txBox="1"/>
          <p:nvPr/>
        </p:nvSpPr>
        <p:spPr>
          <a:xfrm>
            <a:off x="1632858" y="5871026"/>
            <a:ext cx="2119086" cy="830997"/>
          </a:xfrm>
          <a:prstGeom prst="rect">
            <a:avLst/>
          </a:prstGeom>
          <a:solidFill>
            <a:srgbClr val="33CCCC"/>
          </a:solidFill>
        </p:spPr>
        <p:txBody>
          <a:bodyPr wrap="square" rtlCol="0">
            <a:spAutoFit/>
          </a:bodyPr>
          <a:lstStyle/>
          <a:p>
            <a:r>
              <a:rPr lang="en-US" sz="2400" dirty="0"/>
              <a:t>2. De-activate staff access</a:t>
            </a: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Staff Access List</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30</a:t>
            </a:r>
          </a:p>
        </p:txBody>
      </p:sp>
      <p:pic>
        <p:nvPicPr>
          <p:cNvPr id="15362" name="Picture 2" descr="D:\Downloads\website\Website\BangamataHallManagement\docs\ss\access list.PNG"/>
          <p:cNvPicPr>
            <a:picLocks noChangeAspect="1" noChangeArrowheads="1"/>
          </p:cNvPicPr>
          <p:nvPr/>
        </p:nvPicPr>
        <p:blipFill>
          <a:blip r:embed="rId3"/>
          <a:srcRect/>
          <a:stretch>
            <a:fillRect/>
          </a:stretch>
        </p:blipFill>
        <p:spPr bwMode="auto">
          <a:xfrm>
            <a:off x="95250" y="1770740"/>
            <a:ext cx="8953500" cy="427769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Master Data/Configuration</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31</a:t>
            </a:r>
          </a:p>
        </p:txBody>
      </p:sp>
      <p:pic>
        <p:nvPicPr>
          <p:cNvPr id="16386" name="Picture 2"/>
          <p:cNvPicPr>
            <a:picLocks noChangeAspect="1" noChangeArrowheads="1"/>
          </p:cNvPicPr>
          <p:nvPr/>
        </p:nvPicPr>
        <p:blipFill>
          <a:blip r:embed="rId3"/>
          <a:srcRect/>
          <a:stretch>
            <a:fillRect/>
          </a:stretch>
        </p:blipFill>
        <p:spPr bwMode="auto">
          <a:xfrm>
            <a:off x="57149" y="1980747"/>
            <a:ext cx="2380343" cy="482010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387" name="Picture 3"/>
          <p:cNvPicPr>
            <a:picLocks noChangeAspect="1" noChangeArrowheads="1"/>
          </p:cNvPicPr>
          <p:nvPr/>
        </p:nvPicPr>
        <p:blipFill>
          <a:blip r:embed="rId4"/>
          <a:srcRect/>
          <a:stretch>
            <a:fillRect/>
          </a:stretch>
        </p:blipFill>
        <p:spPr bwMode="auto">
          <a:xfrm>
            <a:off x="2944585" y="2193016"/>
            <a:ext cx="2619686" cy="426584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388" name="Picture 4"/>
          <p:cNvPicPr>
            <a:picLocks noChangeAspect="1" noChangeArrowheads="1"/>
          </p:cNvPicPr>
          <p:nvPr/>
        </p:nvPicPr>
        <p:blipFill>
          <a:blip r:embed="rId5"/>
          <a:srcRect/>
          <a:stretch>
            <a:fillRect/>
          </a:stretch>
        </p:blipFill>
        <p:spPr bwMode="auto">
          <a:xfrm>
            <a:off x="6219825" y="1926317"/>
            <a:ext cx="2867025" cy="26860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389" name="Picture 5"/>
          <p:cNvPicPr>
            <a:picLocks noChangeAspect="1" noChangeArrowheads="1"/>
          </p:cNvPicPr>
          <p:nvPr/>
        </p:nvPicPr>
        <p:blipFill>
          <a:blip r:embed="rId6"/>
          <a:srcRect/>
          <a:stretch>
            <a:fillRect/>
          </a:stretch>
        </p:blipFill>
        <p:spPr bwMode="auto">
          <a:xfrm>
            <a:off x="6248400" y="5010150"/>
            <a:ext cx="2838450" cy="17811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Master Data/Configuration(2)</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32</a:t>
            </a:r>
          </a:p>
        </p:txBody>
      </p:sp>
      <p:pic>
        <p:nvPicPr>
          <p:cNvPr id="17410" name="Picture 2"/>
          <p:cNvPicPr>
            <a:picLocks noChangeAspect="1" noChangeArrowheads="1"/>
          </p:cNvPicPr>
          <p:nvPr/>
        </p:nvPicPr>
        <p:blipFill>
          <a:blip r:embed="rId3"/>
          <a:srcRect/>
          <a:stretch>
            <a:fillRect/>
          </a:stretch>
        </p:blipFill>
        <p:spPr bwMode="auto">
          <a:xfrm>
            <a:off x="203196" y="1663927"/>
            <a:ext cx="2734912" cy="186304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411" name="Picture 3"/>
          <p:cNvPicPr>
            <a:picLocks noChangeAspect="1" noChangeArrowheads="1"/>
          </p:cNvPicPr>
          <p:nvPr/>
        </p:nvPicPr>
        <p:blipFill>
          <a:blip r:embed="rId4"/>
          <a:srcRect/>
          <a:stretch>
            <a:fillRect/>
          </a:stretch>
        </p:blipFill>
        <p:spPr bwMode="auto">
          <a:xfrm>
            <a:off x="3280224" y="1686574"/>
            <a:ext cx="2459492" cy="504805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412" name="Picture 4"/>
          <p:cNvPicPr>
            <a:picLocks noChangeAspect="1" noChangeArrowheads="1"/>
          </p:cNvPicPr>
          <p:nvPr/>
        </p:nvPicPr>
        <p:blipFill>
          <a:blip r:embed="rId5"/>
          <a:srcRect/>
          <a:stretch>
            <a:fillRect/>
          </a:stretch>
        </p:blipFill>
        <p:spPr bwMode="auto">
          <a:xfrm>
            <a:off x="203196" y="3743325"/>
            <a:ext cx="2743200" cy="30384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413" name="Picture 5"/>
          <p:cNvPicPr>
            <a:picLocks noChangeAspect="1" noChangeArrowheads="1"/>
          </p:cNvPicPr>
          <p:nvPr/>
        </p:nvPicPr>
        <p:blipFill>
          <a:blip r:embed="rId6"/>
          <a:srcRect/>
          <a:stretch>
            <a:fillRect/>
          </a:stretch>
        </p:blipFill>
        <p:spPr bwMode="auto">
          <a:xfrm>
            <a:off x="6060395" y="1822446"/>
            <a:ext cx="2828925" cy="17907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414" name="Picture 6"/>
          <p:cNvPicPr>
            <a:picLocks noChangeAspect="1" noChangeArrowheads="1"/>
          </p:cNvPicPr>
          <p:nvPr/>
        </p:nvPicPr>
        <p:blipFill>
          <a:blip r:embed="rId7"/>
          <a:srcRect/>
          <a:stretch>
            <a:fillRect/>
          </a:stretch>
        </p:blipFill>
        <p:spPr bwMode="auto">
          <a:xfrm>
            <a:off x="6069694" y="3887112"/>
            <a:ext cx="2781300" cy="27241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Forget Password Verification link</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33</a:t>
            </a:r>
          </a:p>
        </p:txBody>
      </p:sp>
      <p:pic>
        <p:nvPicPr>
          <p:cNvPr id="18434" name="Picture 2"/>
          <p:cNvPicPr>
            <a:picLocks noChangeAspect="1" noChangeArrowheads="1"/>
          </p:cNvPicPr>
          <p:nvPr/>
        </p:nvPicPr>
        <p:blipFill>
          <a:blip r:embed="rId3"/>
          <a:srcRect/>
          <a:stretch>
            <a:fillRect/>
          </a:stretch>
        </p:blipFill>
        <p:spPr bwMode="auto">
          <a:xfrm>
            <a:off x="120652" y="1706563"/>
            <a:ext cx="3613148" cy="36480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435" name="Picture 3"/>
          <p:cNvPicPr>
            <a:picLocks noChangeAspect="1" noChangeArrowheads="1"/>
          </p:cNvPicPr>
          <p:nvPr/>
        </p:nvPicPr>
        <p:blipFill>
          <a:blip r:embed="rId4"/>
          <a:srcRect/>
          <a:stretch>
            <a:fillRect/>
          </a:stretch>
        </p:blipFill>
        <p:spPr bwMode="auto">
          <a:xfrm>
            <a:off x="4016829" y="1664607"/>
            <a:ext cx="5050971" cy="8998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4"/>
          <p:cNvPicPr>
            <a:picLocks noChangeAspect="1" noChangeArrowheads="1"/>
          </p:cNvPicPr>
          <p:nvPr/>
        </p:nvPicPr>
        <p:blipFill>
          <a:blip r:embed="rId5"/>
          <a:srcRect/>
          <a:stretch>
            <a:fillRect/>
          </a:stretch>
        </p:blipFill>
        <p:spPr bwMode="auto">
          <a:xfrm>
            <a:off x="3904338" y="2716668"/>
            <a:ext cx="2844800" cy="287803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437" name="Picture 5"/>
          <p:cNvPicPr>
            <a:picLocks noChangeAspect="1" noChangeArrowheads="1"/>
          </p:cNvPicPr>
          <p:nvPr/>
        </p:nvPicPr>
        <p:blipFill>
          <a:blip r:embed="rId6"/>
          <a:srcRect/>
          <a:stretch>
            <a:fillRect/>
          </a:stretch>
        </p:blipFill>
        <p:spPr bwMode="auto">
          <a:xfrm>
            <a:off x="6916881" y="2872467"/>
            <a:ext cx="2130960" cy="387486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438" name="Picture 6"/>
          <p:cNvPicPr>
            <a:picLocks noChangeAspect="1" noChangeArrowheads="1"/>
          </p:cNvPicPr>
          <p:nvPr/>
        </p:nvPicPr>
        <p:blipFill>
          <a:blip r:embed="rId7"/>
          <a:srcRect/>
          <a:stretch>
            <a:fillRect/>
          </a:stretch>
        </p:blipFill>
        <p:spPr bwMode="auto">
          <a:xfrm>
            <a:off x="111127" y="5811383"/>
            <a:ext cx="6057900" cy="9239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Placeholder 2"/>
          <p:cNvSpPr>
            <a:spLocks noGrp="1"/>
          </p:cNvSpPr>
          <p:nvPr>
            <p:ph type="body" idx="1"/>
          </p:nvPr>
        </p:nvSpPr>
        <p:spPr>
          <a:xfrm>
            <a:off x="381000" y="1888490"/>
            <a:ext cx="8458200" cy="4969510"/>
          </a:xfrm>
        </p:spPr>
        <p:txBody>
          <a:bodyPr vert="horz" wrap="square" lIns="91440" tIns="45720" rIns="91440" bIns="45720" numCol="1" anchor="t" anchorCtr="0" compatLnSpc="1">
            <a:noAutofit/>
          </a:bodyPr>
          <a:lstStyle/>
          <a:p>
            <a:pPr marL="342900" lvl="0" indent="-342900" algn="just">
              <a:buSzPct val="145000"/>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User authentication is a critical aspect of web application security that verifies the identity of users attempting to access a system or platform. It ensures that only authorized individuals or entities are granted access to specific resources or functionalities. </a:t>
            </a:r>
          </a:p>
          <a:p>
            <a:pPr marL="342900" lvl="0" indent="-342900" algn="just">
              <a:buSzPct val="145000"/>
              <a:buFont typeface="Arial" panose="020B0604020202020204" pitchFamily="34" charset="0"/>
              <a:buChar char="•"/>
              <a:defRPr/>
            </a:pPr>
            <a:r>
              <a:rPr lang="en-US" sz="2000" b="1" dirty="0">
                <a:latin typeface="Times New Roman" panose="02020603050405020304" pitchFamily="18" charset="0"/>
                <a:cs typeface="Times New Roman" panose="02020603050405020304" pitchFamily="18" charset="0"/>
              </a:rPr>
              <a:t>Password-based authentication:</a:t>
            </a:r>
            <a:r>
              <a:rPr lang="en-US" sz="2000" dirty="0">
                <a:latin typeface="Times New Roman" panose="02020603050405020304" pitchFamily="18" charset="0"/>
                <a:cs typeface="Times New Roman" panose="02020603050405020304" pitchFamily="18" charset="0"/>
              </a:rPr>
              <a:t> Users authenticate themselves by providing a Email/username and password combination. If any of them is wrong then it will show error message. </a:t>
            </a:r>
          </a:p>
          <a:p>
            <a:pPr marL="342900" lvl="0" indent="-342900" algn="just">
              <a:buSzPct val="145000"/>
              <a:buFont typeface="Arial" panose="020B0604020202020204" pitchFamily="34" charset="0"/>
              <a:buChar char="•"/>
              <a:defRPr/>
            </a:pPr>
            <a:r>
              <a:rPr kumimoji="0" lang="en-US" sz="20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rPr>
              <a:t>Secure Password Policies &amp; </a:t>
            </a:r>
            <a:r>
              <a:rPr lang="en-US" sz="2000" b="1" dirty="0">
                <a:latin typeface="Times New Roman" panose="02020603050405020304" pitchFamily="18" charset="0"/>
                <a:cs typeface="Times New Roman" panose="02020603050405020304" pitchFamily="18" charset="0"/>
              </a:rPr>
              <a:t>Use strong passwords</a:t>
            </a:r>
            <a:r>
              <a:rPr kumimoji="0" lang="en-US" sz="2000" b="1"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rPr>
              <a:t>: </a:t>
            </a:r>
            <a:r>
              <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rPr>
              <a:t>Herer we enforce strong password policies, no plain text password (like for example 123456) to prevent unauthorized access. </a:t>
            </a:r>
            <a:r>
              <a:rPr lang="en-US" sz="2000" dirty="0">
                <a:latin typeface="Times New Roman" panose="02020603050405020304" pitchFamily="18" charset="0"/>
                <a:cs typeface="Times New Roman" panose="02020603050405020304" pitchFamily="18" charset="0"/>
              </a:rPr>
              <a:t>In this project we u</a:t>
            </a:r>
            <a:r>
              <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rPr>
              <a:t>se a number / character / uppercase letter / lowercase character for password. And password </a:t>
            </a:r>
            <a:r>
              <a:rPr lang="en-US" sz="2000" dirty="0">
                <a:latin typeface="Times New Roman" panose="02020603050405020304" pitchFamily="18" charset="0"/>
                <a:cs typeface="Times New Roman" panose="02020603050405020304" pitchFamily="18" charset="0"/>
              </a:rPr>
              <a:t>will be </a:t>
            </a:r>
            <a:r>
              <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rPr>
              <a:t>also at least minimum eight(8) characters.</a:t>
            </a: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p:txBody>
      </p:sp>
      <p:sp>
        <p:nvSpPr>
          <p:cNvPr id="16387" name="Title 1"/>
          <p:cNvSpPr>
            <a:spLocks noGrp="1"/>
          </p:cNvSpPr>
          <p:nvPr>
            <p:ph type="title"/>
          </p:nvPr>
        </p:nvSpPr>
        <p:spPr>
          <a:xfrm>
            <a:off x="1066800" y="304800"/>
            <a:ext cx="7918450" cy="990600"/>
          </a:xfrm>
        </p:spPr>
        <p:txBody>
          <a:bodyPr vert="horz" wrap="square" lIns="91440" tIns="45720" rIns="91440" bIns="45720" anchor="ctr" anchorCtr="0"/>
          <a:lstStyle/>
          <a:p>
            <a:r>
              <a:rPr lang="en-US" sz="4000" kern="1200" dirty="0">
                <a:solidFill>
                  <a:srgbClr val="FFFFFF"/>
                </a:solidFill>
                <a:latin typeface="+mj-lt"/>
                <a:ea typeface="+mj-ea"/>
                <a:cs typeface="+mj-cs"/>
              </a:rPr>
              <a:t>User Authentication </a:t>
            </a:r>
            <a:endParaRPr lang="en-US" altLang="x-none" sz="4000" kern="1200" dirty="0">
              <a:solidFill>
                <a:srgbClr val="FFFFFF"/>
              </a:solidFill>
              <a:latin typeface="Garamond" panose="02020404030301010803" pitchFamily="18" charset="0"/>
              <a:ea typeface="+mj-ea"/>
              <a:cs typeface="+mj-cs"/>
            </a:endParaRPr>
          </a:p>
        </p:txBody>
      </p:sp>
      <p:sp>
        <p:nvSpPr>
          <p:cNvPr id="16388"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US" sz="2400" b="1" dirty="0">
                <a:solidFill>
                  <a:srgbClr val="FFFFFF"/>
                </a:solidFill>
              </a:rPr>
              <a:t>34</a:t>
            </a:r>
            <a:endParaRPr sz="2400" b="1" dirty="0">
              <a:solidFill>
                <a:srgbClr val="FFFFFF"/>
              </a:solidFill>
            </a:endParaRPr>
          </a:p>
        </p:txBody>
      </p:sp>
    </p:spTree>
  </p:cSld>
  <p:clrMapOvr>
    <a:masterClrMapping/>
  </p:clrMapOvr>
  <p:transition advClick="0">
    <p:wipe di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1066800" y="304800"/>
            <a:ext cx="7918450" cy="990600"/>
          </a:xfrm>
        </p:spPr>
        <p:txBody>
          <a:bodyPr vert="horz" wrap="square" lIns="91440" tIns="45720" rIns="91440" bIns="45720" anchor="ctr" anchorCtr="0"/>
          <a:lstStyle/>
          <a:p>
            <a:r>
              <a:rPr lang="en-US" sz="4000" kern="1200" dirty="0">
                <a:solidFill>
                  <a:srgbClr val="FFFFFF"/>
                </a:solidFill>
                <a:latin typeface="+mj-lt"/>
                <a:ea typeface="+mj-ea"/>
                <a:cs typeface="+mj-cs"/>
              </a:rPr>
              <a:t>User Authentication </a:t>
            </a:r>
            <a:endParaRPr lang="en-US" altLang="x-none" sz="4000" kern="1200" dirty="0">
              <a:solidFill>
                <a:srgbClr val="FFFFFF"/>
              </a:solidFill>
              <a:latin typeface="Garamond" panose="02020404030301010803" pitchFamily="18" charset="0"/>
              <a:ea typeface="+mj-ea"/>
              <a:cs typeface="+mj-cs"/>
            </a:endParaRPr>
          </a:p>
        </p:txBody>
      </p:sp>
      <p:sp>
        <p:nvSpPr>
          <p:cNvPr id="16388"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US" sz="2400" b="1" dirty="0">
                <a:solidFill>
                  <a:srgbClr val="FFFFFF"/>
                </a:solidFill>
              </a:rPr>
              <a:t>35</a:t>
            </a:r>
            <a:endParaRPr sz="2400" b="1" dirty="0">
              <a:solidFill>
                <a:srgbClr val="FFFFFF"/>
              </a:solidFill>
            </a:endParaRPr>
          </a:p>
        </p:txBody>
      </p:sp>
      <p:pic>
        <p:nvPicPr>
          <p:cNvPr id="3" name="Picture 2">
            <a:extLst>
              <a:ext uri="{FF2B5EF4-FFF2-40B4-BE49-F238E27FC236}">
                <a16:creationId xmlns:a16="http://schemas.microsoft.com/office/drawing/2014/main" id="{A68492FA-2BA3-4E0E-95D9-B243371C54D3}"/>
              </a:ext>
            </a:extLst>
          </p:cNvPr>
          <p:cNvPicPr>
            <a:picLocks noChangeAspect="1"/>
          </p:cNvPicPr>
          <p:nvPr/>
        </p:nvPicPr>
        <p:blipFill rotWithShape="1">
          <a:blip r:embed="rId3">
            <a:extLst>
              <a:ext uri="{28A0092B-C50C-407E-A947-70E740481C1C}">
                <a14:useLocalDpi xmlns:a14="http://schemas.microsoft.com/office/drawing/2010/main" val="0"/>
              </a:ext>
            </a:extLst>
          </a:blip>
          <a:srcRect l="5712" r="9474" b="4921"/>
          <a:stretch/>
        </p:blipFill>
        <p:spPr>
          <a:xfrm>
            <a:off x="5191124" y="2018071"/>
            <a:ext cx="3581401" cy="44875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41A6C718-0E9E-4A0E-90E7-CA52CF9B3235}"/>
              </a:ext>
            </a:extLst>
          </p:cNvPr>
          <p:cNvPicPr>
            <a:picLocks noChangeAspect="1"/>
          </p:cNvPicPr>
          <p:nvPr/>
        </p:nvPicPr>
        <p:blipFill rotWithShape="1">
          <a:blip r:embed="rId4">
            <a:extLst>
              <a:ext uri="{28A0092B-C50C-407E-A947-70E740481C1C}">
                <a14:useLocalDpi xmlns:a14="http://schemas.microsoft.com/office/drawing/2010/main" val="0"/>
              </a:ext>
            </a:extLst>
          </a:blip>
          <a:srcRect l="24017"/>
          <a:stretch/>
        </p:blipFill>
        <p:spPr>
          <a:xfrm>
            <a:off x="1019175" y="2083073"/>
            <a:ext cx="3314788" cy="437578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71792028"/>
      </p:ext>
    </p:extLst>
  </p:cSld>
  <p:clrMapOvr>
    <a:masterClrMapping/>
  </p:clrMapOvr>
  <p:transition advClick="0">
    <p:wipe di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Placeholder 2"/>
          <p:cNvSpPr>
            <a:spLocks noGrp="1"/>
          </p:cNvSpPr>
          <p:nvPr>
            <p:ph type="body" idx="1"/>
          </p:nvPr>
        </p:nvSpPr>
        <p:spPr>
          <a:xfrm>
            <a:off x="381000" y="1888490"/>
            <a:ext cx="8458200" cy="4969510"/>
          </a:xfrm>
        </p:spPr>
        <p:txBody>
          <a:bodyPr vert="horz" wrap="square" lIns="91440" tIns="45720" rIns="91440" bIns="45720" numCol="1" anchor="t" anchorCtr="0" compatLnSpc="1">
            <a:noAutofit/>
          </a:bodyPr>
          <a:lstStyle/>
          <a:p>
            <a:pPr marL="342900" lvl="0" indent="-342900" algn="just">
              <a:buSzPct val="145000"/>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Data encryption is a fundamental security technique used to protect sensitive information by converting it into a form that cannot be easily understood by unauthorized users. </a:t>
            </a:r>
          </a:p>
          <a:p>
            <a:r>
              <a:rPr lang="en-US" sz="2000" b="1" dirty="0">
                <a:latin typeface="Times New Roman" panose="02020603050405020304" pitchFamily="18" charset="0"/>
                <a:cs typeface="Times New Roman" panose="02020603050405020304" pitchFamily="18" charset="0"/>
              </a:rPr>
              <a:t>Encryption Algorithms:</a:t>
            </a:r>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Encryption algorithms are mathematical formulas used to convert plaintext (unencrypted data) into ciphertext (encrypted data).</a:t>
            </a:r>
          </a:p>
          <a:p>
            <a:pPr marL="342900" lvl="0" indent="-342900" algn="just">
              <a:buSzPct val="145000"/>
              <a:buFont typeface="Arial" panose="020B0604020202020204" pitchFamily="34" charset="0"/>
              <a:buChar char="•"/>
              <a:defRPr/>
            </a:pPr>
            <a:r>
              <a:rPr lang="en-US" sz="2000" b="1" dirty="0">
                <a:latin typeface="Times New Roman" panose="02020603050405020304" pitchFamily="18" charset="0"/>
                <a:cs typeface="Times New Roman" panose="02020603050405020304" pitchFamily="18" charset="0"/>
              </a:rPr>
              <a:t>Hashing algorithms:</a:t>
            </a:r>
            <a:r>
              <a:rPr lang="en-US" sz="2000" dirty="0">
                <a:latin typeface="Times New Roman" panose="02020603050405020304" pitchFamily="18" charset="0"/>
                <a:cs typeface="Times New Roman" panose="02020603050405020304" pitchFamily="18" charset="0"/>
              </a:rPr>
              <a:t> In this hall management project we didn’t use encryption in the traditional sense, we used to generate fixed-size hashes from input data (e.g. MD5, AES). Our hash functions are typically used for data integrity verification and password hashing.</a:t>
            </a: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p:txBody>
      </p:sp>
      <p:sp>
        <p:nvSpPr>
          <p:cNvPr id="16387" name="Title 1"/>
          <p:cNvSpPr>
            <a:spLocks noGrp="1"/>
          </p:cNvSpPr>
          <p:nvPr>
            <p:ph type="title"/>
          </p:nvPr>
        </p:nvSpPr>
        <p:spPr>
          <a:xfrm>
            <a:off x="1066800" y="304800"/>
            <a:ext cx="7918450" cy="990600"/>
          </a:xfrm>
        </p:spPr>
        <p:txBody>
          <a:bodyPr vert="horz" wrap="square" lIns="91440" tIns="45720" rIns="91440" bIns="45720" anchor="ctr" anchorCtr="0"/>
          <a:lstStyle/>
          <a:p>
            <a:r>
              <a:rPr lang="en-US" sz="4000" dirty="0"/>
              <a:t>Data Encryption </a:t>
            </a:r>
            <a:r>
              <a:rPr lang="en-US" sz="4000" kern="1200" dirty="0">
                <a:solidFill>
                  <a:srgbClr val="FFFFFF"/>
                </a:solidFill>
                <a:latin typeface="+mj-lt"/>
                <a:ea typeface="+mj-ea"/>
                <a:cs typeface="+mj-cs"/>
              </a:rPr>
              <a:t> </a:t>
            </a:r>
            <a:endParaRPr lang="en-US" altLang="x-none" sz="4000" kern="1200" dirty="0">
              <a:solidFill>
                <a:srgbClr val="FFFFFF"/>
              </a:solidFill>
              <a:latin typeface="Garamond" panose="02020404030301010803" pitchFamily="18" charset="0"/>
              <a:ea typeface="+mj-ea"/>
              <a:cs typeface="+mj-cs"/>
            </a:endParaRPr>
          </a:p>
        </p:txBody>
      </p:sp>
      <p:sp>
        <p:nvSpPr>
          <p:cNvPr id="16388"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US" sz="2400" b="1" dirty="0">
                <a:solidFill>
                  <a:srgbClr val="FFFFFF"/>
                </a:solidFill>
              </a:rPr>
              <a:t>36</a:t>
            </a:r>
            <a:endParaRPr sz="2400" b="1" dirty="0">
              <a:solidFill>
                <a:srgbClr val="FFFFFF"/>
              </a:solidFill>
            </a:endParaRPr>
          </a:p>
        </p:txBody>
      </p:sp>
    </p:spTree>
    <p:extLst>
      <p:ext uri="{BB962C8B-B14F-4D97-AF65-F5344CB8AC3E}">
        <p14:creationId xmlns:p14="http://schemas.microsoft.com/office/powerpoint/2010/main" val="987437875"/>
      </p:ext>
    </p:extLst>
  </p:cSld>
  <p:clrMapOvr>
    <a:masterClrMapping/>
  </p:clrMapOvr>
  <p:transition advClick="0">
    <p:wipe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Placeholder 2"/>
          <p:cNvSpPr>
            <a:spLocks noGrp="1"/>
          </p:cNvSpPr>
          <p:nvPr>
            <p:ph type="body" idx="1"/>
          </p:nvPr>
        </p:nvSpPr>
        <p:spPr>
          <a:xfrm>
            <a:off x="381000" y="1888490"/>
            <a:ext cx="8458200" cy="4969510"/>
          </a:xfrm>
        </p:spPr>
        <p:txBody>
          <a:bodyPr vert="horz" wrap="square" lIns="91440" tIns="45720" rIns="91440" bIns="45720" numCol="1" anchor="t" anchorCtr="0" compatLnSpc="1">
            <a:noAutofit/>
          </a:bodyPr>
          <a:lstStyle/>
          <a:p>
            <a:pPr marL="342900" lvl="0" indent="-342900" algn="just">
              <a:buSzPct val="145000"/>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Bellow this image our password data are encrypted by hash algorithms </a:t>
            </a: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p:txBody>
      </p:sp>
      <p:sp>
        <p:nvSpPr>
          <p:cNvPr id="16387" name="Title 1"/>
          <p:cNvSpPr>
            <a:spLocks noGrp="1"/>
          </p:cNvSpPr>
          <p:nvPr>
            <p:ph type="title"/>
          </p:nvPr>
        </p:nvSpPr>
        <p:spPr>
          <a:xfrm>
            <a:off x="1066800" y="304800"/>
            <a:ext cx="7918450" cy="990600"/>
          </a:xfrm>
        </p:spPr>
        <p:txBody>
          <a:bodyPr vert="horz" wrap="square" lIns="91440" tIns="45720" rIns="91440" bIns="45720" anchor="ctr" anchorCtr="0"/>
          <a:lstStyle/>
          <a:p>
            <a:r>
              <a:rPr lang="en-US" sz="4000" dirty="0"/>
              <a:t>Data Encryption </a:t>
            </a:r>
            <a:r>
              <a:rPr lang="en-US" sz="4000" kern="1200" dirty="0">
                <a:solidFill>
                  <a:srgbClr val="FFFFFF"/>
                </a:solidFill>
                <a:latin typeface="+mj-lt"/>
                <a:ea typeface="+mj-ea"/>
                <a:cs typeface="+mj-cs"/>
              </a:rPr>
              <a:t> </a:t>
            </a:r>
            <a:endParaRPr lang="en-US" altLang="x-none" sz="4000" kern="1200" dirty="0">
              <a:solidFill>
                <a:srgbClr val="FFFFFF"/>
              </a:solidFill>
              <a:latin typeface="Garamond" panose="02020404030301010803" pitchFamily="18" charset="0"/>
              <a:ea typeface="+mj-ea"/>
              <a:cs typeface="+mj-cs"/>
            </a:endParaRPr>
          </a:p>
        </p:txBody>
      </p:sp>
      <p:sp>
        <p:nvSpPr>
          <p:cNvPr id="16388"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US" sz="2400" b="1" dirty="0">
                <a:solidFill>
                  <a:srgbClr val="FFFFFF"/>
                </a:solidFill>
              </a:rPr>
              <a:t>37</a:t>
            </a:r>
            <a:endParaRPr sz="2400" b="1" dirty="0">
              <a:solidFill>
                <a:srgbClr val="FFFFFF"/>
              </a:solidFill>
            </a:endParaRPr>
          </a:p>
        </p:txBody>
      </p:sp>
      <p:pic>
        <p:nvPicPr>
          <p:cNvPr id="7" name="Picture 6">
            <a:extLst>
              <a:ext uri="{FF2B5EF4-FFF2-40B4-BE49-F238E27FC236}">
                <a16:creationId xmlns:a16="http://schemas.microsoft.com/office/drawing/2014/main" id="{68F0BE81-DCAD-4A75-A8D6-953699DE7B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2578681"/>
            <a:ext cx="8604250" cy="2219821"/>
          </a:xfrm>
          <a:prstGeom prst="rect">
            <a:avLst/>
          </a:prstGeom>
        </p:spPr>
      </p:pic>
    </p:spTree>
    <p:extLst>
      <p:ext uri="{BB962C8B-B14F-4D97-AF65-F5344CB8AC3E}">
        <p14:creationId xmlns:p14="http://schemas.microsoft.com/office/powerpoint/2010/main" val="3247946943"/>
      </p:ext>
    </p:extLst>
  </p:cSld>
  <p:clrMapOvr>
    <a:masterClrMapping/>
  </p:clrMapOvr>
  <p:transition advClick="0">
    <p:wipe di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Placeholder 2"/>
          <p:cNvSpPr>
            <a:spLocks noGrp="1"/>
          </p:cNvSpPr>
          <p:nvPr>
            <p:ph type="body" idx="1"/>
          </p:nvPr>
        </p:nvSpPr>
        <p:spPr>
          <a:xfrm>
            <a:off x="381000" y="1686187"/>
            <a:ext cx="8604250" cy="5171813"/>
          </a:xfrm>
        </p:spPr>
        <p:txBody>
          <a:bodyPr vert="horz" wrap="square" lIns="91440" tIns="45720" rIns="91440" bIns="45720" numCol="1" anchor="t" anchorCtr="0" compatLnSpc="1">
            <a:noAutofit/>
          </a:bodyPr>
          <a:lstStyle/>
          <a:p>
            <a:pPr marL="342900" lvl="0" indent="-342900" algn="just">
              <a:buSzPct val="145000"/>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Input validation is a crucial security practice in software development that involves inspecting and validating data entered by users or received from external sources before processing or storing it. The goal is to ensure that the data meets specific criteria, such as required field, format, length, type, and range, to prevent various security vulnerabilities and data integrity issues.</a:t>
            </a:r>
          </a:p>
          <a:p>
            <a:pPr marL="342900" lvl="0" indent="-342900" algn="just">
              <a:buSzPct val="145000"/>
              <a:buFont typeface="Arial" panose="020B0604020202020204" pitchFamily="34" charset="0"/>
              <a:buChar char="•"/>
              <a:defRPr/>
            </a:pPr>
            <a:r>
              <a:rPr lang="en-US" sz="2000" b="1" dirty="0">
                <a:latin typeface="Times New Roman" panose="02020603050405020304" pitchFamily="18" charset="0"/>
                <a:cs typeface="Times New Roman" panose="02020603050405020304" pitchFamily="18" charset="0"/>
              </a:rPr>
              <a:t>Purpose of Input Validation: </a:t>
            </a:r>
          </a:p>
          <a:p>
            <a:pPr marL="342900" lvl="0" indent="-342900" algn="just">
              <a:buSzPct val="145000"/>
              <a:buFont typeface="Arial" panose="020B0604020202020204" pitchFamily="34" charset="0"/>
              <a:buChar char="•"/>
              <a:defRPr/>
            </a:pPr>
            <a:r>
              <a:rPr lang="en-US" sz="2000" b="1" dirty="0">
                <a:latin typeface="Times New Roman" panose="02020603050405020304" pitchFamily="18" charset="0"/>
                <a:cs typeface="Times New Roman" panose="02020603050405020304" pitchFamily="18" charset="0"/>
              </a:rPr>
              <a:t>Preventing injection attacks: </a:t>
            </a:r>
            <a:r>
              <a:rPr lang="en-US" sz="2000" dirty="0">
                <a:latin typeface="Times New Roman" panose="02020603050405020304" pitchFamily="18" charset="0"/>
                <a:cs typeface="Times New Roman" panose="02020603050405020304" pitchFamily="18" charset="0"/>
              </a:rPr>
              <a:t>Input validation helps mitigate common injection attacks such as SQL injection, NoSQL injection, and command injection by rejecting malicious input that may contain executable code.</a:t>
            </a:r>
          </a:p>
          <a:p>
            <a:pPr marL="342900" lvl="0" indent="-342900" algn="just">
              <a:buSzPct val="145000"/>
              <a:buFont typeface="Arial" panose="020B0604020202020204" pitchFamily="34" charset="0"/>
              <a:buChar char="•"/>
              <a:defRPr/>
            </a:pPr>
            <a:r>
              <a:rPr lang="en-US" sz="2000" b="1" dirty="0">
                <a:latin typeface="Times New Roman" panose="02020603050405020304" pitchFamily="18" charset="0"/>
                <a:cs typeface="Times New Roman" panose="02020603050405020304" pitchFamily="18" charset="0"/>
              </a:rPr>
              <a:t>Ensuring data integrity: </a:t>
            </a:r>
            <a:r>
              <a:rPr lang="en-US" sz="2000" dirty="0">
                <a:latin typeface="Times New Roman" panose="02020603050405020304" pitchFamily="18" charset="0"/>
                <a:cs typeface="Times New Roman" panose="02020603050405020304" pitchFamily="18" charset="0"/>
              </a:rPr>
              <a:t>By enforcing data format and constraints, input validation helps maintain data integrity and consistency within the application's database or data store.</a:t>
            </a:r>
          </a:p>
          <a:p>
            <a:pPr marL="342900" lvl="0" indent="-342900" algn="just">
              <a:buSzPct val="145000"/>
              <a:buFont typeface="Arial" panose="020B0604020202020204" pitchFamily="34" charset="0"/>
              <a:buChar char="•"/>
              <a:defRPr/>
            </a:pPr>
            <a:r>
              <a:rPr lang="en-US" sz="2000" b="1" dirty="0">
                <a:latin typeface="Times New Roman" panose="02020603050405020304" pitchFamily="18" charset="0"/>
                <a:cs typeface="Times New Roman" panose="02020603050405020304" pitchFamily="18" charset="0"/>
              </a:rPr>
              <a:t>Enhancing usability: </a:t>
            </a:r>
            <a:r>
              <a:rPr lang="en-US" sz="2000" dirty="0">
                <a:latin typeface="Times New Roman" panose="02020603050405020304" pitchFamily="18" charset="0"/>
                <a:cs typeface="Times New Roman" panose="02020603050405020304" pitchFamily="18" charset="0"/>
              </a:rPr>
              <a:t>Input validation also improves the user experience by providing immediate feedback on invalid input, guiding users to correct errors effectively.</a:t>
            </a: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p:txBody>
      </p:sp>
      <p:sp>
        <p:nvSpPr>
          <p:cNvPr id="16387" name="Title 1"/>
          <p:cNvSpPr>
            <a:spLocks noGrp="1"/>
          </p:cNvSpPr>
          <p:nvPr>
            <p:ph type="title"/>
          </p:nvPr>
        </p:nvSpPr>
        <p:spPr>
          <a:xfrm>
            <a:off x="1066800" y="304800"/>
            <a:ext cx="7918450" cy="990600"/>
          </a:xfrm>
        </p:spPr>
        <p:txBody>
          <a:bodyPr vert="horz" wrap="square" lIns="91440" tIns="45720" rIns="91440" bIns="45720" anchor="ctr" anchorCtr="0"/>
          <a:lstStyle/>
          <a:p>
            <a:r>
              <a:rPr lang="en-US" sz="4000" dirty="0"/>
              <a:t>Input Validation </a:t>
            </a:r>
            <a:r>
              <a:rPr lang="en-US" sz="4000" kern="1200" dirty="0">
                <a:solidFill>
                  <a:srgbClr val="FFFFFF"/>
                </a:solidFill>
                <a:latin typeface="+mj-lt"/>
                <a:ea typeface="+mj-ea"/>
                <a:cs typeface="+mj-cs"/>
              </a:rPr>
              <a:t> </a:t>
            </a:r>
            <a:endParaRPr lang="en-US" altLang="x-none" sz="4000" kern="1200" dirty="0">
              <a:solidFill>
                <a:srgbClr val="FFFFFF"/>
              </a:solidFill>
              <a:latin typeface="Garamond" panose="02020404030301010803" pitchFamily="18" charset="0"/>
              <a:ea typeface="+mj-ea"/>
              <a:cs typeface="+mj-cs"/>
            </a:endParaRPr>
          </a:p>
        </p:txBody>
      </p:sp>
      <p:sp>
        <p:nvSpPr>
          <p:cNvPr id="16388"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US" sz="2400" b="1" dirty="0">
                <a:solidFill>
                  <a:srgbClr val="FFFFFF"/>
                </a:solidFill>
              </a:rPr>
              <a:t>38</a:t>
            </a:r>
            <a:endParaRPr sz="2400" b="1" dirty="0">
              <a:solidFill>
                <a:srgbClr val="FFFFFF"/>
              </a:solidFill>
            </a:endParaRPr>
          </a:p>
        </p:txBody>
      </p:sp>
    </p:spTree>
    <p:extLst>
      <p:ext uri="{BB962C8B-B14F-4D97-AF65-F5344CB8AC3E}">
        <p14:creationId xmlns:p14="http://schemas.microsoft.com/office/powerpoint/2010/main" val="301488230"/>
      </p:ext>
    </p:extLst>
  </p:cSld>
  <p:clrMapOvr>
    <a:masterClrMapping/>
  </p:clrMapOvr>
  <p:transition advClick="0">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Placeholder 2"/>
          <p:cNvSpPr>
            <a:spLocks noGrp="1"/>
          </p:cNvSpPr>
          <p:nvPr>
            <p:ph type="body" idx="1"/>
          </p:nvPr>
        </p:nvSpPr>
        <p:spPr>
          <a:xfrm>
            <a:off x="381000" y="1686187"/>
            <a:ext cx="8604250" cy="5171813"/>
          </a:xfrm>
        </p:spPr>
        <p:txBody>
          <a:bodyPr vert="horz" wrap="square" lIns="91440" tIns="45720" rIns="91440" bIns="45720" numCol="1" anchor="t" anchorCtr="0" compatLnSpc="1">
            <a:noAutofit/>
          </a:bodyPr>
          <a:lstStyle/>
          <a:p>
            <a:pPr marL="342900" lvl="0" indent="-342900">
              <a:buSzPct val="145000"/>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In this </a:t>
            </a:r>
            <a:r>
              <a:rPr lang="en-US" sz="2000" dirty="0" err="1">
                <a:latin typeface="Times New Roman" panose="02020603050405020304" pitchFamily="18" charset="0"/>
                <a:cs typeface="Times New Roman" panose="02020603050405020304" pitchFamily="18" charset="0"/>
              </a:rPr>
              <a:t>Bangamata</a:t>
            </a:r>
            <a:r>
              <a:rPr lang="en-US" sz="2000" dirty="0">
                <a:latin typeface="Times New Roman" panose="02020603050405020304" pitchFamily="18" charset="0"/>
                <a:cs typeface="Times New Roman" panose="02020603050405020304" pitchFamily="18" charset="0"/>
              </a:rPr>
              <a:t> Hall Management System we ensure input validation all of the form that are collecting and storing data into our database. </a:t>
            </a:r>
            <a:r>
              <a:rPr lang="en-US" sz="2000" b="1" dirty="0">
                <a:solidFill>
                  <a:schemeClr val="bg1"/>
                </a:solidFill>
                <a:latin typeface="Times New Roman" panose="02020603050405020304" pitchFamily="18" charset="0"/>
                <a:cs typeface="Times New Roman" panose="02020603050405020304" pitchFamily="18" charset="0"/>
              </a:rPr>
              <a:t>BANGAMATA HALL MANAGEMENT SYSTEM</a:t>
            </a: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p:txBody>
      </p:sp>
      <p:sp>
        <p:nvSpPr>
          <p:cNvPr id="16387" name="Title 1"/>
          <p:cNvSpPr>
            <a:spLocks noGrp="1"/>
          </p:cNvSpPr>
          <p:nvPr>
            <p:ph type="title"/>
          </p:nvPr>
        </p:nvSpPr>
        <p:spPr>
          <a:xfrm>
            <a:off x="1066800" y="304800"/>
            <a:ext cx="7918450" cy="990600"/>
          </a:xfrm>
        </p:spPr>
        <p:txBody>
          <a:bodyPr vert="horz" wrap="square" lIns="91440" tIns="45720" rIns="91440" bIns="45720" anchor="ctr" anchorCtr="0"/>
          <a:lstStyle/>
          <a:p>
            <a:r>
              <a:rPr lang="en-US" sz="4000" dirty="0"/>
              <a:t>Input Validation </a:t>
            </a:r>
            <a:r>
              <a:rPr lang="en-US" sz="4000" kern="1200" dirty="0">
                <a:solidFill>
                  <a:srgbClr val="FFFFFF"/>
                </a:solidFill>
                <a:latin typeface="+mj-lt"/>
                <a:ea typeface="+mj-ea"/>
                <a:cs typeface="+mj-cs"/>
              </a:rPr>
              <a:t> </a:t>
            </a:r>
            <a:endParaRPr lang="en-US" altLang="x-none" sz="4000" kern="1200" dirty="0">
              <a:solidFill>
                <a:srgbClr val="FFFFFF"/>
              </a:solidFill>
              <a:latin typeface="Garamond" panose="02020404030301010803" pitchFamily="18" charset="0"/>
              <a:ea typeface="+mj-ea"/>
              <a:cs typeface="+mj-cs"/>
            </a:endParaRPr>
          </a:p>
        </p:txBody>
      </p:sp>
      <p:sp>
        <p:nvSpPr>
          <p:cNvPr id="16388"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US" sz="2400" b="1" dirty="0">
                <a:solidFill>
                  <a:srgbClr val="FFFFFF"/>
                </a:solidFill>
              </a:rPr>
              <a:t>39</a:t>
            </a:r>
            <a:endParaRPr sz="2400" b="1" dirty="0">
              <a:solidFill>
                <a:srgbClr val="FFFFFF"/>
              </a:solidFill>
            </a:endParaRPr>
          </a:p>
        </p:txBody>
      </p:sp>
      <p:pic>
        <p:nvPicPr>
          <p:cNvPr id="3" name="Picture 2">
            <a:extLst>
              <a:ext uri="{FF2B5EF4-FFF2-40B4-BE49-F238E27FC236}">
                <a16:creationId xmlns:a16="http://schemas.microsoft.com/office/drawing/2014/main" id="{897AF2AD-1985-48BF-97B4-570DEFA2085C}"/>
              </a:ext>
            </a:extLst>
          </p:cNvPr>
          <p:cNvPicPr>
            <a:picLocks noChangeAspect="1"/>
          </p:cNvPicPr>
          <p:nvPr/>
        </p:nvPicPr>
        <p:blipFill rotWithShape="1">
          <a:blip r:embed="rId3">
            <a:extLst>
              <a:ext uri="{28A0092B-C50C-407E-A947-70E740481C1C}">
                <a14:useLocalDpi xmlns:a14="http://schemas.microsoft.com/office/drawing/2010/main" val="0"/>
              </a:ext>
            </a:extLst>
          </a:blip>
          <a:srcRect r="14923"/>
          <a:stretch/>
        </p:blipFill>
        <p:spPr>
          <a:xfrm>
            <a:off x="114301" y="2634143"/>
            <a:ext cx="5095874" cy="393660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73386C9C-DCC5-4F90-9896-A2D3E3491D16}"/>
              </a:ext>
            </a:extLst>
          </p:cNvPr>
          <p:cNvPicPr>
            <a:picLocks noChangeAspect="1"/>
          </p:cNvPicPr>
          <p:nvPr/>
        </p:nvPicPr>
        <p:blipFill rotWithShape="1">
          <a:blip r:embed="rId4">
            <a:extLst>
              <a:ext uri="{28A0092B-C50C-407E-A947-70E740481C1C}">
                <a14:useLocalDpi xmlns:a14="http://schemas.microsoft.com/office/drawing/2010/main" val="0"/>
              </a:ext>
            </a:extLst>
          </a:blip>
          <a:srcRect r="8864"/>
          <a:stretch/>
        </p:blipFill>
        <p:spPr>
          <a:xfrm>
            <a:off x="5361533" y="2634143"/>
            <a:ext cx="3525292" cy="394990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75962059"/>
      </p:ext>
    </p:extLst>
  </p:cSld>
  <p:clrMapOvr>
    <a:masterClrMapping/>
  </p:clrMapOvr>
  <p:transition advClick="0">
    <p:wipe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Placeholder 2"/>
          <p:cNvSpPr>
            <a:spLocks noGrp="1"/>
          </p:cNvSpPr>
          <p:nvPr>
            <p:ph type="body" idx="1"/>
          </p:nvPr>
        </p:nvSpPr>
        <p:spPr>
          <a:xfrm>
            <a:off x="381000" y="1686187"/>
            <a:ext cx="8604250" cy="5171813"/>
          </a:xfrm>
        </p:spPr>
        <p:txBody>
          <a:bodyPr vert="horz" wrap="square" lIns="91440" tIns="45720" rIns="91440" bIns="45720" numCol="1" anchor="t" anchorCtr="0" compatLnSpc="1">
            <a:noAutofit/>
          </a:bodyPr>
          <a:lstStyle/>
          <a:p>
            <a:pPr marL="342900" lvl="0" indent="-342900" algn="just">
              <a:buSzPct val="145000"/>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In this project by Implementing CSRF tokens as hidden fields or headers in forms and requests. These tokens are unique per session and are validated by the server to ensure that the request originated from the legitimate user's session. Here is the code that we are used for preventing CSRF Issue.</a:t>
            </a: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p:txBody>
      </p:sp>
      <p:sp>
        <p:nvSpPr>
          <p:cNvPr id="16387" name="Title 1"/>
          <p:cNvSpPr>
            <a:spLocks noGrp="1"/>
          </p:cNvSpPr>
          <p:nvPr>
            <p:ph type="title"/>
          </p:nvPr>
        </p:nvSpPr>
        <p:spPr>
          <a:xfrm>
            <a:off x="1066800" y="304800"/>
            <a:ext cx="7918450" cy="970327"/>
          </a:xfrm>
        </p:spPr>
        <p:txBody>
          <a:bodyPr vert="horz" wrap="square" lIns="91440" tIns="45720" rIns="91440" bIns="45720" anchor="ctr" anchorCtr="0"/>
          <a:lstStyle/>
          <a:p>
            <a:r>
              <a:rPr lang="en-US" sz="3200" dirty="0"/>
              <a:t>Cross-Site Request Forgery(CSRF) Checking </a:t>
            </a:r>
            <a:endParaRPr lang="en-US" altLang="x-none" sz="3200" kern="1200" dirty="0">
              <a:solidFill>
                <a:srgbClr val="FFFFFF"/>
              </a:solidFill>
              <a:latin typeface="Garamond" panose="02020404030301010803" pitchFamily="18" charset="0"/>
              <a:ea typeface="+mj-ea"/>
              <a:cs typeface="+mj-cs"/>
            </a:endParaRPr>
          </a:p>
        </p:txBody>
      </p:sp>
      <p:sp>
        <p:nvSpPr>
          <p:cNvPr id="16388"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US" sz="2400" b="1" dirty="0">
                <a:solidFill>
                  <a:srgbClr val="FFFFFF"/>
                </a:solidFill>
              </a:rPr>
              <a:t>40</a:t>
            </a:r>
            <a:endParaRPr sz="2400" b="1" dirty="0">
              <a:solidFill>
                <a:srgbClr val="FFFFFF"/>
              </a:solidFill>
            </a:endParaRPr>
          </a:p>
        </p:txBody>
      </p:sp>
      <p:pic>
        <p:nvPicPr>
          <p:cNvPr id="3" name="Picture 2">
            <a:extLst>
              <a:ext uri="{FF2B5EF4-FFF2-40B4-BE49-F238E27FC236}">
                <a16:creationId xmlns:a16="http://schemas.microsoft.com/office/drawing/2014/main" id="{1356F9D1-CEC9-4E8E-BFB3-FCF5DAC1DB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750" y="3334964"/>
            <a:ext cx="8503087" cy="2654436"/>
          </a:xfrm>
          <a:prstGeom prst="rect">
            <a:avLst/>
          </a:prstGeom>
        </p:spPr>
      </p:pic>
    </p:spTree>
    <p:extLst>
      <p:ext uri="{BB962C8B-B14F-4D97-AF65-F5344CB8AC3E}">
        <p14:creationId xmlns:p14="http://schemas.microsoft.com/office/powerpoint/2010/main" val="575491895"/>
      </p:ext>
    </p:extLst>
  </p:cSld>
  <p:clrMapOvr>
    <a:masterClrMapping/>
  </p:clrMapOvr>
  <p:transition advClick="0">
    <p:wipe di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Placeholder 2"/>
          <p:cNvSpPr>
            <a:spLocks noGrp="1"/>
          </p:cNvSpPr>
          <p:nvPr>
            <p:ph type="body" idx="1"/>
          </p:nvPr>
        </p:nvSpPr>
        <p:spPr>
          <a:xfrm>
            <a:off x="381000" y="1686187"/>
            <a:ext cx="8604250" cy="5171813"/>
          </a:xfrm>
        </p:spPr>
        <p:txBody>
          <a:bodyPr vert="horz" wrap="square" lIns="91440" tIns="45720" rIns="91440" bIns="45720" numCol="1" anchor="t" anchorCtr="0" compatLnSpc="1">
            <a:noAutofit/>
          </a:bodyPr>
          <a:lstStyle/>
          <a:p>
            <a:pPr marL="342900" lvl="0" indent="-342900" algn="just">
              <a:buSzPct val="145000"/>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Session management is a fundamental aspect of web application security that involves the creation, maintenance, and termination of user sessions. Sessions enable a web server to recognize and maintain stateful interactions with clients (e.g., web browsers) across multiple requests and responses. </a:t>
            </a:r>
          </a:p>
          <a:p>
            <a:pPr marL="342900" lvl="0" indent="-342900" algn="just">
              <a:buSzPct val="145000"/>
              <a:buFont typeface="Arial" panose="020B0604020202020204" pitchFamily="34" charset="0"/>
              <a:buChar char="•"/>
              <a:defRPr/>
            </a:pPr>
            <a:r>
              <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rPr>
              <a:t>Session Creation: When a user accesses a web application, the server creates a unique session identifier (session ID) and associates it with the user's session data. Typically, session IDs are stored in cookies or appended to URLs and are used to track and identify the user's session throughout their interaction with the application.</a:t>
            </a:r>
          </a:p>
          <a:p>
            <a:pPr marL="342900" lvl="0" indent="-342900" algn="just">
              <a:buSzPct val="145000"/>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In our project we consider this session management security issue. When a students / users are logout from a browser tab then no work will be do from others tab. </a:t>
            </a: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p:txBody>
      </p:sp>
      <p:sp>
        <p:nvSpPr>
          <p:cNvPr id="16387" name="Title 1"/>
          <p:cNvSpPr>
            <a:spLocks noGrp="1"/>
          </p:cNvSpPr>
          <p:nvPr>
            <p:ph type="title"/>
          </p:nvPr>
        </p:nvSpPr>
        <p:spPr>
          <a:xfrm>
            <a:off x="1066800" y="304800"/>
            <a:ext cx="7918450" cy="970327"/>
          </a:xfrm>
        </p:spPr>
        <p:txBody>
          <a:bodyPr vert="horz" wrap="square" lIns="91440" tIns="45720" rIns="91440" bIns="45720" anchor="ctr" anchorCtr="0"/>
          <a:lstStyle/>
          <a:p>
            <a:r>
              <a:rPr lang="en-US" sz="3200" dirty="0"/>
              <a:t>Session Management</a:t>
            </a:r>
            <a:endParaRPr lang="en-US" altLang="x-none" sz="3200" kern="1200" dirty="0">
              <a:solidFill>
                <a:srgbClr val="FFFFFF"/>
              </a:solidFill>
              <a:latin typeface="Garamond" panose="02020404030301010803" pitchFamily="18" charset="0"/>
              <a:ea typeface="+mj-ea"/>
              <a:cs typeface="+mj-cs"/>
            </a:endParaRPr>
          </a:p>
        </p:txBody>
      </p:sp>
      <p:sp>
        <p:nvSpPr>
          <p:cNvPr id="16388"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US" sz="2400" b="1" dirty="0">
                <a:solidFill>
                  <a:srgbClr val="FFFFFF"/>
                </a:solidFill>
              </a:rPr>
              <a:t>41</a:t>
            </a:r>
            <a:endParaRPr sz="2400" b="1" dirty="0">
              <a:solidFill>
                <a:srgbClr val="FFFFFF"/>
              </a:solidFill>
            </a:endParaRPr>
          </a:p>
        </p:txBody>
      </p:sp>
    </p:spTree>
    <p:extLst>
      <p:ext uri="{BB962C8B-B14F-4D97-AF65-F5344CB8AC3E}">
        <p14:creationId xmlns:p14="http://schemas.microsoft.com/office/powerpoint/2010/main" val="2925924264"/>
      </p:ext>
    </p:extLst>
  </p:cSld>
  <p:clrMapOvr>
    <a:masterClrMapping/>
  </p:clrMapOvr>
  <p:transition advClick="0">
    <p:wipe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Placeholder 2"/>
          <p:cNvSpPr>
            <a:spLocks noGrp="1"/>
          </p:cNvSpPr>
          <p:nvPr>
            <p:ph type="body" idx="1"/>
          </p:nvPr>
        </p:nvSpPr>
        <p:spPr>
          <a:xfrm>
            <a:off x="381000" y="1686187"/>
            <a:ext cx="8604250" cy="5171813"/>
          </a:xfrm>
        </p:spPr>
        <p:txBody>
          <a:bodyPr vert="horz" wrap="square" lIns="91440" tIns="45720" rIns="91440" bIns="45720" numCol="1" anchor="t" anchorCtr="0" compatLnSpc="1">
            <a:noAutofit/>
          </a:bodyPr>
          <a:lstStyle/>
          <a:p>
            <a:pPr marL="342900" lvl="0" indent="-342900" algn="just">
              <a:buSzPct val="145000"/>
              <a:buFont typeface="Arial" panose="020B0604020202020204" pitchFamily="34" charset="0"/>
              <a:buChar char="•"/>
              <a:defRPr/>
            </a:pPr>
            <a:r>
              <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rPr>
              <a:t>Securely configure the database, use parameterized queries to prevent SQL injection, and implement the principle of least privilege for database access. </a:t>
            </a:r>
          </a:p>
          <a:p>
            <a:pPr marL="342900" lvl="0" indent="-342900" algn="just">
              <a:buSzPct val="145000"/>
              <a:buFont typeface="Arial" panose="020B0604020202020204" pitchFamily="34" charset="0"/>
              <a:buChar char="•"/>
              <a:defRPr/>
            </a:pPr>
            <a:r>
              <a:rPr lang="en-US" sz="2000" b="1" dirty="0">
                <a:latin typeface="Times New Roman" panose="02020603050405020304" pitchFamily="18" charset="0"/>
                <a:cs typeface="Times New Roman" panose="02020603050405020304" pitchFamily="18" charset="0"/>
              </a:rPr>
              <a:t>Access Control:</a:t>
            </a:r>
            <a:r>
              <a:rPr lang="en-US" sz="2000" dirty="0">
                <a:latin typeface="Times New Roman" panose="02020603050405020304" pitchFamily="18" charset="0"/>
                <a:cs typeface="Times New Roman" panose="02020603050405020304" pitchFamily="18" charset="0"/>
              </a:rPr>
              <a:t> Implement robust access control mechanisms to restrict access to the database based on user roles and privileges. </a:t>
            </a:r>
          </a:p>
          <a:p>
            <a:pPr marL="342900" lvl="0" indent="-342900" algn="just">
              <a:buSzPct val="145000"/>
              <a:buFont typeface="Arial" panose="020B0604020202020204" pitchFamily="34" charset="0"/>
              <a:buChar char="•"/>
              <a:defRPr/>
            </a:pPr>
            <a:r>
              <a:rPr lang="en-US" sz="2000" b="1" dirty="0">
                <a:latin typeface="Times New Roman" panose="02020603050405020304" pitchFamily="18" charset="0"/>
                <a:cs typeface="Times New Roman" panose="02020603050405020304" pitchFamily="18" charset="0"/>
              </a:rPr>
              <a:t>Regular Backup Schedule:</a:t>
            </a:r>
            <a:r>
              <a:rPr lang="en-US" sz="2000" dirty="0">
                <a:latin typeface="Times New Roman" panose="02020603050405020304" pitchFamily="18" charset="0"/>
                <a:cs typeface="Times New Roman" panose="02020603050405020304" pitchFamily="18" charset="0"/>
              </a:rPr>
              <a:t> Here we will establish a regular backup schedule to create copies of the database at predetermined intervals (e.g., daily, weekly). Consider the criticality of the data and the frequency of changes when determining the backup frequency.</a:t>
            </a:r>
          </a:p>
        </p:txBody>
      </p:sp>
      <p:sp>
        <p:nvSpPr>
          <p:cNvPr id="16387" name="Title 1"/>
          <p:cNvSpPr>
            <a:spLocks noGrp="1"/>
          </p:cNvSpPr>
          <p:nvPr>
            <p:ph type="title"/>
          </p:nvPr>
        </p:nvSpPr>
        <p:spPr>
          <a:xfrm>
            <a:off x="1066800" y="304800"/>
            <a:ext cx="7918450" cy="970327"/>
          </a:xfrm>
        </p:spPr>
        <p:txBody>
          <a:bodyPr vert="horz" wrap="square" lIns="91440" tIns="45720" rIns="91440" bIns="45720" anchor="ctr" anchorCtr="0"/>
          <a:lstStyle/>
          <a:p>
            <a:r>
              <a:rPr lang="en-US" sz="3200" dirty="0"/>
              <a:t>Database Security and Backup </a:t>
            </a:r>
            <a:endParaRPr lang="en-US" altLang="x-none" sz="3200" kern="1200" dirty="0">
              <a:solidFill>
                <a:srgbClr val="FFFFFF"/>
              </a:solidFill>
              <a:latin typeface="Garamond" panose="02020404030301010803" pitchFamily="18" charset="0"/>
              <a:ea typeface="+mj-ea"/>
              <a:cs typeface="+mj-cs"/>
            </a:endParaRPr>
          </a:p>
        </p:txBody>
      </p:sp>
      <p:sp>
        <p:nvSpPr>
          <p:cNvPr id="16388"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US" sz="2400" b="1" dirty="0">
                <a:solidFill>
                  <a:srgbClr val="FFFFFF"/>
                </a:solidFill>
              </a:rPr>
              <a:t>42</a:t>
            </a:r>
            <a:endParaRPr sz="2400" b="1" dirty="0">
              <a:solidFill>
                <a:srgbClr val="FFFFFF"/>
              </a:solidFill>
            </a:endParaRPr>
          </a:p>
        </p:txBody>
      </p:sp>
    </p:spTree>
    <p:extLst>
      <p:ext uri="{BB962C8B-B14F-4D97-AF65-F5344CB8AC3E}">
        <p14:creationId xmlns:p14="http://schemas.microsoft.com/office/powerpoint/2010/main" val="3382477814"/>
      </p:ext>
    </p:extLst>
  </p:cSld>
  <p:clrMapOvr>
    <a:masterClrMapping/>
  </p:clrMapOvr>
  <p:transition advClick="0">
    <p:wipe dir="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Placeholder 2"/>
          <p:cNvSpPr>
            <a:spLocks noGrp="1"/>
          </p:cNvSpPr>
          <p:nvPr>
            <p:ph type="body" idx="1"/>
          </p:nvPr>
        </p:nvSpPr>
        <p:spPr>
          <a:xfrm>
            <a:off x="381000" y="1686187"/>
            <a:ext cx="8604250" cy="5171813"/>
          </a:xfrm>
        </p:spPr>
        <p:txBody>
          <a:bodyPr vert="horz" wrap="square" lIns="91440" tIns="45720" rIns="91440" bIns="45720" numCol="1" anchor="t" anchorCtr="0" compatLnSpc="1">
            <a:noAutofit/>
          </a:bodyPr>
          <a:lstStyle/>
          <a:p>
            <a:pPr marL="342900" lvl="0" indent="-342900" algn="just">
              <a:buSzPct val="145000"/>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Logging and monitoring are essential components of an effective cybersecurity strategy, providing visibility into system activities, detecting suspicious behavior, and enabling timely incident response. Here’s we consider of logging and monitoring aspects of our project security </a:t>
            </a:r>
          </a:p>
          <a:p>
            <a:pPr marL="342900" lvl="0" indent="-342900" algn="just">
              <a:buSzPct val="145000"/>
              <a:buFont typeface="Arial" panose="020B0604020202020204" pitchFamily="34" charset="0"/>
              <a:buChar char="•"/>
              <a:defRPr/>
            </a:pPr>
            <a:r>
              <a:rPr lang="en-US" sz="2000" b="1" dirty="0">
                <a:latin typeface="Times New Roman" panose="02020603050405020304" pitchFamily="18" charset="0"/>
                <a:cs typeface="Times New Roman" panose="02020603050405020304" pitchFamily="18" charset="0"/>
              </a:rPr>
              <a:t>Event Logging:</a:t>
            </a:r>
            <a:r>
              <a:rPr lang="en-US" sz="2000" dirty="0">
                <a:latin typeface="Times New Roman" panose="02020603050405020304" pitchFamily="18" charset="0"/>
                <a:cs typeface="Times New Roman" panose="02020603050405020304" pitchFamily="18" charset="0"/>
              </a:rPr>
              <a:t> In this project we collect and store logs of various system events, such as user authentication, access control changes, privilege escalations, and system configuration modifications.</a:t>
            </a: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p:txBody>
      </p:sp>
      <p:sp>
        <p:nvSpPr>
          <p:cNvPr id="16387" name="Title 1"/>
          <p:cNvSpPr>
            <a:spLocks noGrp="1"/>
          </p:cNvSpPr>
          <p:nvPr>
            <p:ph type="title"/>
          </p:nvPr>
        </p:nvSpPr>
        <p:spPr>
          <a:xfrm>
            <a:off x="1066800" y="304800"/>
            <a:ext cx="7918450" cy="970327"/>
          </a:xfrm>
        </p:spPr>
        <p:txBody>
          <a:bodyPr vert="horz" wrap="square" lIns="91440" tIns="45720" rIns="91440" bIns="45720" anchor="ctr" anchorCtr="0"/>
          <a:lstStyle/>
          <a:p>
            <a:r>
              <a:rPr lang="en-US" sz="3200" dirty="0"/>
              <a:t>Logging and Monitoring </a:t>
            </a:r>
            <a:endParaRPr lang="en-US" altLang="x-none" sz="3200" kern="1200" dirty="0">
              <a:solidFill>
                <a:srgbClr val="FFFFFF"/>
              </a:solidFill>
              <a:latin typeface="Garamond" panose="02020404030301010803" pitchFamily="18" charset="0"/>
              <a:ea typeface="+mj-ea"/>
              <a:cs typeface="+mj-cs"/>
            </a:endParaRPr>
          </a:p>
        </p:txBody>
      </p:sp>
      <p:sp>
        <p:nvSpPr>
          <p:cNvPr id="16388"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US" sz="2400" b="1" dirty="0">
                <a:solidFill>
                  <a:srgbClr val="FFFFFF"/>
                </a:solidFill>
              </a:rPr>
              <a:t>43</a:t>
            </a:r>
            <a:endParaRPr sz="2400" b="1" dirty="0">
              <a:solidFill>
                <a:srgbClr val="FFFFFF"/>
              </a:solidFill>
            </a:endParaRPr>
          </a:p>
        </p:txBody>
      </p:sp>
      <p:pic>
        <p:nvPicPr>
          <p:cNvPr id="3" name="Picture 2">
            <a:extLst>
              <a:ext uri="{FF2B5EF4-FFF2-40B4-BE49-F238E27FC236}">
                <a16:creationId xmlns:a16="http://schemas.microsoft.com/office/drawing/2014/main" id="{50F19EF5-8301-4B92-9697-1F533CDA82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953" y="4394073"/>
            <a:ext cx="8117048" cy="2325509"/>
          </a:xfrm>
          <a:prstGeom prst="rect">
            <a:avLst/>
          </a:prstGeom>
        </p:spPr>
      </p:pic>
    </p:spTree>
    <p:extLst>
      <p:ext uri="{BB962C8B-B14F-4D97-AF65-F5344CB8AC3E}">
        <p14:creationId xmlns:p14="http://schemas.microsoft.com/office/powerpoint/2010/main" val="1495071853"/>
      </p:ext>
    </p:extLst>
  </p:cSld>
  <p:clrMapOvr>
    <a:masterClrMapping/>
  </p:clrMapOvr>
  <p:transition advClick="0">
    <p:wipe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Placeholder 2"/>
          <p:cNvSpPr>
            <a:spLocks noGrp="1"/>
          </p:cNvSpPr>
          <p:nvPr>
            <p:ph type="body" idx="1"/>
          </p:nvPr>
        </p:nvSpPr>
        <p:spPr>
          <a:xfrm>
            <a:off x="381000" y="1686187"/>
            <a:ext cx="8604250" cy="5171813"/>
          </a:xfrm>
        </p:spPr>
        <p:txBody>
          <a:bodyPr vert="horz" wrap="square" lIns="91440" tIns="45720" rIns="91440" bIns="45720" numCol="1" anchor="t" anchorCtr="0" compatLnSpc="1">
            <a:noAutofit/>
          </a:bodyPr>
          <a:lstStyle/>
          <a:p>
            <a:pPr lvl="0" algn="just">
              <a:buSzPct val="145000"/>
              <a:defRPr/>
            </a:pPr>
            <a:r>
              <a:rPr lang="en-US" sz="2000" dirty="0">
                <a:latin typeface="Times New Roman" panose="02020603050405020304" pitchFamily="18" charset="0"/>
                <a:cs typeface="Times New Roman" panose="02020603050405020304" pitchFamily="18" charset="0"/>
              </a:rPr>
              <a:t>File upload security is crucial for preventing various types of attacks, including malicious file uploads, file tampering, and exploitation of vulnerabilities in web applications. </a:t>
            </a:r>
          </a:p>
          <a:p>
            <a:r>
              <a:rPr lang="en-US" sz="2000" b="1" dirty="0">
                <a:latin typeface="Times New Roman" panose="02020603050405020304" pitchFamily="18" charset="0"/>
                <a:cs typeface="Times New Roman" panose="02020603050405020304" pitchFamily="18" charset="0"/>
              </a:rPr>
              <a:t>File Type Validation: </a:t>
            </a:r>
            <a:r>
              <a:rPr lang="en-US" sz="2000" dirty="0">
                <a:latin typeface="Times New Roman" panose="02020603050405020304" pitchFamily="18" charset="0"/>
                <a:cs typeface="Times New Roman" panose="02020603050405020304" pitchFamily="18" charset="0"/>
              </a:rPr>
              <a:t>Validate file types to ensure that only allowed file formats are accepted for upload. Restrict uploads to specific file types (e.g., images, documents) based on the user requirements.</a:t>
            </a:r>
          </a:p>
          <a:p>
            <a:r>
              <a:rPr lang="en-US" sz="2000" dirty="0">
                <a:latin typeface="Times New Roman" panose="02020603050405020304" pitchFamily="18" charset="0"/>
                <a:cs typeface="Times New Roman" panose="02020603050405020304" pitchFamily="18" charset="0"/>
              </a:rPr>
              <a:t> F</a:t>
            </a:r>
            <a:r>
              <a:rPr lang="en-US" sz="2000" b="1" dirty="0">
                <a:latin typeface="Times New Roman" panose="02020603050405020304" pitchFamily="18" charset="0"/>
                <a:cs typeface="Times New Roman" panose="02020603050405020304" pitchFamily="18" charset="0"/>
              </a:rPr>
              <a:t>ile Size Limitation: </a:t>
            </a:r>
            <a:r>
              <a:rPr lang="en-US" sz="2000" dirty="0">
                <a:latin typeface="Times New Roman" panose="02020603050405020304" pitchFamily="18" charset="0"/>
                <a:cs typeface="Times New Roman" panose="02020603050405020304" pitchFamily="18" charset="0"/>
              </a:rPr>
              <a:t>Enforce size limits on uploaded files to prevent denial-of-service (DoS) attacks and resource exhaustion. Specify maximum file sizes based on the users capacity.</a:t>
            </a:r>
          </a:p>
          <a:p>
            <a:pPr>
              <a:buFont typeface="Arial" panose="020B0604020202020204" pitchFamily="34" charset="0"/>
              <a:buChar char="•"/>
            </a:pPr>
            <a:endParaRPr lang="en-US" sz="1200" dirty="0"/>
          </a:p>
          <a:p>
            <a:r>
              <a:rPr lang="en-US" sz="2000" dirty="0">
                <a:latin typeface="Times New Roman" panose="02020603050405020304" pitchFamily="18" charset="0"/>
                <a:cs typeface="Times New Roman" panose="02020603050405020304" pitchFamily="18" charset="0"/>
              </a:rPr>
              <a:t>We have not done any uploading for this project yet. These security issues will be considered if file uploads are ever performed.</a:t>
            </a:r>
          </a:p>
          <a:p>
            <a:pPr>
              <a:buFont typeface="Arial" panose="020B0604020202020204" pitchFamily="34" charset="0"/>
              <a:buChar char="•"/>
            </a:pPr>
            <a:endParaRPr lang="en-US" sz="1600" dirty="0"/>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a:p>
            <a:pPr marL="342900" lvl="0" indent="-342900" algn="just">
              <a:buSzPct val="145000"/>
              <a:buFont typeface="Arial" panose="020B0604020202020204" pitchFamily="34" charset="0"/>
              <a:buChar char="•"/>
              <a:defRPr/>
            </a:pPr>
            <a:endParaRPr kumimoji="0" lang="en-US" sz="2000" b="0" i="0" u="none" strike="noStrike" kern="1200" cap="none" spc="0" normalizeH="0" baseline="0" noProof="0" dirty="0">
              <a:ln>
                <a:noFill/>
              </a:ln>
              <a:solidFill>
                <a:schemeClr val="bg2">
                  <a:lumMod val="25000"/>
                </a:schemeClr>
              </a:solidFill>
              <a:effectLst/>
              <a:uLnTx/>
              <a:uFillTx/>
              <a:latin typeface="Times New Roman" panose="02020603050405020304" pitchFamily="18" charset="0"/>
              <a:cs typeface="Times New Roman" panose="02020603050405020304" pitchFamily="18" charset="0"/>
            </a:endParaRPr>
          </a:p>
        </p:txBody>
      </p:sp>
      <p:sp>
        <p:nvSpPr>
          <p:cNvPr id="16387" name="Title 1"/>
          <p:cNvSpPr>
            <a:spLocks noGrp="1"/>
          </p:cNvSpPr>
          <p:nvPr>
            <p:ph type="title"/>
          </p:nvPr>
        </p:nvSpPr>
        <p:spPr>
          <a:xfrm>
            <a:off x="1066800" y="304800"/>
            <a:ext cx="7918450" cy="970327"/>
          </a:xfrm>
        </p:spPr>
        <p:txBody>
          <a:bodyPr vert="horz" wrap="square" lIns="91440" tIns="45720" rIns="91440" bIns="45720" anchor="ctr" anchorCtr="0"/>
          <a:lstStyle/>
          <a:p>
            <a:r>
              <a:rPr lang="en-US" sz="3200" dirty="0"/>
              <a:t>File Upload Security </a:t>
            </a:r>
            <a:endParaRPr lang="en-US" altLang="x-none" sz="3200" kern="1200" dirty="0">
              <a:solidFill>
                <a:srgbClr val="FFFFFF"/>
              </a:solidFill>
              <a:latin typeface="Garamond" panose="02020404030301010803" pitchFamily="18" charset="0"/>
              <a:ea typeface="+mj-ea"/>
              <a:cs typeface="+mj-cs"/>
            </a:endParaRPr>
          </a:p>
        </p:txBody>
      </p:sp>
      <p:sp>
        <p:nvSpPr>
          <p:cNvPr id="16388"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US" sz="2400" b="1" dirty="0">
                <a:solidFill>
                  <a:srgbClr val="FFFFFF"/>
                </a:solidFill>
              </a:rPr>
              <a:t>44</a:t>
            </a:r>
            <a:endParaRPr sz="2400" b="1" dirty="0">
              <a:solidFill>
                <a:srgbClr val="FFFFFF"/>
              </a:solidFill>
            </a:endParaRPr>
          </a:p>
        </p:txBody>
      </p:sp>
    </p:spTree>
    <p:extLst>
      <p:ext uri="{BB962C8B-B14F-4D97-AF65-F5344CB8AC3E}">
        <p14:creationId xmlns:p14="http://schemas.microsoft.com/office/powerpoint/2010/main" val="4017342452"/>
      </p:ext>
    </p:extLst>
  </p:cSld>
  <p:clrMapOvr>
    <a:masterClrMapping/>
  </p:clrMapOvr>
  <p:transition advClick="0">
    <p:wipe dir="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Placeholder 2"/>
          <p:cNvSpPr>
            <a:spLocks noGrp="1"/>
          </p:cNvSpPr>
          <p:nvPr>
            <p:ph type="body" idx="1"/>
          </p:nvPr>
        </p:nvSpPr>
        <p:spPr>
          <a:xfrm>
            <a:off x="381000" y="1686187"/>
            <a:ext cx="8604250" cy="5171813"/>
          </a:xfrm>
        </p:spPr>
        <p:txBody>
          <a:bodyPr vert="horz" wrap="square" lIns="91440" tIns="45720" rIns="91440" bIns="45720" numCol="1" anchor="t" anchorCtr="0" compatLnSpc="1">
            <a:noAutofit/>
          </a:bodyPr>
          <a:lstStyle/>
          <a:p>
            <a:pPr marL="342900" lvl="0" indent="-342900" algn="just">
              <a:buSzPct val="145000"/>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SSL (Secure Sockets Layer) certificates are digital certificates that authenticate the identity of a website and encrypt data transmitted between the user's web browser and the web server. </a:t>
            </a:r>
          </a:p>
          <a:p>
            <a:pPr marL="342900" lvl="0" indent="-342900" algn="just">
              <a:buSzPct val="145000"/>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When our project will be in live server then we’ll bought a SSL certificate for our domain to enable encryption of data transmitted between the user's browser and the web server. This encryption helps protect sensitive information, such as login credentials, personal details, and financial data, from interception by unauthorized parties.</a:t>
            </a:r>
          </a:p>
          <a:p>
            <a:pPr marL="342900" lvl="0" indent="-342900" algn="just">
              <a:buSzPct val="145000"/>
              <a:buFont typeface="Arial" panose="020B0604020202020204" pitchFamily="34" charset="0"/>
              <a:buChar char="•"/>
              <a:defRPr/>
            </a:pPr>
            <a:endParaRPr lang="en-US" sz="2000" dirty="0">
              <a:latin typeface="Times New Roman" panose="02020603050405020304" pitchFamily="18" charset="0"/>
              <a:cs typeface="Times New Roman" panose="02020603050405020304" pitchFamily="18" charset="0"/>
            </a:endParaRPr>
          </a:p>
        </p:txBody>
      </p:sp>
      <p:sp>
        <p:nvSpPr>
          <p:cNvPr id="16387" name="Title 1"/>
          <p:cNvSpPr>
            <a:spLocks noGrp="1"/>
          </p:cNvSpPr>
          <p:nvPr>
            <p:ph type="title"/>
          </p:nvPr>
        </p:nvSpPr>
        <p:spPr>
          <a:xfrm>
            <a:off x="1066800" y="304800"/>
            <a:ext cx="7918450" cy="970327"/>
          </a:xfrm>
        </p:spPr>
        <p:txBody>
          <a:bodyPr vert="horz" wrap="square" lIns="91440" tIns="45720" rIns="91440" bIns="45720" anchor="ctr" anchorCtr="0"/>
          <a:lstStyle/>
          <a:p>
            <a:r>
              <a:rPr lang="en-US" sz="3200" dirty="0"/>
              <a:t>SSL Certificates </a:t>
            </a:r>
            <a:endParaRPr lang="en-US" altLang="x-none" sz="3200" kern="1200" dirty="0">
              <a:solidFill>
                <a:srgbClr val="FFFFFF"/>
              </a:solidFill>
              <a:latin typeface="Garamond" panose="02020404030301010803" pitchFamily="18" charset="0"/>
              <a:ea typeface="+mj-ea"/>
              <a:cs typeface="+mj-cs"/>
            </a:endParaRPr>
          </a:p>
        </p:txBody>
      </p:sp>
      <p:sp>
        <p:nvSpPr>
          <p:cNvPr id="16388"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US" sz="2400" b="1" dirty="0">
                <a:solidFill>
                  <a:srgbClr val="FFFFFF"/>
                </a:solidFill>
              </a:rPr>
              <a:t>45</a:t>
            </a:r>
            <a:endParaRPr sz="2400" b="1" dirty="0">
              <a:solidFill>
                <a:srgbClr val="FFFFFF"/>
              </a:solidFill>
            </a:endParaRPr>
          </a:p>
        </p:txBody>
      </p:sp>
    </p:spTree>
    <p:extLst>
      <p:ext uri="{BB962C8B-B14F-4D97-AF65-F5344CB8AC3E}">
        <p14:creationId xmlns:p14="http://schemas.microsoft.com/office/powerpoint/2010/main" val="3849089487"/>
      </p:ext>
    </p:extLst>
  </p:cSld>
  <p:clrMapOvr>
    <a:masterClrMapping/>
  </p:clrMapOvr>
  <p:transition advClick="0">
    <p:wipe di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itle 2"/>
          <p:cNvSpPr>
            <a:spLocks noGrp="1"/>
          </p:cNvSpPr>
          <p:nvPr>
            <p:ph type="title"/>
          </p:nvPr>
        </p:nvSpPr>
        <p:spPr/>
        <p:txBody>
          <a:bodyPr vert="horz" wrap="square" lIns="91440" tIns="45720" rIns="91440" bIns="45720" anchor="ctr" anchorCtr="0"/>
          <a:lstStyle/>
          <a:p>
            <a:r>
              <a:rPr b="1" kern="1200" dirty="0">
                <a:solidFill>
                  <a:srgbClr val="FFFFFF"/>
                </a:solidFill>
                <a:latin typeface="+mj-lt"/>
                <a:ea typeface="+mj-ea"/>
                <a:cs typeface="+mj-cs"/>
              </a:rPr>
              <a:t/>
            </a:r>
            <a:br>
              <a:rPr b="1" kern="1200" dirty="0">
                <a:solidFill>
                  <a:srgbClr val="FFFFFF"/>
                </a:solidFill>
                <a:latin typeface="+mj-lt"/>
                <a:ea typeface="+mj-ea"/>
                <a:cs typeface="+mj-cs"/>
              </a:rPr>
            </a:br>
            <a:r>
              <a:rPr b="1" kern="1200" dirty="0">
                <a:solidFill>
                  <a:srgbClr val="FFFFFF"/>
                </a:solidFill>
                <a:latin typeface="+mj-lt"/>
                <a:ea typeface="+mj-ea"/>
                <a:cs typeface="+mj-cs"/>
              </a:rPr>
              <a:t/>
            </a:r>
            <a:br>
              <a:rPr b="1" kern="1200" dirty="0">
                <a:solidFill>
                  <a:srgbClr val="FFFFFF"/>
                </a:solidFill>
                <a:latin typeface="+mj-lt"/>
                <a:ea typeface="+mj-ea"/>
                <a:cs typeface="+mj-cs"/>
              </a:rPr>
            </a:br>
            <a:r>
              <a:rPr b="1" kern="1200" dirty="0">
                <a:solidFill>
                  <a:srgbClr val="FFFFFF"/>
                </a:solidFill>
                <a:latin typeface="+mj-lt"/>
                <a:ea typeface="+mj-ea"/>
                <a:cs typeface="+mj-cs"/>
              </a:rPr>
              <a:t>FAQ</a:t>
            </a:r>
            <a:r>
              <a:rPr kern="1200" dirty="0">
                <a:solidFill>
                  <a:srgbClr val="FFFFFF"/>
                </a:solidFill>
                <a:latin typeface="+mj-lt"/>
                <a:ea typeface="+mj-ea"/>
                <a:cs typeface="+mj-cs"/>
              </a:rPr>
              <a:t/>
            </a:r>
            <a:br>
              <a:rPr kern="1200" dirty="0">
                <a:solidFill>
                  <a:srgbClr val="FFFFFF"/>
                </a:solidFill>
                <a:latin typeface="+mj-lt"/>
                <a:ea typeface="+mj-ea"/>
                <a:cs typeface="+mj-cs"/>
              </a:rPr>
            </a:br>
            <a:r>
              <a:rPr kern="1200" dirty="0">
                <a:solidFill>
                  <a:srgbClr val="FFFFFF"/>
                </a:solidFill>
                <a:latin typeface="+mj-lt"/>
                <a:ea typeface="+mj-ea"/>
                <a:cs typeface="+mj-cs"/>
              </a:rPr>
              <a:t>		</a:t>
            </a:r>
            <a:br>
              <a:rPr kern="1200" dirty="0">
                <a:solidFill>
                  <a:srgbClr val="FFFFFF"/>
                </a:solidFill>
                <a:latin typeface="+mj-lt"/>
                <a:ea typeface="+mj-ea"/>
                <a:cs typeface="+mj-cs"/>
              </a:rPr>
            </a:br>
            <a:endParaRPr kern="1200" dirty="0">
              <a:solidFill>
                <a:srgbClr val="FFFFFF"/>
              </a:solidFill>
              <a:latin typeface="+mj-lt"/>
              <a:ea typeface="+mj-ea"/>
              <a:cs typeface="+mj-cs"/>
            </a:endParaRPr>
          </a:p>
        </p:txBody>
      </p:sp>
      <p:sp>
        <p:nvSpPr>
          <p:cNvPr id="40964" name="Slide Number Placeholder 3"/>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ctr" eaLnBrk="1" hangingPunct="1"/>
            <a:r>
              <a:rPr lang="en-US" sz="2400" b="1" dirty="0">
                <a:solidFill>
                  <a:srgbClr val="FFFFFF"/>
                </a:solidFill>
              </a:rPr>
              <a:t>46</a:t>
            </a:r>
          </a:p>
        </p:txBody>
      </p:sp>
      <p:pic>
        <p:nvPicPr>
          <p:cNvPr id="3" name="Content Placeholder 2" descr="qustion"/>
          <p:cNvPicPr>
            <a:picLocks noGrp="1" noChangeAspect="1"/>
          </p:cNvPicPr>
          <p:nvPr>
            <p:ph sz="quarter" idx="4294967295"/>
          </p:nvPr>
        </p:nvPicPr>
        <p:blipFill>
          <a:blip r:embed="rId3"/>
          <a:stretch>
            <a:fillRect/>
          </a:stretch>
        </p:blipFill>
        <p:spPr>
          <a:xfrm>
            <a:off x="2801620" y="2784475"/>
            <a:ext cx="3213100" cy="3213100"/>
          </a:xfrm>
          <a:prstGeom prst="rect">
            <a:avLst/>
          </a:prstGeom>
        </p:spPr>
      </p:pic>
      <p:sp>
        <p:nvSpPr>
          <p:cNvPr id="4" name="Text Placeholder 3"/>
          <p:cNvSpPr>
            <a:spLocks noGrp="1"/>
          </p:cNvSpPr>
          <p:nvPr>
            <p:ph type="body" idx="1"/>
          </p:nvPr>
        </p:nvSpPr>
        <p:spPr>
          <a:xfrm>
            <a:off x="2515870" y="1661795"/>
            <a:ext cx="3784600" cy="889635"/>
          </a:xfrm>
        </p:spPr>
        <p:txBody>
          <a:bodyPr/>
          <a:lstStyle/>
          <a:p>
            <a:r>
              <a:rPr lang="en-US" sz="4800"/>
              <a:t>Any Question?</a:t>
            </a: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1802130" y="3028315"/>
            <a:ext cx="5539740" cy="1261745"/>
          </a:xfrm>
        </p:spPr>
        <p:txBody>
          <a:bodyPr>
            <a:normAutofit/>
          </a:bodyPr>
          <a:lstStyle/>
          <a:p>
            <a:r>
              <a:rPr lang="en-US" sz="7200"/>
              <a:t>Thank You All</a:t>
            </a:r>
          </a:p>
        </p:txBody>
      </p:sp>
      <p:sp>
        <p:nvSpPr>
          <p:cNvPr id="18436" name="Slide Number Placeholder 3"/>
          <p:cNvSpPr txBox="1">
            <a:spLocks noGrp="1"/>
          </p:cNvSpPr>
          <p:nvPr/>
        </p:nvSpPr>
        <p:spPr>
          <a:xfrm>
            <a:off x="0" y="457200"/>
            <a:ext cx="914400" cy="701675"/>
          </a:xfrm>
          <a:prstGeom prst="rect">
            <a:avLst/>
          </a:prstGeom>
          <a:noFill/>
          <a:ln w="9525">
            <a:noFill/>
          </a:ln>
        </p:spPr>
        <p:txBody>
          <a:bodyPr anchor="ctr" anchorCtr="0"/>
          <a:lstStyle/>
          <a:p>
            <a:pPr algn="ctr"/>
            <a:r>
              <a:rPr lang="en-US" altLang="en-GB" sz="2400" b="1" dirty="0">
                <a:solidFill>
                  <a:srgbClr val="FFFFFF"/>
                </a:solidFill>
                <a:latin typeface="Arial" panose="020B0604020202020204" pitchFamily="34" charset="0"/>
              </a:rPr>
              <a:t>47</a:t>
            </a:r>
          </a:p>
        </p:txBody>
      </p:sp>
    </p:spTree>
  </p:cSld>
  <p:clrMapOvr>
    <a:masterClrMapping/>
  </p:clrMapOvr>
  <p:transition>
    <p:fade/>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979</TotalTime>
  <Words>2197</Words>
  <Application>Microsoft Office PowerPoint</Application>
  <PresentationFormat>On-screen Show (4:3)</PresentationFormat>
  <Paragraphs>321</Paragraphs>
  <Slides>47</Slides>
  <Notes>46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47</vt:i4>
      </vt:variant>
    </vt:vector>
  </HeadingPairs>
  <TitlesOfParts>
    <vt:vector size="57" baseType="lpstr">
      <vt:lpstr>Arial</vt:lpstr>
      <vt:lpstr>Calibri</vt:lpstr>
      <vt:lpstr>CIDFont+F3</vt:lpstr>
      <vt:lpstr>Comic Sans MS</vt:lpstr>
      <vt:lpstr>Garamond</vt:lpstr>
      <vt:lpstr>Times New Roman</vt:lpstr>
      <vt:lpstr>Tw Cen MT</vt:lpstr>
      <vt:lpstr>Wingdings</vt:lpstr>
      <vt:lpstr>Wingdings 2</vt:lpstr>
      <vt:lpstr>Median</vt:lpstr>
      <vt:lpstr>PowerPoint Presentation</vt:lpstr>
      <vt:lpstr>Introduction</vt:lpstr>
      <vt:lpstr>Background and Problem statement</vt:lpstr>
      <vt:lpstr>Outline(Design &amp; Development) </vt:lpstr>
      <vt:lpstr>Outline(Security Related)</vt:lpstr>
      <vt:lpstr>Objective Of The Project</vt:lpstr>
      <vt:lpstr>  Tools And Technology  </vt:lpstr>
      <vt:lpstr>Working Process Flowchart</vt:lpstr>
      <vt:lpstr>Use case Diagram</vt:lpstr>
      <vt:lpstr>Entity Relationship Diagram</vt:lpstr>
      <vt:lpstr>Entity Relationship Diagram(contd.)</vt:lpstr>
      <vt:lpstr>Controller Files</vt:lpstr>
      <vt:lpstr>Model File</vt:lpstr>
      <vt:lpstr>View Files</vt:lpstr>
      <vt:lpstr>GUI - Graphical User Interface</vt:lpstr>
      <vt:lpstr>Home page</vt:lpstr>
      <vt:lpstr>Login Panel</vt:lpstr>
      <vt:lpstr>Admin Dashboard</vt:lpstr>
      <vt:lpstr>Student Information Entry</vt:lpstr>
      <vt:lpstr>Student Information Update</vt:lpstr>
      <vt:lpstr>Student Information Details</vt:lpstr>
      <vt:lpstr>Student List</vt:lpstr>
      <vt:lpstr>Seat Allocation/De-allocation</vt:lpstr>
      <vt:lpstr>Seat Allocation List</vt:lpstr>
      <vt:lpstr>Establishment Charge Entry</vt:lpstr>
      <vt:lpstr>Establishment Charge List</vt:lpstr>
      <vt:lpstr>Staff/Officer Entry</vt:lpstr>
      <vt:lpstr>Staffs/Officers List</vt:lpstr>
      <vt:lpstr>Staff Access Activate/De-activate</vt:lpstr>
      <vt:lpstr>Staff Access List</vt:lpstr>
      <vt:lpstr>Master Data/Configuration</vt:lpstr>
      <vt:lpstr>Master Data/Configuration(2)</vt:lpstr>
      <vt:lpstr>Forget Password Verification link</vt:lpstr>
      <vt:lpstr>User Authentication </vt:lpstr>
      <vt:lpstr>User Authentication </vt:lpstr>
      <vt:lpstr>Data Encryption  </vt:lpstr>
      <vt:lpstr>Data Encryption  </vt:lpstr>
      <vt:lpstr>Input Validation  </vt:lpstr>
      <vt:lpstr>Input Validation  </vt:lpstr>
      <vt:lpstr>Cross-Site Request Forgery(CSRF) Checking </vt:lpstr>
      <vt:lpstr>Session Management</vt:lpstr>
      <vt:lpstr>Database Security and Backup </vt:lpstr>
      <vt:lpstr>Logging and Monitoring </vt:lpstr>
      <vt:lpstr>File Upload Security </vt:lpstr>
      <vt:lpstr>SSL Certificates </vt:lpstr>
      <vt:lpstr>  FAQ    </vt:lpstr>
      <vt:lpstr>PowerPoint Presentation</vt:lpstr>
    </vt:vector>
  </TitlesOfParts>
  <Company>CSE 070216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Dipto</dc:creator>
  <cp:lastModifiedBy>Sharif</cp:lastModifiedBy>
  <cp:revision>1028</cp:revision>
  <dcterms:created xsi:type="dcterms:W3CDTF">2010-07-17T12:33:00Z</dcterms:created>
  <dcterms:modified xsi:type="dcterms:W3CDTF">2024-03-30T09:05:55Z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0D16AFC0C5CF43C29577069AEB774FB2_13</vt:lpwstr>
  </property>
  <property fmtid="{D5CDD505-2E9C-101B-9397-08002B2CF9AE}" pid="3" name="KSOProductBuildVer">
    <vt:lpwstr>1033-12.2.0.13306</vt:lpwstr>
  </property>
</Properties>
</file>