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0" r:id="rId4"/>
    <p:sldMasterId id="2147483651" r:id="rId5"/>
    <p:sldMasterId id="2147483652" r:id="rId6"/>
  </p:sldMasterIdLst>
  <p:notesMasterIdLst>
    <p:notesMasterId r:id="rId7"/>
  </p:notesMasterIdLst>
  <p:sldIdLst>
    <p:sldId id="256" r:id="rId8"/>
    <p:sldId id="257" r:id="rId9"/>
    <p:sldId id="258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685800" y="1143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685800" y="3886200"/>
            <a:ext cx="38862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366092"/>
              </a:buClr>
              <a:buSzPts val="2700"/>
              <a:buNone/>
              <a:defRPr sz="2700">
                <a:solidFill>
                  <a:srgbClr val="366092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2" type="body"/>
          </p:nvPr>
        </p:nvSpPr>
        <p:spPr>
          <a:xfrm>
            <a:off x="4800600" y="3886200"/>
            <a:ext cx="39624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366092"/>
              </a:buClr>
              <a:buSzPts val="2700"/>
              <a:buNone/>
              <a:defRPr sz="2700">
                <a:solidFill>
                  <a:srgbClr val="36609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idx="1" type="body"/>
          </p:nvPr>
        </p:nvSpPr>
        <p:spPr>
          <a:xfrm>
            <a:off x="457200" y="1676400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66092"/>
              </a:buClr>
              <a:buSzPts val="3200"/>
              <a:buChar char="•"/>
              <a:defRPr>
                <a:solidFill>
                  <a:srgbClr val="366092"/>
                </a:solidFill>
              </a:defRPr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1859B"/>
              </a:buClr>
              <a:buSzPts val="2800"/>
              <a:buChar char="–"/>
              <a:defRPr>
                <a:solidFill>
                  <a:srgbClr val="31859B"/>
                </a:solidFill>
              </a:defRPr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53734"/>
              </a:buClr>
              <a:buSzPts val="2400"/>
              <a:buChar char="•"/>
              <a:defRPr>
                <a:solidFill>
                  <a:srgbClr val="953734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6C09"/>
              </a:buClr>
              <a:buSzPts val="2000"/>
              <a:buChar char="–"/>
              <a:defRPr>
                <a:solidFill>
                  <a:srgbClr val="E36C09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36609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858000" y="64674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685800" y="3200400"/>
            <a:ext cx="3810000" cy="5334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800600" y="3200400"/>
            <a:ext cx="3962400" cy="5334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3657600" y="6076950"/>
            <a:ext cx="143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Spring 2016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2565400" y="6540500"/>
            <a:ext cx="3810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MSc in CS: Project Defense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6618287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" type="body"/>
          </p:nvPr>
        </p:nvSpPr>
        <p:spPr>
          <a:xfrm>
            <a:off x="457200" y="1600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1037" y="6400800"/>
            <a:ext cx="4603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2565400" y="6540500"/>
            <a:ext cx="3810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MSc in CS: Project Defense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457200" y="1600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858000" y="64674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457200" y="1600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ctrTitle"/>
          </p:nvPr>
        </p:nvSpPr>
        <p:spPr>
          <a:xfrm>
            <a:off x="685800" y="1143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/>
          </a:p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685800" y="3886200"/>
            <a:ext cx="38862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2700"/>
              <a:buNone/>
            </a:pPr>
            <a:r>
              <a:rPr b="0" i="0" lang="en-US" sz="2700" u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Student </a:t>
            </a:r>
            <a:endParaRPr/>
          </a:p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800600" y="3886200"/>
            <a:ext cx="39624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</a:pPr>
            <a:r>
              <a:rPr b="0" i="0" lang="en-US" sz="27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body"/>
          </p:nvPr>
        </p:nvSpPr>
        <p:spPr>
          <a:xfrm>
            <a:off x="457200" y="1676400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/>
          </a:p>
        </p:txBody>
      </p:sp>
      <p:sp>
        <p:nvSpPr>
          <p:cNvPr id="50" name="Google Shape;50;p7"/>
          <p:cNvSpPr txBox="1"/>
          <p:nvPr/>
        </p:nvSpPr>
        <p:spPr>
          <a:xfrm>
            <a:off x="6858000" y="64674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" type="body"/>
          </p:nvPr>
        </p:nvSpPr>
        <p:spPr>
          <a:xfrm>
            <a:off x="457200" y="1676400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57" name="Google Shape;57;p8"/>
          <p:cNvSpPr txBox="1"/>
          <p:nvPr/>
        </p:nvSpPr>
        <p:spPr>
          <a:xfrm>
            <a:off x="6858000" y="64674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