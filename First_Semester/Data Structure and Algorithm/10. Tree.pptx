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9" r:id="rId1"/>
  </p:sldMasterIdLst>
  <p:notesMasterIdLst>
    <p:notesMasterId r:id="rId63"/>
  </p:notesMasterIdLst>
  <p:sldIdLst>
    <p:sldId id="383" r:id="rId2"/>
    <p:sldId id="327" r:id="rId3"/>
    <p:sldId id="328" r:id="rId4"/>
    <p:sldId id="329" r:id="rId5"/>
    <p:sldId id="330" r:id="rId6"/>
    <p:sldId id="331" r:id="rId7"/>
    <p:sldId id="332" r:id="rId8"/>
    <p:sldId id="333" r:id="rId9"/>
    <p:sldId id="334" r:id="rId10"/>
    <p:sldId id="335" r:id="rId11"/>
    <p:sldId id="336" r:id="rId12"/>
    <p:sldId id="337" r:id="rId13"/>
    <p:sldId id="338" r:id="rId14"/>
    <p:sldId id="339" r:id="rId15"/>
    <p:sldId id="340" r:id="rId16"/>
    <p:sldId id="341" r:id="rId17"/>
    <p:sldId id="342" r:id="rId18"/>
    <p:sldId id="343" r:id="rId19"/>
    <p:sldId id="349" r:id="rId20"/>
    <p:sldId id="350" r:id="rId21"/>
    <p:sldId id="351" r:id="rId22"/>
    <p:sldId id="352" r:id="rId23"/>
    <p:sldId id="353" r:id="rId24"/>
    <p:sldId id="354" r:id="rId25"/>
    <p:sldId id="355" r:id="rId26"/>
    <p:sldId id="418" r:id="rId27"/>
    <p:sldId id="419" r:id="rId28"/>
    <p:sldId id="396" r:id="rId29"/>
    <p:sldId id="364" r:id="rId30"/>
    <p:sldId id="365" r:id="rId31"/>
    <p:sldId id="398" r:id="rId32"/>
    <p:sldId id="366" r:id="rId33"/>
    <p:sldId id="399" r:id="rId34"/>
    <p:sldId id="401" r:id="rId35"/>
    <p:sldId id="402" r:id="rId36"/>
    <p:sldId id="403" r:id="rId37"/>
    <p:sldId id="404" r:id="rId38"/>
    <p:sldId id="367" r:id="rId39"/>
    <p:sldId id="368" r:id="rId40"/>
    <p:sldId id="415" r:id="rId41"/>
    <p:sldId id="406" r:id="rId42"/>
    <p:sldId id="407" r:id="rId43"/>
    <p:sldId id="408" r:id="rId44"/>
    <p:sldId id="409" r:id="rId45"/>
    <p:sldId id="369" r:id="rId46"/>
    <p:sldId id="370" r:id="rId47"/>
    <p:sldId id="416" r:id="rId48"/>
    <p:sldId id="411" r:id="rId49"/>
    <p:sldId id="412" r:id="rId50"/>
    <p:sldId id="413" r:id="rId51"/>
    <p:sldId id="414" r:id="rId52"/>
    <p:sldId id="410" r:id="rId53"/>
    <p:sldId id="372" r:id="rId54"/>
    <p:sldId id="373" r:id="rId55"/>
    <p:sldId id="374" r:id="rId56"/>
    <p:sldId id="375" r:id="rId57"/>
    <p:sldId id="376" r:id="rId58"/>
    <p:sldId id="377" r:id="rId59"/>
    <p:sldId id="378" r:id="rId60"/>
    <p:sldId id="379" r:id="rId61"/>
    <p:sldId id="386" r:id="rId62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00"/>
    <a:srgbClr val="3333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721" autoAdjust="0"/>
    <p:restoredTop sz="94660"/>
  </p:normalViewPr>
  <p:slideViewPr>
    <p:cSldViewPr>
      <p:cViewPr varScale="1">
        <p:scale>
          <a:sx n="88" d="100"/>
          <a:sy n="88" d="100"/>
        </p:scale>
        <p:origin x="1210" y="67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theme" Target="theme/theme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Times New Roman" pitchFamily="18" charset="0"/>
              </a:defRPr>
            </a:lvl1pPr>
          </a:lstStyle>
          <a:p>
            <a:endParaRPr lang="en-US" altLang="zh-CN"/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Times New Roman" pitchFamily="18" charset="0"/>
              </a:defRPr>
            </a:lvl1pPr>
          </a:lstStyle>
          <a:p>
            <a:endParaRPr lang="en-US" altLang="zh-CN"/>
          </a:p>
        </p:txBody>
      </p:sp>
      <p:sp>
        <p:nvSpPr>
          <p:cNvPr id="10445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410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 noProof="0" smtClean="0"/>
              <a:t>Click to edit Master text styles</a:t>
            </a:r>
          </a:p>
          <a:p>
            <a:pPr lvl="1"/>
            <a:r>
              <a:rPr lang="en-US" altLang="zh-CN" noProof="0" smtClean="0"/>
              <a:t>Second level</a:t>
            </a:r>
          </a:p>
          <a:p>
            <a:pPr lvl="2"/>
            <a:r>
              <a:rPr lang="en-US" altLang="zh-CN" noProof="0" smtClean="0"/>
              <a:t>Third level</a:t>
            </a:r>
          </a:p>
          <a:p>
            <a:pPr lvl="3"/>
            <a:r>
              <a:rPr lang="en-US" altLang="zh-CN" noProof="0" smtClean="0"/>
              <a:t>Fourth level</a:t>
            </a:r>
          </a:p>
          <a:p>
            <a:pPr lvl="4"/>
            <a:r>
              <a:rPr lang="en-US" altLang="zh-CN" noProof="0" smtClean="0"/>
              <a:t>Fifth level</a:t>
            </a:r>
          </a:p>
        </p:txBody>
      </p:sp>
      <p:sp>
        <p:nvSpPr>
          <p:cNvPr id="410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Times New Roman" pitchFamily="18" charset="0"/>
              </a:defRPr>
            </a:lvl1pPr>
          </a:lstStyle>
          <a:p>
            <a:endParaRPr lang="en-US" altLang="zh-CN"/>
          </a:p>
        </p:txBody>
      </p:sp>
      <p:sp>
        <p:nvSpPr>
          <p:cNvPr id="410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Times New Roman" pitchFamily="18" charset="0"/>
              </a:defRPr>
            </a:lvl1pPr>
          </a:lstStyle>
          <a:p>
            <a:fld id="{A338DDC9-D182-43B8-A9BC-1BB85156CD17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2330177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C060440A-00DC-406B-B936-16516BB33342}" type="slidenum">
              <a:rPr lang="en-US" altLang="zh-CN"/>
              <a:pPr/>
              <a:t>1</a:t>
            </a:fld>
            <a:endParaRPr lang="en-US" altLang="zh-CN"/>
          </a:p>
        </p:txBody>
      </p:sp>
      <p:sp>
        <p:nvSpPr>
          <p:cNvPr id="1054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7712" cy="3417888"/>
          </a:xfrm>
          <a:ln w="12700" cap="flat">
            <a:solidFill>
              <a:schemeClr val="tx1"/>
            </a:solidFill>
          </a:ln>
        </p:spPr>
      </p:sp>
      <p:sp>
        <p:nvSpPr>
          <p:cNvPr id="105476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 lIns="92075" tIns="46038" rIns="92075" bIns="46038"/>
          <a:lstStyle/>
          <a:p>
            <a:pPr eaLnBrk="1" hangingPunct="1"/>
            <a:endParaRPr lang="zh-CN" altLang="zh-CN" smtClean="0"/>
          </a:p>
        </p:txBody>
      </p:sp>
    </p:spTree>
    <p:extLst>
      <p:ext uri="{BB962C8B-B14F-4D97-AF65-F5344CB8AC3E}">
        <p14:creationId xmlns:p14="http://schemas.microsoft.com/office/powerpoint/2010/main" val="395770924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D2833A8E-942F-43FF-806B-7155FF9EB763}" type="slidenum">
              <a:rPr lang="en-US" altLang="zh-CN"/>
              <a:pPr/>
              <a:t>26</a:t>
            </a:fld>
            <a:endParaRPr lang="en-US" altLang="zh-CN"/>
          </a:p>
        </p:txBody>
      </p:sp>
      <p:sp>
        <p:nvSpPr>
          <p:cNvPr id="1085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2525" y="692150"/>
            <a:ext cx="4554538" cy="3416300"/>
          </a:xfrm>
          <a:ln w="12700" cap="flat">
            <a:solidFill>
              <a:schemeClr val="tx1"/>
            </a:solidFill>
          </a:ln>
        </p:spPr>
      </p:sp>
      <p:sp>
        <p:nvSpPr>
          <p:cNvPr id="108548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 lIns="90478" tIns="44445" rIns="90478" bIns="44445"/>
          <a:lstStyle/>
          <a:p>
            <a:pPr eaLnBrk="1" hangingPunct="1"/>
            <a:endParaRPr lang="zh-CN" altLang="zh-CN" smtClean="0"/>
          </a:p>
        </p:txBody>
      </p:sp>
    </p:spTree>
    <p:extLst>
      <p:ext uri="{BB962C8B-B14F-4D97-AF65-F5344CB8AC3E}">
        <p14:creationId xmlns:p14="http://schemas.microsoft.com/office/powerpoint/2010/main" val="110547083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ED173E5C-46C1-45F3-B101-95854E9B5874}" type="slidenum">
              <a:rPr lang="en-US" altLang="zh-CN"/>
              <a:pPr/>
              <a:t>28</a:t>
            </a:fld>
            <a:endParaRPr lang="en-US" altLang="zh-CN"/>
          </a:p>
        </p:txBody>
      </p:sp>
      <p:sp>
        <p:nvSpPr>
          <p:cNvPr id="1218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2525" y="692150"/>
            <a:ext cx="4554538" cy="3416300"/>
          </a:xfrm>
          <a:ln w="12700" cap="flat">
            <a:solidFill>
              <a:schemeClr val="tx1"/>
            </a:solidFill>
          </a:ln>
        </p:spPr>
      </p:sp>
      <p:sp>
        <p:nvSpPr>
          <p:cNvPr id="12186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 lIns="92066" tIns="46033" rIns="92066" bIns="46033"/>
          <a:lstStyle/>
          <a:p>
            <a:pPr eaLnBrk="1" hangingPunct="1"/>
            <a:endParaRPr lang="zh-CN" altLang="zh-CN" smtClean="0"/>
          </a:p>
        </p:txBody>
      </p:sp>
    </p:spTree>
    <p:extLst>
      <p:ext uri="{BB962C8B-B14F-4D97-AF65-F5344CB8AC3E}">
        <p14:creationId xmlns:p14="http://schemas.microsoft.com/office/powerpoint/2010/main" val="414141082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86405053-F5F1-46A5-9D8F-5B1F3C4D1BEF}" type="slidenum">
              <a:rPr lang="en-US" altLang="zh-CN"/>
              <a:pPr/>
              <a:t>31</a:t>
            </a:fld>
            <a:endParaRPr lang="en-US" altLang="zh-CN"/>
          </a:p>
        </p:txBody>
      </p:sp>
      <p:sp>
        <p:nvSpPr>
          <p:cNvPr id="1228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2525" y="692150"/>
            <a:ext cx="4554538" cy="3416300"/>
          </a:xfrm>
          <a:ln w="12700" cap="flat">
            <a:solidFill>
              <a:schemeClr val="tx1"/>
            </a:solidFill>
          </a:ln>
        </p:spPr>
      </p:sp>
      <p:sp>
        <p:nvSpPr>
          <p:cNvPr id="122884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 lIns="92066" tIns="46033" rIns="92066" bIns="46033"/>
          <a:lstStyle/>
          <a:p>
            <a:pPr eaLnBrk="1" hangingPunct="1"/>
            <a:endParaRPr lang="zh-CN" altLang="zh-CN" smtClean="0"/>
          </a:p>
        </p:txBody>
      </p:sp>
    </p:spTree>
    <p:extLst>
      <p:ext uri="{BB962C8B-B14F-4D97-AF65-F5344CB8AC3E}">
        <p14:creationId xmlns:p14="http://schemas.microsoft.com/office/powerpoint/2010/main" val="348809149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C87A773C-69D9-4323-B2DD-10C25B964255}" type="slidenum">
              <a:rPr lang="en-US" altLang="zh-CN"/>
              <a:pPr/>
              <a:t>33</a:t>
            </a:fld>
            <a:endParaRPr lang="en-US" altLang="zh-CN"/>
          </a:p>
        </p:txBody>
      </p:sp>
      <p:sp>
        <p:nvSpPr>
          <p:cNvPr id="1239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2525" y="692150"/>
            <a:ext cx="4554538" cy="3416300"/>
          </a:xfrm>
          <a:ln w="12700" cap="flat">
            <a:solidFill>
              <a:schemeClr val="tx1"/>
            </a:solidFill>
          </a:ln>
        </p:spPr>
      </p:sp>
      <p:sp>
        <p:nvSpPr>
          <p:cNvPr id="123908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 lIns="92066" tIns="46033" rIns="92066" bIns="46033"/>
          <a:lstStyle/>
          <a:p>
            <a:pPr eaLnBrk="1" hangingPunct="1"/>
            <a:endParaRPr lang="zh-CN" altLang="zh-CN" smtClean="0"/>
          </a:p>
        </p:txBody>
      </p:sp>
    </p:spTree>
    <p:extLst>
      <p:ext uri="{BB962C8B-B14F-4D97-AF65-F5344CB8AC3E}">
        <p14:creationId xmlns:p14="http://schemas.microsoft.com/office/powerpoint/2010/main" val="245560892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D1AA9921-CDC5-4406-9BB6-8041E725CD89}" type="slidenum">
              <a:rPr lang="en-US" altLang="zh-CN"/>
              <a:pPr/>
              <a:t>34</a:t>
            </a:fld>
            <a:endParaRPr lang="en-US" altLang="zh-CN"/>
          </a:p>
        </p:txBody>
      </p:sp>
      <p:sp>
        <p:nvSpPr>
          <p:cNvPr id="1249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2525" y="692150"/>
            <a:ext cx="4554538" cy="3416300"/>
          </a:xfrm>
          <a:ln w="12700" cap="flat">
            <a:solidFill>
              <a:schemeClr val="tx1"/>
            </a:solidFill>
          </a:ln>
        </p:spPr>
      </p:sp>
      <p:sp>
        <p:nvSpPr>
          <p:cNvPr id="12493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 lIns="92066" tIns="46033" rIns="92066" bIns="46033"/>
          <a:lstStyle/>
          <a:p>
            <a:pPr eaLnBrk="1" hangingPunct="1"/>
            <a:endParaRPr lang="zh-CN" altLang="zh-CN" smtClean="0"/>
          </a:p>
        </p:txBody>
      </p:sp>
    </p:spTree>
    <p:extLst>
      <p:ext uri="{BB962C8B-B14F-4D97-AF65-F5344CB8AC3E}">
        <p14:creationId xmlns:p14="http://schemas.microsoft.com/office/powerpoint/2010/main" val="211063621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800767EB-C585-4CA0-ADE2-69F0B48AFCA0}" type="slidenum">
              <a:rPr lang="en-US" altLang="zh-CN"/>
              <a:pPr/>
              <a:t>35</a:t>
            </a:fld>
            <a:endParaRPr lang="en-US" altLang="zh-CN"/>
          </a:p>
        </p:txBody>
      </p:sp>
      <p:sp>
        <p:nvSpPr>
          <p:cNvPr id="1259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2525" y="692150"/>
            <a:ext cx="4554538" cy="3416300"/>
          </a:xfrm>
          <a:ln w="12700" cap="flat">
            <a:solidFill>
              <a:schemeClr val="tx1"/>
            </a:solidFill>
          </a:ln>
        </p:spPr>
      </p:sp>
      <p:sp>
        <p:nvSpPr>
          <p:cNvPr id="125956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 lIns="92066" tIns="46033" rIns="92066" bIns="46033"/>
          <a:lstStyle/>
          <a:p>
            <a:pPr eaLnBrk="1" hangingPunct="1"/>
            <a:endParaRPr lang="zh-CN" altLang="zh-CN" smtClean="0"/>
          </a:p>
        </p:txBody>
      </p:sp>
    </p:spTree>
    <p:extLst>
      <p:ext uri="{BB962C8B-B14F-4D97-AF65-F5344CB8AC3E}">
        <p14:creationId xmlns:p14="http://schemas.microsoft.com/office/powerpoint/2010/main" val="115606925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591A9FE5-3C7D-444F-87ED-438B7055F70E}" type="slidenum">
              <a:rPr lang="en-US" altLang="zh-CN"/>
              <a:pPr/>
              <a:t>36</a:t>
            </a:fld>
            <a:endParaRPr lang="en-US" altLang="zh-CN"/>
          </a:p>
        </p:txBody>
      </p:sp>
      <p:sp>
        <p:nvSpPr>
          <p:cNvPr id="1269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2525" y="692150"/>
            <a:ext cx="4554538" cy="3416300"/>
          </a:xfrm>
          <a:ln w="12700" cap="flat">
            <a:solidFill>
              <a:schemeClr val="tx1"/>
            </a:solidFill>
          </a:ln>
        </p:spPr>
      </p:sp>
      <p:sp>
        <p:nvSpPr>
          <p:cNvPr id="12698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 lIns="92066" tIns="46033" rIns="92066" bIns="46033"/>
          <a:lstStyle/>
          <a:p>
            <a:pPr eaLnBrk="1" hangingPunct="1"/>
            <a:endParaRPr lang="zh-CN" altLang="zh-CN" smtClean="0"/>
          </a:p>
        </p:txBody>
      </p:sp>
    </p:spTree>
    <p:extLst>
      <p:ext uri="{BB962C8B-B14F-4D97-AF65-F5344CB8AC3E}">
        <p14:creationId xmlns:p14="http://schemas.microsoft.com/office/powerpoint/2010/main" val="350397699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2B0A6D2A-AF78-422C-91FA-2D9411F8A489}" type="slidenum">
              <a:rPr lang="en-US" altLang="zh-CN"/>
              <a:pPr/>
              <a:t>37</a:t>
            </a:fld>
            <a:endParaRPr lang="en-US" altLang="zh-CN"/>
          </a:p>
        </p:txBody>
      </p:sp>
      <p:sp>
        <p:nvSpPr>
          <p:cNvPr id="1280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2525" y="692150"/>
            <a:ext cx="4554538" cy="3416300"/>
          </a:xfrm>
          <a:ln w="12700" cap="flat">
            <a:solidFill>
              <a:schemeClr val="tx1"/>
            </a:solidFill>
          </a:ln>
        </p:spPr>
      </p:sp>
      <p:sp>
        <p:nvSpPr>
          <p:cNvPr id="128004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 lIns="92066" tIns="46033" rIns="92066" bIns="46033"/>
          <a:lstStyle/>
          <a:p>
            <a:pPr eaLnBrk="1" hangingPunct="1"/>
            <a:endParaRPr lang="zh-CN" altLang="zh-CN" smtClean="0"/>
          </a:p>
        </p:txBody>
      </p:sp>
    </p:spTree>
    <p:extLst>
      <p:ext uri="{BB962C8B-B14F-4D97-AF65-F5344CB8AC3E}">
        <p14:creationId xmlns:p14="http://schemas.microsoft.com/office/powerpoint/2010/main" val="253878834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5A9BD82C-4C27-41D1-A916-629FCD0EFA38}" type="slidenum">
              <a:rPr lang="en-US" altLang="zh-CN"/>
              <a:pPr/>
              <a:t>40</a:t>
            </a:fld>
            <a:endParaRPr lang="en-US" altLang="zh-CN"/>
          </a:p>
        </p:txBody>
      </p:sp>
      <p:sp>
        <p:nvSpPr>
          <p:cNvPr id="1290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2525" y="692150"/>
            <a:ext cx="4554538" cy="3416300"/>
          </a:xfrm>
          <a:ln w="12700" cap="flat">
            <a:solidFill>
              <a:schemeClr val="tx1"/>
            </a:solidFill>
          </a:ln>
        </p:spPr>
      </p:sp>
      <p:sp>
        <p:nvSpPr>
          <p:cNvPr id="129028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 lIns="92066" tIns="46033" rIns="92066" bIns="46033"/>
          <a:lstStyle/>
          <a:p>
            <a:pPr eaLnBrk="1" hangingPunct="1"/>
            <a:endParaRPr lang="zh-CN" altLang="zh-CN" smtClean="0"/>
          </a:p>
        </p:txBody>
      </p:sp>
    </p:spTree>
    <p:extLst>
      <p:ext uri="{BB962C8B-B14F-4D97-AF65-F5344CB8AC3E}">
        <p14:creationId xmlns:p14="http://schemas.microsoft.com/office/powerpoint/2010/main" val="266302832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5BBBD93B-198E-4705-820D-1338D47FC3D3}" type="slidenum">
              <a:rPr lang="en-US" altLang="zh-CN"/>
              <a:pPr/>
              <a:t>41</a:t>
            </a:fld>
            <a:endParaRPr lang="en-US" altLang="zh-CN"/>
          </a:p>
        </p:txBody>
      </p:sp>
      <p:sp>
        <p:nvSpPr>
          <p:cNvPr id="1300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2525" y="692150"/>
            <a:ext cx="4554538" cy="3416300"/>
          </a:xfrm>
          <a:ln w="12700" cap="flat">
            <a:solidFill>
              <a:schemeClr val="tx1"/>
            </a:solidFill>
          </a:ln>
        </p:spPr>
      </p:sp>
      <p:sp>
        <p:nvSpPr>
          <p:cNvPr id="13005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 lIns="92066" tIns="46033" rIns="92066" bIns="46033"/>
          <a:lstStyle/>
          <a:p>
            <a:pPr eaLnBrk="1" hangingPunct="1"/>
            <a:endParaRPr lang="zh-CN" altLang="zh-CN" smtClean="0"/>
          </a:p>
        </p:txBody>
      </p:sp>
    </p:spTree>
    <p:extLst>
      <p:ext uri="{BB962C8B-B14F-4D97-AF65-F5344CB8AC3E}">
        <p14:creationId xmlns:p14="http://schemas.microsoft.com/office/powerpoint/2010/main" val="266752170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0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528698C8-331F-47F0-94C1-7DF80FBBE3A8}" type="slidenum">
              <a:rPr lang="en-US" altLang="zh-CN"/>
              <a:pPr/>
              <a:t>42</a:t>
            </a:fld>
            <a:endParaRPr lang="en-US" altLang="zh-CN"/>
          </a:p>
        </p:txBody>
      </p:sp>
      <p:sp>
        <p:nvSpPr>
          <p:cNvPr id="1310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2525" y="692150"/>
            <a:ext cx="4554538" cy="3416300"/>
          </a:xfrm>
          <a:ln w="12700" cap="flat">
            <a:solidFill>
              <a:schemeClr val="tx1"/>
            </a:solidFill>
          </a:ln>
        </p:spPr>
      </p:sp>
      <p:sp>
        <p:nvSpPr>
          <p:cNvPr id="131076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 lIns="92066" tIns="46033" rIns="92066" bIns="46033"/>
          <a:lstStyle/>
          <a:p>
            <a:pPr eaLnBrk="1" hangingPunct="1"/>
            <a:endParaRPr lang="zh-CN" altLang="zh-CN" smtClean="0"/>
          </a:p>
        </p:txBody>
      </p:sp>
    </p:spTree>
    <p:extLst>
      <p:ext uri="{BB962C8B-B14F-4D97-AF65-F5344CB8AC3E}">
        <p14:creationId xmlns:p14="http://schemas.microsoft.com/office/powerpoint/2010/main" val="132718024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0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99899D18-8765-4FDC-8C2E-D4520071122F}" type="slidenum">
              <a:rPr lang="en-US" altLang="zh-CN"/>
              <a:pPr/>
              <a:t>43</a:t>
            </a:fld>
            <a:endParaRPr lang="en-US" altLang="zh-CN"/>
          </a:p>
        </p:txBody>
      </p:sp>
      <p:sp>
        <p:nvSpPr>
          <p:cNvPr id="1320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2525" y="692150"/>
            <a:ext cx="4554538" cy="3416300"/>
          </a:xfrm>
          <a:ln w="12700" cap="flat">
            <a:solidFill>
              <a:schemeClr val="tx1"/>
            </a:solidFill>
          </a:ln>
        </p:spPr>
      </p:sp>
      <p:sp>
        <p:nvSpPr>
          <p:cNvPr id="13210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 lIns="92066" tIns="46033" rIns="92066" bIns="46033"/>
          <a:lstStyle/>
          <a:p>
            <a:pPr eaLnBrk="1" hangingPunct="1"/>
            <a:endParaRPr lang="zh-CN" altLang="zh-CN" smtClean="0"/>
          </a:p>
        </p:txBody>
      </p:sp>
    </p:spTree>
    <p:extLst>
      <p:ext uri="{BB962C8B-B14F-4D97-AF65-F5344CB8AC3E}">
        <p14:creationId xmlns:p14="http://schemas.microsoft.com/office/powerpoint/2010/main" val="215205478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17EC30AC-9405-473F-8DEA-06F0A9BE1976}" type="slidenum">
              <a:rPr lang="en-US" altLang="zh-CN"/>
              <a:pPr/>
              <a:t>44</a:t>
            </a:fld>
            <a:endParaRPr lang="en-US" altLang="zh-CN"/>
          </a:p>
        </p:txBody>
      </p:sp>
      <p:sp>
        <p:nvSpPr>
          <p:cNvPr id="1331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2525" y="692150"/>
            <a:ext cx="4554538" cy="3416300"/>
          </a:xfrm>
          <a:ln w="12700" cap="flat">
            <a:solidFill>
              <a:schemeClr val="tx1"/>
            </a:solidFill>
          </a:ln>
        </p:spPr>
      </p:sp>
      <p:sp>
        <p:nvSpPr>
          <p:cNvPr id="133124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 lIns="92066" tIns="46033" rIns="92066" bIns="46033"/>
          <a:lstStyle/>
          <a:p>
            <a:pPr eaLnBrk="1" hangingPunct="1"/>
            <a:endParaRPr lang="zh-CN" altLang="zh-CN" smtClean="0"/>
          </a:p>
        </p:txBody>
      </p:sp>
    </p:spTree>
    <p:extLst>
      <p:ext uri="{BB962C8B-B14F-4D97-AF65-F5344CB8AC3E}">
        <p14:creationId xmlns:p14="http://schemas.microsoft.com/office/powerpoint/2010/main" val="83465297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1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15338B4A-45F3-4328-B347-014B46BE3123}" type="slidenum">
              <a:rPr lang="en-US" altLang="zh-CN"/>
              <a:pPr/>
              <a:t>47</a:t>
            </a:fld>
            <a:endParaRPr lang="en-US" altLang="zh-CN"/>
          </a:p>
        </p:txBody>
      </p:sp>
      <p:sp>
        <p:nvSpPr>
          <p:cNvPr id="1341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2525" y="692150"/>
            <a:ext cx="4554538" cy="3416300"/>
          </a:xfrm>
          <a:ln w="12700" cap="flat">
            <a:solidFill>
              <a:schemeClr val="tx1"/>
            </a:solidFill>
          </a:ln>
        </p:spPr>
      </p:sp>
      <p:sp>
        <p:nvSpPr>
          <p:cNvPr id="134148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 lIns="92066" tIns="46033" rIns="92066" bIns="46033"/>
          <a:lstStyle/>
          <a:p>
            <a:pPr eaLnBrk="1" hangingPunct="1"/>
            <a:endParaRPr lang="zh-CN" altLang="zh-CN" smtClean="0"/>
          </a:p>
        </p:txBody>
      </p:sp>
    </p:spTree>
    <p:extLst>
      <p:ext uri="{BB962C8B-B14F-4D97-AF65-F5344CB8AC3E}">
        <p14:creationId xmlns:p14="http://schemas.microsoft.com/office/powerpoint/2010/main" val="41947777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9FD6F98-4CEF-43C5-8976-B4C63D0E6E96}" type="slidenum">
              <a:rPr lang="en-US" altLang="zh-CN"/>
              <a:pPr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A9B66DE-703E-461C-82AF-C942A54373C1}" type="slidenum">
              <a:rPr lang="en-US" altLang="zh-CN"/>
              <a:pPr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70EFB04-AF64-4364-8CDA-B823C0B84CAD}" type="slidenum">
              <a:rPr lang="en-US" altLang="zh-CN"/>
              <a:pPr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ECD061B-F2F4-4552-A93C-A4C0959CAE58}" type="slidenum">
              <a:rPr lang="en-US" altLang="zh-CN"/>
              <a:pPr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EF9AA5A-36B4-4490-BE5B-F3E23B99B969}" type="slidenum">
              <a:rPr lang="en-US" altLang="zh-CN"/>
              <a:pPr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494BF74-4D1E-471C-8549-12F0AD34FC1A}" type="slidenum">
              <a:rPr lang="en-US" altLang="zh-CN"/>
              <a:pPr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E774C7A-16D2-4E68-9944-958E1A1508B4}" type="slidenum">
              <a:rPr lang="en-US" altLang="zh-CN"/>
              <a:pPr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39467AC-9929-465C-BEC9-8100EEB6FB4A}" type="slidenum">
              <a:rPr lang="en-US" altLang="zh-CN"/>
              <a:pPr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 smtClean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69BA9D7-0CB6-4B15-847E-C68752B0B854}" type="slidenum">
              <a:rPr lang="en-US" altLang="zh-CN"/>
              <a:pPr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3C98AFF-C142-4822-A90A-ECA8CBE52360}" type="slidenum">
              <a:rPr lang="en-US" altLang="zh-CN"/>
              <a:pPr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D5A62B3-988C-4D2A-A65D-C35A6743F6B7}" type="slidenum">
              <a:rPr lang="en-US" altLang="zh-CN"/>
              <a:pPr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表格占位符 2"/>
          <p:cNvSpPr>
            <a:spLocks noGrp="1"/>
          </p:cNvSpPr>
          <p:nvPr>
            <p:ph type="tbl" idx="1"/>
          </p:nvPr>
        </p:nvSpPr>
        <p:spPr>
          <a:xfrm>
            <a:off x="457200" y="1600200"/>
            <a:ext cx="8229600" cy="4525963"/>
          </a:xfrm>
        </p:spPr>
        <p:txBody>
          <a:bodyPr/>
          <a:lstStyle/>
          <a:p>
            <a:pPr lvl="0"/>
            <a:endParaRPr lang="zh-CN" altLang="en-US" noProof="0" smtClean="0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A3F91C9-A55C-4DC9-AD90-D56F9088F794}" type="slidenum">
              <a:rPr lang="en-US" altLang="zh-CN"/>
              <a:pPr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oleObject" Target="../embeddings/oleObject1.bin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vmlDrawing" Target="../drawings/vmlDrawing1.v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 smtClean="0"/>
              <a:t>Click to edit Master text styles</a:t>
            </a:r>
          </a:p>
          <a:p>
            <a:pPr lvl="1"/>
            <a:r>
              <a:rPr lang="en-US" altLang="zh-CN" smtClean="0"/>
              <a:t>Second level</a:t>
            </a:r>
          </a:p>
          <a:p>
            <a:pPr lvl="2"/>
            <a:r>
              <a:rPr lang="en-US" altLang="zh-CN" smtClean="0"/>
              <a:t>Third level</a:t>
            </a:r>
          </a:p>
          <a:p>
            <a:pPr lvl="3"/>
            <a:r>
              <a:rPr lang="en-US" altLang="zh-CN" smtClean="0"/>
              <a:t>Fourth level</a:t>
            </a:r>
          </a:p>
          <a:p>
            <a:pPr lvl="4"/>
            <a:r>
              <a:rPr lang="en-US" altLang="zh-CN" smtClean="0"/>
              <a:t>Fifth level</a:t>
            </a:r>
          </a:p>
        </p:txBody>
      </p:sp>
      <p:sp>
        <p:nvSpPr>
          <p:cNvPr id="619524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ea typeface="宋体" charset="-122"/>
              </a:defRPr>
            </a:lvl1pPr>
          </a:lstStyle>
          <a:p>
            <a:endParaRPr lang="en-US" altLang="zh-CN"/>
          </a:p>
        </p:txBody>
      </p:sp>
      <p:sp>
        <p:nvSpPr>
          <p:cNvPr id="619525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>
                <a:ea typeface="宋体" charset="-122"/>
              </a:defRPr>
            </a:lvl1pPr>
          </a:lstStyle>
          <a:p>
            <a:endParaRPr lang="en-US" altLang="zh-CN"/>
          </a:p>
        </p:txBody>
      </p:sp>
      <p:sp>
        <p:nvSpPr>
          <p:cNvPr id="619526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>
                <a:ea typeface="宋体" charset="-122"/>
              </a:defRPr>
            </a:lvl1pPr>
          </a:lstStyle>
          <a:p>
            <a:fld id="{7750B762-5175-420D-B313-DFCA85049088}" type="slidenum">
              <a:rPr lang="en-US" altLang="zh-CN"/>
              <a:pPr/>
              <a:t>‹#›</a:t>
            </a:fld>
            <a:endParaRPr lang="en-US" altLang="zh-CN"/>
          </a:p>
        </p:txBody>
      </p:sp>
      <p:sp>
        <p:nvSpPr>
          <p:cNvPr id="1031" name="Line 7"/>
          <p:cNvSpPr>
            <a:spLocks noChangeShapeType="1"/>
          </p:cNvSpPr>
          <p:nvPr userDrawn="1"/>
        </p:nvSpPr>
        <p:spPr bwMode="auto">
          <a:xfrm>
            <a:off x="0" y="1676400"/>
            <a:ext cx="9132888" cy="0"/>
          </a:xfrm>
          <a:prstGeom prst="line">
            <a:avLst/>
          </a:prstGeom>
          <a:noFill/>
          <a:ln w="57150">
            <a:solidFill>
              <a:schemeClr val="bg1"/>
            </a:solidFill>
            <a:round/>
            <a:headEnd type="none" w="sm" len="sm"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32" name="Line 8"/>
          <p:cNvSpPr>
            <a:spLocks noChangeShapeType="1"/>
          </p:cNvSpPr>
          <p:nvPr userDrawn="1"/>
        </p:nvSpPr>
        <p:spPr bwMode="auto">
          <a:xfrm>
            <a:off x="0" y="1752600"/>
            <a:ext cx="9132888" cy="0"/>
          </a:xfrm>
          <a:prstGeom prst="line">
            <a:avLst/>
          </a:prstGeom>
          <a:noFill/>
          <a:ln w="76200">
            <a:solidFill>
              <a:srgbClr val="80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1033" name="Object 9"/>
          <p:cNvGraphicFramePr>
            <a:graphicFrameLocks noChangeAspect="1"/>
          </p:cNvGraphicFramePr>
          <p:nvPr/>
        </p:nvGraphicFramePr>
        <p:xfrm>
          <a:off x="76200" y="76200"/>
          <a:ext cx="1524000" cy="1524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7" name="Image" r:id="rId15" imgW="5883516" imgH="5883516" progId="">
                  <p:embed/>
                </p:oleObj>
              </mc:Choice>
              <mc:Fallback>
                <p:oleObj name="Image" r:id="rId15" imgW="5883516" imgH="5883516" progId="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clrChange>
                          <a:clrFrom>
                            <a:srgbClr val="FFFFFF"/>
                          </a:clrFrom>
                          <a:clrTo>
                            <a:srgbClr val="FFFFFF">
                              <a:alpha val="0"/>
                            </a:srgbClr>
                          </a:clrTo>
                        </a:clrChange>
                        <a:lum bright="70000" contrast="-70000"/>
                        <a:grayscl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200" y="76200"/>
                        <a:ext cx="1524000" cy="1524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006462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rgbClr val="FFFFFF"/>
                            </a:solidFill>
                            <a:miter lim="800000"/>
                            <a:headEnd type="none" w="sm" len="sm"/>
                            <a:tailEnd type="none" w="sm" len="sm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005A58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 bg1="dk2" tx1="lt1" bg2="dk1" tx2="lt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  <p:sldLayoutId id="2147483661" r:id="rId12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4" Type="http://schemas.openxmlformats.org/officeDocument/2006/relationships/image" Target="../media/image2.wmf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wmf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wmf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wmf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wmf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wmf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wmf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wmf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wmf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wmf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wmf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wmf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wmf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B66DE-703E-461C-82AF-C942A54373C1}" type="slidenum">
              <a:rPr lang="en-US" altLang="zh-CN" smtClean="0"/>
              <a:pPr/>
              <a:t>1</a:t>
            </a:fld>
            <a:endParaRPr lang="en-US" altLang="zh-CN"/>
          </a:p>
        </p:txBody>
      </p:sp>
      <p:sp>
        <p:nvSpPr>
          <p:cNvPr id="7" name="Title 1"/>
          <p:cNvSpPr txBox="1">
            <a:spLocks/>
          </p:cNvSpPr>
          <p:nvPr/>
        </p:nvSpPr>
        <p:spPr bwMode="auto">
          <a:xfrm>
            <a:off x="685800" y="1751013"/>
            <a:ext cx="7924800" cy="1470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9pPr>
          </a:lstStyle>
          <a:p>
            <a:pPr>
              <a:spcAft>
                <a:spcPts val="1200"/>
              </a:spcAft>
            </a:pPr>
            <a:r>
              <a:rPr lang="en-US" altLang="en-US" sz="5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 Structure and Algorithm</a:t>
            </a:r>
            <a:br>
              <a:rPr lang="en-US" altLang="en-US" sz="5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altLang="en-US" sz="4000" b="1" dirty="0">
                <a:solidFill>
                  <a:srgbClr val="00B05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(PMSCS 623P)</a:t>
            </a:r>
          </a:p>
        </p:txBody>
      </p:sp>
      <p:sp>
        <p:nvSpPr>
          <p:cNvPr id="8" name="Subtitle 2"/>
          <p:cNvSpPr txBox="1">
            <a:spLocks/>
          </p:cNvSpPr>
          <p:nvPr/>
        </p:nvSpPr>
        <p:spPr bwMode="auto">
          <a:xfrm>
            <a:off x="1371600" y="4038600"/>
            <a:ext cx="6400800" cy="1752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rmAutofit fontScale="70000" lnSpcReduction="20000"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 algn="ctr" eaLnBrk="1" fontAlgn="auto" hangingPunct="1">
              <a:spcAft>
                <a:spcPts val="0"/>
              </a:spcAft>
              <a:buNone/>
              <a:defRPr/>
            </a:pPr>
            <a:r>
              <a:rPr lang="en-US" sz="8000" kern="0" dirty="0" smtClean="0"/>
              <a:t>Lecture 10</a:t>
            </a:r>
          </a:p>
          <a:p>
            <a:pPr marL="0" indent="0" algn="ctr" eaLnBrk="1" fontAlgn="auto" hangingPunct="1">
              <a:spcAft>
                <a:spcPts val="0"/>
              </a:spcAft>
              <a:buNone/>
              <a:defRPr/>
            </a:pPr>
            <a:r>
              <a:rPr lang="en-US" sz="8000" kern="0" dirty="0" smtClean="0">
                <a:solidFill>
                  <a:schemeClr val="tx2">
                    <a:lumMod val="50000"/>
                  </a:schemeClr>
                </a:solidFill>
              </a:rPr>
              <a:t>(Tree)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>
          <a:xfrm>
            <a:off x="304800" y="228600"/>
            <a:ext cx="8534400" cy="762000"/>
          </a:xfrm>
        </p:spPr>
        <p:txBody>
          <a:bodyPr/>
          <a:lstStyle/>
          <a:p>
            <a:pPr eaLnBrk="1" hangingPunct="1"/>
            <a:r>
              <a:rPr lang="en-US" altLang="zh-CN" smtClean="0">
                <a:latin typeface="Times New Roman" pitchFamily="18" charset="0"/>
                <a:ea typeface="宋体" charset="-122"/>
              </a:rPr>
              <a:t>Tree</a:t>
            </a:r>
          </a:p>
        </p:txBody>
      </p:sp>
      <p:sp>
        <p:nvSpPr>
          <p:cNvPr id="5570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4800" y="1447800"/>
            <a:ext cx="8534400" cy="4594225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zh-CN" sz="3600" smtClean="0">
                <a:latin typeface="Times New Roman" pitchFamily="18" charset="0"/>
                <a:ea typeface="宋体" charset="-122"/>
              </a:rPr>
              <a:t>A </a:t>
            </a:r>
            <a:r>
              <a:rPr lang="en-US" altLang="zh-CN" sz="3600" i="1" smtClean="0">
                <a:solidFill>
                  <a:schemeClr val="tx2"/>
                </a:solidFill>
                <a:latin typeface="Times New Roman" pitchFamily="18" charset="0"/>
                <a:ea typeface="宋体" charset="-122"/>
              </a:rPr>
              <a:t>tree</a:t>
            </a:r>
            <a:r>
              <a:rPr lang="en-US" altLang="zh-CN" sz="3600" smtClean="0">
                <a:latin typeface="Times New Roman" pitchFamily="18" charset="0"/>
                <a:ea typeface="宋体" charset="-122"/>
              </a:rPr>
              <a:t> is a connected undirected graph with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CN" sz="3600" smtClean="0">
                <a:latin typeface="Times New Roman" pitchFamily="18" charset="0"/>
                <a:ea typeface="宋体" charset="-122"/>
              </a:rPr>
              <a:t>No simple circuits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CN" sz="3600" smtClean="0">
                <a:latin typeface="Times New Roman" pitchFamily="18" charset="0"/>
                <a:ea typeface="宋体" charset="-122"/>
              </a:rPr>
              <a:t>No multiple edges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CN" sz="3600" smtClean="0">
                <a:latin typeface="Times New Roman" pitchFamily="18" charset="0"/>
                <a:ea typeface="宋体" charset="-122"/>
              </a:rPr>
              <a:t>No loops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CN" sz="3600" smtClean="0">
                <a:latin typeface="Times New Roman" pitchFamily="18" charset="0"/>
                <a:ea typeface="宋体" charset="-122"/>
              </a:rPr>
              <a:t>An undirected graph is a tree if and only if there is a unique simple path between any two of its vertices.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B66DE-703E-461C-82AF-C942A54373C1}" type="slidenum">
              <a:rPr lang="en-US" altLang="zh-CN" smtClean="0"/>
              <a:pPr/>
              <a:t>2</a:t>
            </a:fld>
            <a:endParaRPr lang="en-US" altLang="zh-CN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70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570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570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70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570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570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70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570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570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70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5570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5570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70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5570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5570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57059" grpId="0" build="p" bldLvl="2" autoUpdateAnimBg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152400"/>
            <a:ext cx="8610600" cy="838200"/>
          </a:xfrm>
          <a:noFill/>
        </p:spPr>
        <p:txBody>
          <a:bodyPr lIns="92075" tIns="46038" rIns="92075" bIns="46038" anchor="b"/>
          <a:lstStyle/>
          <a:p>
            <a:pPr eaLnBrk="1" hangingPunct="1"/>
            <a:r>
              <a:rPr lang="en-US" altLang="zh-CN" smtClean="0">
                <a:latin typeface="Times New Roman" pitchFamily="18" charset="0"/>
                <a:ea typeface="宋体" charset="-122"/>
              </a:rPr>
              <a:t>Which graphs are trees?</a:t>
            </a:r>
          </a:p>
        </p:txBody>
      </p:sp>
      <p:grpSp>
        <p:nvGrpSpPr>
          <p:cNvPr id="558083" name="Group 3"/>
          <p:cNvGrpSpPr>
            <a:grpSpLocks/>
          </p:cNvGrpSpPr>
          <p:nvPr/>
        </p:nvGrpSpPr>
        <p:grpSpPr bwMode="auto">
          <a:xfrm>
            <a:off x="246063" y="2147888"/>
            <a:ext cx="1908175" cy="3597275"/>
            <a:chOff x="155" y="1353"/>
            <a:chExt cx="1202" cy="2266"/>
          </a:xfrm>
        </p:grpSpPr>
        <p:sp>
          <p:nvSpPr>
            <p:cNvPr id="4138" name="Line 4"/>
            <p:cNvSpPr>
              <a:spLocks noChangeAspect="1" noChangeShapeType="1"/>
            </p:cNvSpPr>
            <p:nvPr/>
          </p:nvSpPr>
          <p:spPr bwMode="auto">
            <a:xfrm>
              <a:off x="318" y="2521"/>
              <a:ext cx="864" cy="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lg" len="lg"/>
              <a:tailEnd type="oval" w="lg" len="lg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39" name="Line 5"/>
            <p:cNvSpPr>
              <a:spLocks noChangeAspect="1" noChangeShapeType="1"/>
            </p:cNvSpPr>
            <p:nvPr/>
          </p:nvSpPr>
          <p:spPr bwMode="auto">
            <a:xfrm rot="-2824836">
              <a:off x="150" y="2088"/>
              <a:ext cx="1202" cy="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lg" len="lg"/>
              <a:tailEnd type="oval" w="lg" len="lg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40" name="Line 6"/>
            <p:cNvSpPr>
              <a:spLocks noChangeAspect="1" noChangeShapeType="1"/>
            </p:cNvSpPr>
            <p:nvPr/>
          </p:nvSpPr>
          <p:spPr bwMode="auto">
            <a:xfrm rot="16200000" flipV="1">
              <a:off x="-112" y="2090"/>
              <a:ext cx="864" cy="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lg" len="lg"/>
              <a:tailEnd type="oval" w="lg" len="lg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41" name="Line 7"/>
            <p:cNvSpPr>
              <a:spLocks noChangeAspect="1" noChangeShapeType="1"/>
            </p:cNvSpPr>
            <p:nvPr/>
          </p:nvSpPr>
          <p:spPr bwMode="auto">
            <a:xfrm rot="2575164">
              <a:off x="155" y="2939"/>
              <a:ext cx="1202" cy="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lg" len="lg"/>
              <a:tailEnd type="oval" w="lg" len="lg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42" name="Line 8"/>
            <p:cNvSpPr>
              <a:spLocks noChangeAspect="1" noChangeShapeType="1"/>
            </p:cNvSpPr>
            <p:nvPr/>
          </p:nvSpPr>
          <p:spPr bwMode="auto">
            <a:xfrm rot="10800000">
              <a:off x="320" y="3349"/>
              <a:ext cx="864" cy="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lg" len="lg"/>
              <a:tailEnd type="oval" w="lg" len="lg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43" name="Text Box 9"/>
            <p:cNvSpPr txBox="1">
              <a:spLocks noChangeArrowheads="1"/>
            </p:cNvSpPr>
            <p:nvPr/>
          </p:nvSpPr>
          <p:spPr bwMode="auto">
            <a:xfrm>
              <a:off x="248" y="1357"/>
              <a:ext cx="131" cy="230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  <a:effectLst/>
          </p:spPr>
          <p:txBody>
            <a:bodyPr lIns="0" tIns="0" rIns="0" bIns="0" anchor="ctr"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US" altLang="zh-CN" sz="2400" i="1">
                  <a:solidFill>
                    <a:schemeClr val="tx2"/>
                  </a:solidFill>
                  <a:latin typeface="Bookman Old Style" pitchFamily="18" charset="0"/>
                  <a:ea typeface="宋体" charset="-122"/>
                </a:rPr>
                <a:t>a</a:t>
              </a:r>
              <a:endParaRPr lang="en-US" altLang="zh-CN" sz="2400">
                <a:solidFill>
                  <a:schemeClr val="tx2"/>
                </a:solidFill>
                <a:latin typeface="Bookman Old Style" pitchFamily="18" charset="0"/>
                <a:ea typeface="宋体" charset="-122"/>
              </a:endParaRPr>
            </a:p>
          </p:txBody>
        </p:sp>
        <p:sp>
          <p:nvSpPr>
            <p:cNvPr id="4144" name="Text Box 10"/>
            <p:cNvSpPr txBox="1">
              <a:spLocks noChangeArrowheads="1"/>
            </p:cNvSpPr>
            <p:nvPr/>
          </p:nvSpPr>
          <p:spPr bwMode="auto">
            <a:xfrm>
              <a:off x="1071" y="1353"/>
              <a:ext cx="194" cy="230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  <a:effectLst/>
          </p:spPr>
          <p:txBody>
            <a:bodyPr lIns="0" tIns="0" rIns="0" bIns="0" anchor="ctr"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US" altLang="zh-CN" sz="2400" i="1">
                  <a:solidFill>
                    <a:schemeClr val="tx2"/>
                  </a:solidFill>
                  <a:latin typeface="Bookman Old Style" pitchFamily="18" charset="0"/>
                  <a:ea typeface="宋体" charset="-122"/>
                </a:rPr>
                <a:t>b</a:t>
              </a:r>
              <a:endParaRPr lang="en-US" altLang="zh-CN" sz="2400">
                <a:solidFill>
                  <a:schemeClr val="tx2"/>
                </a:solidFill>
                <a:latin typeface="Bookman Old Style" pitchFamily="18" charset="0"/>
                <a:ea typeface="宋体" charset="-122"/>
              </a:endParaRPr>
            </a:p>
          </p:txBody>
        </p:sp>
        <p:sp>
          <p:nvSpPr>
            <p:cNvPr id="4145" name="Text Box 11"/>
            <p:cNvSpPr txBox="1">
              <a:spLocks noChangeArrowheads="1"/>
            </p:cNvSpPr>
            <p:nvPr/>
          </p:nvSpPr>
          <p:spPr bwMode="auto">
            <a:xfrm>
              <a:off x="222" y="2567"/>
              <a:ext cx="194" cy="230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  <a:effectLst/>
          </p:spPr>
          <p:txBody>
            <a:bodyPr lIns="0" tIns="0" rIns="0" bIns="0" anchor="ctr"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US" altLang="zh-CN" sz="2400" i="1">
                  <a:solidFill>
                    <a:schemeClr val="tx2"/>
                  </a:solidFill>
                  <a:latin typeface="Bookman Old Style" pitchFamily="18" charset="0"/>
                  <a:ea typeface="宋体" charset="-122"/>
                </a:rPr>
                <a:t>c</a:t>
              </a:r>
              <a:endParaRPr lang="en-US" altLang="zh-CN" sz="2400">
                <a:solidFill>
                  <a:schemeClr val="tx2"/>
                </a:solidFill>
                <a:latin typeface="Bookman Old Style" pitchFamily="18" charset="0"/>
                <a:ea typeface="宋体" charset="-122"/>
              </a:endParaRPr>
            </a:p>
          </p:txBody>
        </p:sp>
        <p:sp>
          <p:nvSpPr>
            <p:cNvPr id="4146" name="Text Box 12"/>
            <p:cNvSpPr txBox="1">
              <a:spLocks noChangeArrowheads="1"/>
            </p:cNvSpPr>
            <p:nvPr/>
          </p:nvSpPr>
          <p:spPr bwMode="auto">
            <a:xfrm>
              <a:off x="1086" y="2586"/>
              <a:ext cx="194" cy="230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  <a:effectLst/>
          </p:spPr>
          <p:txBody>
            <a:bodyPr lIns="0" tIns="0" rIns="0" bIns="0" anchor="ctr"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US" altLang="zh-CN" sz="2400" i="1">
                  <a:solidFill>
                    <a:schemeClr val="tx2"/>
                  </a:solidFill>
                  <a:latin typeface="Bookman Old Style" pitchFamily="18" charset="0"/>
                  <a:ea typeface="宋体" charset="-122"/>
                </a:rPr>
                <a:t>d</a:t>
              </a:r>
              <a:endParaRPr lang="en-US" altLang="zh-CN" sz="2400">
                <a:solidFill>
                  <a:schemeClr val="tx2"/>
                </a:solidFill>
                <a:latin typeface="Bookman Old Style" pitchFamily="18" charset="0"/>
                <a:ea typeface="宋体" charset="-122"/>
              </a:endParaRPr>
            </a:p>
          </p:txBody>
        </p:sp>
        <p:sp>
          <p:nvSpPr>
            <p:cNvPr id="4147" name="Text Box 13"/>
            <p:cNvSpPr txBox="1">
              <a:spLocks noChangeArrowheads="1"/>
            </p:cNvSpPr>
            <p:nvPr/>
          </p:nvSpPr>
          <p:spPr bwMode="auto">
            <a:xfrm>
              <a:off x="235" y="3389"/>
              <a:ext cx="131" cy="230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  <a:effectLst/>
          </p:spPr>
          <p:txBody>
            <a:bodyPr lIns="0" tIns="0" rIns="0" bIns="0" anchor="ctr"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US" altLang="zh-CN" sz="2400" i="1">
                  <a:solidFill>
                    <a:schemeClr val="tx2"/>
                  </a:solidFill>
                  <a:latin typeface="Bookman Old Style" pitchFamily="18" charset="0"/>
                  <a:ea typeface="宋体" charset="-122"/>
                </a:rPr>
                <a:t>e</a:t>
              </a:r>
              <a:endParaRPr lang="en-US" altLang="zh-CN" sz="2400">
                <a:solidFill>
                  <a:schemeClr val="tx2"/>
                </a:solidFill>
                <a:latin typeface="Bookman Old Style" pitchFamily="18" charset="0"/>
                <a:ea typeface="宋体" charset="-122"/>
              </a:endParaRPr>
            </a:p>
          </p:txBody>
        </p:sp>
        <p:sp>
          <p:nvSpPr>
            <p:cNvPr id="4148" name="Text Box 14"/>
            <p:cNvSpPr txBox="1">
              <a:spLocks noChangeArrowheads="1"/>
            </p:cNvSpPr>
            <p:nvPr/>
          </p:nvSpPr>
          <p:spPr bwMode="auto">
            <a:xfrm>
              <a:off x="1058" y="3385"/>
              <a:ext cx="194" cy="230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  <a:effectLst/>
          </p:spPr>
          <p:txBody>
            <a:bodyPr lIns="0" tIns="0" rIns="0" bIns="0" anchor="ctr"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US" altLang="zh-CN" sz="2400" i="1">
                  <a:solidFill>
                    <a:schemeClr val="tx2"/>
                  </a:solidFill>
                  <a:latin typeface="Bookman Old Style" pitchFamily="18" charset="0"/>
                  <a:ea typeface="宋体" charset="-122"/>
                </a:rPr>
                <a:t>f</a:t>
              </a:r>
              <a:endParaRPr lang="en-US" altLang="zh-CN" sz="2400">
                <a:solidFill>
                  <a:schemeClr val="tx2"/>
                </a:solidFill>
                <a:latin typeface="Bookman Old Style" pitchFamily="18" charset="0"/>
                <a:ea typeface="宋体" charset="-122"/>
              </a:endParaRPr>
            </a:p>
          </p:txBody>
        </p:sp>
      </p:grpSp>
      <p:grpSp>
        <p:nvGrpSpPr>
          <p:cNvPr id="558095" name="Group 15"/>
          <p:cNvGrpSpPr>
            <a:grpSpLocks/>
          </p:cNvGrpSpPr>
          <p:nvPr/>
        </p:nvGrpSpPr>
        <p:grpSpPr bwMode="auto">
          <a:xfrm>
            <a:off x="2673350" y="2135188"/>
            <a:ext cx="1679575" cy="3597275"/>
            <a:chOff x="1684" y="1345"/>
            <a:chExt cx="1058" cy="2266"/>
          </a:xfrm>
        </p:grpSpPr>
        <p:sp>
          <p:nvSpPr>
            <p:cNvPr id="4127" name="Line 16"/>
            <p:cNvSpPr>
              <a:spLocks noChangeAspect="1" noChangeShapeType="1"/>
            </p:cNvSpPr>
            <p:nvPr/>
          </p:nvSpPr>
          <p:spPr bwMode="auto">
            <a:xfrm rot="-3749224">
              <a:off x="1269" y="2500"/>
              <a:ext cx="1863" cy="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lg" len="lg"/>
              <a:tailEnd type="oval" w="lg" len="lg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28" name="Line 17"/>
            <p:cNvSpPr>
              <a:spLocks noChangeAspect="1" noChangeShapeType="1"/>
            </p:cNvSpPr>
            <p:nvPr/>
          </p:nvSpPr>
          <p:spPr bwMode="auto">
            <a:xfrm rot="16200000" flipV="1">
              <a:off x="1332" y="2095"/>
              <a:ext cx="864" cy="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lg" len="lg"/>
              <a:tailEnd type="oval" w="lg" len="lg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29" name="Line 18"/>
            <p:cNvSpPr>
              <a:spLocks noChangeAspect="1" noChangeShapeType="1"/>
            </p:cNvSpPr>
            <p:nvPr/>
          </p:nvSpPr>
          <p:spPr bwMode="auto">
            <a:xfrm rot="10800000">
              <a:off x="1764" y="3354"/>
              <a:ext cx="864" cy="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lg" len="lg"/>
              <a:tailEnd type="oval" w="lg" len="lg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30" name="Line 19"/>
            <p:cNvSpPr>
              <a:spLocks noChangeAspect="1" noChangeShapeType="1"/>
            </p:cNvSpPr>
            <p:nvPr/>
          </p:nvSpPr>
          <p:spPr bwMode="auto">
            <a:xfrm rot="16200000" flipV="1">
              <a:off x="2205" y="2922"/>
              <a:ext cx="864" cy="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lg" len="lg"/>
              <a:tailEnd type="oval" w="lg" len="lg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31" name="Line 20"/>
            <p:cNvSpPr>
              <a:spLocks noChangeShapeType="1"/>
            </p:cNvSpPr>
            <p:nvPr/>
          </p:nvSpPr>
          <p:spPr bwMode="auto">
            <a:xfrm>
              <a:off x="1775" y="1671"/>
              <a:ext cx="854" cy="168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32" name="Text Box 21"/>
            <p:cNvSpPr txBox="1">
              <a:spLocks noChangeArrowheads="1"/>
            </p:cNvSpPr>
            <p:nvPr/>
          </p:nvSpPr>
          <p:spPr bwMode="auto">
            <a:xfrm>
              <a:off x="1710" y="1349"/>
              <a:ext cx="131" cy="230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  <a:effectLst/>
          </p:spPr>
          <p:txBody>
            <a:bodyPr lIns="0" tIns="0" rIns="0" bIns="0" anchor="ctr"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US" altLang="zh-CN" sz="2400" i="1" dirty="0">
                  <a:solidFill>
                    <a:schemeClr val="tx2"/>
                  </a:solidFill>
                  <a:latin typeface="Bookman Old Style" pitchFamily="18" charset="0"/>
                  <a:ea typeface="宋体" charset="-122"/>
                </a:rPr>
                <a:t>a</a:t>
              </a:r>
              <a:endParaRPr lang="en-US" altLang="zh-CN" sz="2400" dirty="0">
                <a:solidFill>
                  <a:schemeClr val="tx2"/>
                </a:solidFill>
                <a:latin typeface="Bookman Old Style" pitchFamily="18" charset="0"/>
                <a:ea typeface="宋体" charset="-122"/>
              </a:endParaRPr>
            </a:p>
          </p:txBody>
        </p:sp>
        <p:sp>
          <p:nvSpPr>
            <p:cNvPr id="4133" name="Text Box 22"/>
            <p:cNvSpPr txBox="1">
              <a:spLocks noChangeArrowheads="1"/>
            </p:cNvSpPr>
            <p:nvPr/>
          </p:nvSpPr>
          <p:spPr bwMode="auto">
            <a:xfrm>
              <a:off x="2533" y="1345"/>
              <a:ext cx="194" cy="230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  <a:effectLst/>
          </p:spPr>
          <p:txBody>
            <a:bodyPr lIns="0" tIns="0" rIns="0" bIns="0" anchor="ctr"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US" altLang="zh-CN" sz="2400" i="1">
                  <a:solidFill>
                    <a:schemeClr val="tx2"/>
                  </a:solidFill>
                  <a:latin typeface="Bookman Old Style" pitchFamily="18" charset="0"/>
                  <a:ea typeface="宋体" charset="-122"/>
                </a:rPr>
                <a:t>b</a:t>
              </a:r>
              <a:endParaRPr lang="en-US" altLang="zh-CN" sz="2400">
                <a:solidFill>
                  <a:schemeClr val="tx2"/>
                </a:solidFill>
                <a:latin typeface="Bookman Old Style" pitchFamily="18" charset="0"/>
                <a:ea typeface="宋体" charset="-122"/>
              </a:endParaRPr>
            </a:p>
          </p:txBody>
        </p:sp>
        <p:sp>
          <p:nvSpPr>
            <p:cNvPr id="4134" name="Text Box 23"/>
            <p:cNvSpPr txBox="1">
              <a:spLocks noChangeArrowheads="1"/>
            </p:cNvSpPr>
            <p:nvPr/>
          </p:nvSpPr>
          <p:spPr bwMode="auto">
            <a:xfrm>
              <a:off x="1684" y="2559"/>
              <a:ext cx="194" cy="230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  <a:effectLst/>
          </p:spPr>
          <p:txBody>
            <a:bodyPr lIns="0" tIns="0" rIns="0" bIns="0" anchor="ctr"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US" altLang="zh-CN" sz="2400" i="1">
                  <a:solidFill>
                    <a:schemeClr val="tx2"/>
                  </a:solidFill>
                  <a:latin typeface="Bookman Old Style" pitchFamily="18" charset="0"/>
                  <a:ea typeface="宋体" charset="-122"/>
                </a:rPr>
                <a:t>c</a:t>
              </a:r>
              <a:endParaRPr lang="en-US" altLang="zh-CN" sz="2400">
                <a:solidFill>
                  <a:schemeClr val="tx2"/>
                </a:solidFill>
                <a:latin typeface="Bookman Old Style" pitchFamily="18" charset="0"/>
                <a:ea typeface="宋体" charset="-122"/>
              </a:endParaRPr>
            </a:p>
          </p:txBody>
        </p:sp>
        <p:sp>
          <p:nvSpPr>
            <p:cNvPr id="4135" name="Text Box 24"/>
            <p:cNvSpPr txBox="1">
              <a:spLocks noChangeArrowheads="1"/>
            </p:cNvSpPr>
            <p:nvPr/>
          </p:nvSpPr>
          <p:spPr bwMode="auto">
            <a:xfrm>
              <a:off x="2548" y="2227"/>
              <a:ext cx="194" cy="230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  <a:effectLst/>
          </p:spPr>
          <p:txBody>
            <a:bodyPr lIns="0" tIns="0" rIns="0" bIns="0" anchor="ctr"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US" altLang="zh-CN" sz="2400" i="1">
                  <a:solidFill>
                    <a:schemeClr val="tx2"/>
                  </a:solidFill>
                  <a:latin typeface="Bookman Old Style" pitchFamily="18" charset="0"/>
                  <a:ea typeface="宋体" charset="-122"/>
                </a:rPr>
                <a:t>d</a:t>
              </a:r>
              <a:endParaRPr lang="en-US" altLang="zh-CN" sz="2400">
                <a:solidFill>
                  <a:schemeClr val="tx2"/>
                </a:solidFill>
                <a:latin typeface="Bookman Old Style" pitchFamily="18" charset="0"/>
                <a:ea typeface="宋体" charset="-122"/>
              </a:endParaRPr>
            </a:p>
          </p:txBody>
        </p:sp>
        <p:sp>
          <p:nvSpPr>
            <p:cNvPr id="4136" name="Text Box 25"/>
            <p:cNvSpPr txBox="1">
              <a:spLocks noChangeArrowheads="1"/>
            </p:cNvSpPr>
            <p:nvPr/>
          </p:nvSpPr>
          <p:spPr bwMode="auto">
            <a:xfrm>
              <a:off x="1697" y="3381"/>
              <a:ext cx="131" cy="230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  <a:effectLst/>
          </p:spPr>
          <p:txBody>
            <a:bodyPr lIns="0" tIns="0" rIns="0" bIns="0" anchor="ctr"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US" altLang="zh-CN" sz="2400" i="1">
                  <a:solidFill>
                    <a:schemeClr val="tx2"/>
                  </a:solidFill>
                  <a:latin typeface="Bookman Old Style" pitchFamily="18" charset="0"/>
                  <a:ea typeface="宋体" charset="-122"/>
                </a:rPr>
                <a:t>e</a:t>
              </a:r>
              <a:endParaRPr lang="en-US" altLang="zh-CN" sz="2400">
                <a:solidFill>
                  <a:schemeClr val="tx2"/>
                </a:solidFill>
                <a:latin typeface="Bookman Old Style" pitchFamily="18" charset="0"/>
                <a:ea typeface="宋体" charset="-122"/>
              </a:endParaRPr>
            </a:p>
          </p:txBody>
        </p:sp>
        <p:sp>
          <p:nvSpPr>
            <p:cNvPr id="4137" name="Text Box 26"/>
            <p:cNvSpPr txBox="1">
              <a:spLocks noChangeArrowheads="1"/>
            </p:cNvSpPr>
            <p:nvPr/>
          </p:nvSpPr>
          <p:spPr bwMode="auto">
            <a:xfrm>
              <a:off x="2520" y="3377"/>
              <a:ext cx="194" cy="230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  <a:effectLst/>
          </p:spPr>
          <p:txBody>
            <a:bodyPr lIns="0" tIns="0" rIns="0" bIns="0" anchor="ctr"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US" altLang="zh-CN" sz="2400" i="1">
                  <a:solidFill>
                    <a:schemeClr val="tx2"/>
                  </a:solidFill>
                  <a:latin typeface="Bookman Old Style" pitchFamily="18" charset="0"/>
                  <a:ea typeface="宋体" charset="-122"/>
                </a:rPr>
                <a:t>f</a:t>
              </a:r>
              <a:endParaRPr lang="en-US" altLang="zh-CN" sz="2400">
                <a:solidFill>
                  <a:schemeClr val="tx2"/>
                </a:solidFill>
                <a:latin typeface="Bookman Old Style" pitchFamily="18" charset="0"/>
                <a:ea typeface="宋体" charset="-122"/>
              </a:endParaRPr>
            </a:p>
          </p:txBody>
        </p:sp>
      </p:grpSp>
      <p:grpSp>
        <p:nvGrpSpPr>
          <p:cNvPr id="558107" name="Group 27"/>
          <p:cNvGrpSpPr>
            <a:grpSpLocks/>
          </p:cNvGrpSpPr>
          <p:nvPr/>
        </p:nvGrpSpPr>
        <p:grpSpPr bwMode="auto">
          <a:xfrm>
            <a:off x="4687888" y="2105025"/>
            <a:ext cx="1909762" cy="3597275"/>
            <a:chOff x="2953" y="1326"/>
            <a:chExt cx="1203" cy="2266"/>
          </a:xfrm>
        </p:grpSpPr>
        <p:sp>
          <p:nvSpPr>
            <p:cNvPr id="4115" name="Line 28"/>
            <p:cNvSpPr>
              <a:spLocks noChangeAspect="1" noChangeShapeType="1"/>
            </p:cNvSpPr>
            <p:nvPr/>
          </p:nvSpPr>
          <p:spPr bwMode="auto">
            <a:xfrm rot="-3749224">
              <a:off x="2621" y="2459"/>
              <a:ext cx="1863" cy="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lg" len="lg"/>
              <a:tailEnd type="oval" w="lg" len="lg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16" name="Line 29"/>
            <p:cNvSpPr>
              <a:spLocks noChangeAspect="1" noChangeShapeType="1"/>
            </p:cNvSpPr>
            <p:nvPr/>
          </p:nvSpPr>
          <p:spPr bwMode="auto">
            <a:xfrm rot="16200000" flipV="1">
              <a:off x="2665" y="2055"/>
              <a:ext cx="864" cy="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lg" len="lg"/>
              <a:tailEnd type="oval" w="lg" len="lg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17" name="Line 30"/>
            <p:cNvSpPr>
              <a:spLocks noChangeAspect="1" noChangeShapeType="1"/>
            </p:cNvSpPr>
            <p:nvPr/>
          </p:nvSpPr>
          <p:spPr bwMode="auto">
            <a:xfrm rot="2575164">
              <a:off x="2954" y="2899"/>
              <a:ext cx="1202" cy="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lg" len="lg"/>
              <a:tailEnd type="oval" w="lg" len="lg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18" name="Line 31"/>
            <p:cNvSpPr>
              <a:spLocks noChangeAspect="1" noChangeShapeType="1"/>
            </p:cNvSpPr>
            <p:nvPr/>
          </p:nvSpPr>
          <p:spPr bwMode="auto">
            <a:xfrm rot="2575164">
              <a:off x="2953" y="2044"/>
              <a:ext cx="1202" cy="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lg" len="lg"/>
              <a:tailEnd type="oval" w="lg" len="lg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19" name="Line 32"/>
            <p:cNvSpPr>
              <a:spLocks noChangeAspect="1" noChangeShapeType="1"/>
            </p:cNvSpPr>
            <p:nvPr/>
          </p:nvSpPr>
          <p:spPr bwMode="auto">
            <a:xfrm rot="-2824836">
              <a:off x="2949" y="2892"/>
              <a:ext cx="1202" cy="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lg" len="lg"/>
              <a:tailEnd type="none" w="lg" len="lg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20" name="Line 33"/>
            <p:cNvSpPr>
              <a:spLocks noChangeAspect="1" noChangeShapeType="1"/>
            </p:cNvSpPr>
            <p:nvPr/>
          </p:nvSpPr>
          <p:spPr bwMode="auto">
            <a:xfrm>
              <a:off x="3098" y="1626"/>
              <a:ext cx="864" cy="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lg" len="lg"/>
              <a:tailEnd type="none" w="lg" len="lg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21" name="Text Box 34"/>
            <p:cNvSpPr txBox="1">
              <a:spLocks noChangeArrowheads="1"/>
            </p:cNvSpPr>
            <p:nvPr/>
          </p:nvSpPr>
          <p:spPr bwMode="auto">
            <a:xfrm>
              <a:off x="3057" y="1330"/>
              <a:ext cx="131" cy="230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  <a:effectLst/>
          </p:spPr>
          <p:txBody>
            <a:bodyPr lIns="0" tIns="0" rIns="0" bIns="0" anchor="ctr"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US" altLang="zh-CN" sz="2400" i="1">
                  <a:solidFill>
                    <a:schemeClr val="tx2"/>
                  </a:solidFill>
                  <a:latin typeface="Bookman Old Style" pitchFamily="18" charset="0"/>
                  <a:ea typeface="宋体" charset="-122"/>
                </a:rPr>
                <a:t>a</a:t>
              </a:r>
              <a:endParaRPr lang="en-US" altLang="zh-CN" sz="2400">
                <a:solidFill>
                  <a:schemeClr val="tx2"/>
                </a:solidFill>
                <a:latin typeface="Bookman Old Style" pitchFamily="18" charset="0"/>
                <a:ea typeface="宋体" charset="-122"/>
              </a:endParaRPr>
            </a:p>
          </p:txBody>
        </p:sp>
        <p:sp>
          <p:nvSpPr>
            <p:cNvPr id="4122" name="Text Box 35"/>
            <p:cNvSpPr txBox="1">
              <a:spLocks noChangeArrowheads="1"/>
            </p:cNvSpPr>
            <p:nvPr/>
          </p:nvSpPr>
          <p:spPr bwMode="auto">
            <a:xfrm>
              <a:off x="3880" y="1326"/>
              <a:ext cx="194" cy="230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  <a:effectLst/>
          </p:spPr>
          <p:txBody>
            <a:bodyPr lIns="0" tIns="0" rIns="0" bIns="0" anchor="ctr"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US" altLang="zh-CN" sz="2400" i="1">
                  <a:solidFill>
                    <a:schemeClr val="tx2"/>
                  </a:solidFill>
                  <a:latin typeface="Bookman Old Style" pitchFamily="18" charset="0"/>
                  <a:ea typeface="宋体" charset="-122"/>
                </a:rPr>
                <a:t>b</a:t>
              </a:r>
              <a:endParaRPr lang="en-US" altLang="zh-CN" sz="2400">
                <a:solidFill>
                  <a:schemeClr val="tx2"/>
                </a:solidFill>
                <a:latin typeface="Bookman Old Style" pitchFamily="18" charset="0"/>
                <a:ea typeface="宋体" charset="-122"/>
              </a:endParaRPr>
            </a:p>
          </p:txBody>
        </p:sp>
        <p:sp>
          <p:nvSpPr>
            <p:cNvPr id="4123" name="Text Box 36"/>
            <p:cNvSpPr txBox="1">
              <a:spLocks noChangeArrowheads="1"/>
            </p:cNvSpPr>
            <p:nvPr/>
          </p:nvSpPr>
          <p:spPr bwMode="auto">
            <a:xfrm>
              <a:off x="3031" y="2540"/>
              <a:ext cx="194" cy="230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  <a:effectLst/>
          </p:spPr>
          <p:txBody>
            <a:bodyPr lIns="0" tIns="0" rIns="0" bIns="0" anchor="ctr"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US" altLang="zh-CN" sz="2400" i="1">
                  <a:solidFill>
                    <a:schemeClr val="tx2"/>
                  </a:solidFill>
                  <a:latin typeface="Bookman Old Style" pitchFamily="18" charset="0"/>
                  <a:ea typeface="宋体" charset="-122"/>
                </a:rPr>
                <a:t>c</a:t>
              </a:r>
              <a:endParaRPr lang="en-US" altLang="zh-CN" sz="2400">
                <a:solidFill>
                  <a:schemeClr val="tx2"/>
                </a:solidFill>
                <a:latin typeface="Bookman Old Style" pitchFamily="18" charset="0"/>
                <a:ea typeface="宋体" charset="-122"/>
              </a:endParaRPr>
            </a:p>
          </p:txBody>
        </p:sp>
        <p:sp>
          <p:nvSpPr>
            <p:cNvPr id="4124" name="Text Box 37"/>
            <p:cNvSpPr txBox="1">
              <a:spLocks noChangeArrowheads="1"/>
            </p:cNvSpPr>
            <p:nvPr/>
          </p:nvSpPr>
          <p:spPr bwMode="auto">
            <a:xfrm>
              <a:off x="3895" y="2559"/>
              <a:ext cx="194" cy="230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  <a:effectLst/>
          </p:spPr>
          <p:txBody>
            <a:bodyPr lIns="0" tIns="0" rIns="0" bIns="0" anchor="ctr"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US" altLang="zh-CN" sz="2400" i="1">
                  <a:solidFill>
                    <a:schemeClr val="tx2"/>
                  </a:solidFill>
                  <a:latin typeface="Bookman Old Style" pitchFamily="18" charset="0"/>
                  <a:ea typeface="宋体" charset="-122"/>
                </a:rPr>
                <a:t>d</a:t>
              </a:r>
              <a:endParaRPr lang="en-US" altLang="zh-CN" sz="2400">
                <a:solidFill>
                  <a:schemeClr val="tx2"/>
                </a:solidFill>
                <a:latin typeface="Bookman Old Style" pitchFamily="18" charset="0"/>
                <a:ea typeface="宋体" charset="-122"/>
              </a:endParaRPr>
            </a:p>
          </p:txBody>
        </p:sp>
        <p:sp>
          <p:nvSpPr>
            <p:cNvPr id="4125" name="Text Box 38"/>
            <p:cNvSpPr txBox="1">
              <a:spLocks noChangeArrowheads="1"/>
            </p:cNvSpPr>
            <p:nvPr/>
          </p:nvSpPr>
          <p:spPr bwMode="auto">
            <a:xfrm>
              <a:off x="3044" y="3362"/>
              <a:ext cx="131" cy="230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  <a:effectLst/>
          </p:spPr>
          <p:txBody>
            <a:bodyPr lIns="0" tIns="0" rIns="0" bIns="0" anchor="ctr"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US" altLang="zh-CN" sz="2400" i="1">
                  <a:solidFill>
                    <a:schemeClr val="tx2"/>
                  </a:solidFill>
                  <a:latin typeface="Bookman Old Style" pitchFamily="18" charset="0"/>
                  <a:ea typeface="宋体" charset="-122"/>
                </a:rPr>
                <a:t>e</a:t>
              </a:r>
              <a:endParaRPr lang="en-US" altLang="zh-CN" sz="2400">
                <a:solidFill>
                  <a:schemeClr val="tx2"/>
                </a:solidFill>
                <a:latin typeface="Bookman Old Style" pitchFamily="18" charset="0"/>
                <a:ea typeface="宋体" charset="-122"/>
              </a:endParaRPr>
            </a:p>
          </p:txBody>
        </p:sp>
        <p:sp>
          <p:nvSpPr>
            <p:cNvPr id="4126" name="Text Box 39"/>
            <p:cNvSpPr txBox="1">
              <a:spLocks noChangeArrowheads="1"/>
            </p:cNvSpPr>
            <p:nvPr/>
          </p:nvSpPr>
          <p:spPr bwMode="auto">
            <a:xfrm>
              <a:off x="3867" y="3358"/>
              <a:ext cx="194" cy="230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  <a:effectLst/>
          </p:spPr>
          <p:txBody>
            <a:bodyPr lIns="0" tIns="0" rIns="0" bIns="0" anchor="ctr"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US" altLang="zh-CN" sz="2400" i="1">
                  <a:solidFill>
                    <a:schemeClr val="tx2"/>
                  </a:solidFill>
                  <a:latin typeface="Bookman Old Style" pitchFamily="18" charset="0"/>
                  <a:ea typeface="宋体" charset="-122"/>
                </a:rPr>
                <a:t>f</a:t>
              </a:r>
              <a:endParaRPr lang="en-US" altLang="zh-CN" sz="2400">
                <a:solidFill>
                  <a:schemeClr val="tx2"/>
                </a:solidFill>
                <a:latin typeface="Bookman Old Style" pitchFamily="18" charset="0"/>
                <a:ea typeface="宋体" charset="-122"/>
              </a:endParaRPr>
            </a:p>
          </p:txBody>
        </p:sp>
      </p:grpSp>
      <p:grpSp>
        <p:nvGrpSpPr>
          <p:cNvPr id="558120" name="Group 40"/>
          <p:cNvGrpSpPr>
            <a:grpSpLocks/>
          </p:cNvGrpSpPr>
          <p:nvPr/>
        </p:nvGrpSpPr>
        <p:grpSpPr bwMode="auto">
          <a:xfrm>
            <a:off x="7091363" y="2133600"/>
            <a:ext cx="1679575" cy="3597275"/>
            <a:chOff x="4467" y="1344"/>
            <a:chExt cx="1058" cy="2266"/>
          </a:xfrm>
        </p:grpSpPr>
        <p:grpSp>
          <p:nvGrpSpPr>
            <p:cNvPr id="4104" name="Group 41"/>
            <p:cNvGrpSpPr>
              <a:grpSpLocks/>
            </p:cNvGrpSpPr>
            <p:nvPr/>
          </p:nvGrpSpPr>
          <p:grpSpPr bwMode="auto">
            <a:xfrm>
              <a:off x="4551" y="1559"/>
              <a:ext cx="871" cy="1863"/>
              <a:chOff x="4551" y="1334"/>
              <a:chExt cx="871" cy="1863"/>
            </a:xfrm>
          </p:grpSpPr>
          <p:sp>
            <p:nvSpPr>
              <p:cNvPr id="4111" name="Line 42"/>
              <p:cNvSpPr>
                <a:spLocks noChangeAspect="1" noChangeShapeType="1"/>
              </p:cNvSpPr>
              <p:nvPr/>
            </p:nvSpPr>
            <p:spPr bwMode="auto">
              <a:xfrm rot="-3749224">
                <a:off x="4053" y="2262"/>
                <a:ext cx="1863" cy="7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 type="oval" w="lg" len="lg"/>
                <a:tailEnd type="oval" w="lg" len="lg"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112" name="Line 43"/>
              <p:cNvSpPr>
                <a:spLocks noChangeAspect="1" noChangeShapeType="1"/>
              </p:cNvSpPr>
              <p:nvPr/>
            </p:nvSpPr>
            <p:spPr bwMode="auto">
              <a:xfrm rot="16200000" flipV="1">
                <a:off x="4989" y="1866"/>
                <a:ext cx="864" cy="3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 type="oval" w="lg" len="lg"/>
                <a:tailEnd type="none" w="lg" len="lg"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113" name="Line 44"/>
              <p:cNvSpPr>
                <a:spLocks noChangeShapeType="1"/>
              </p:cNvSpPr>
              <p:nvPr/>
            </p:nvSpPr>
            <p:spPr bwMode="auto">
              <a:xfrm>
                <a:off x="4559" y="1433"/>
                <a:ext cx="854" cy="1681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 type="oval" w="lg" len="lg"/>
                <a:tailEnd type="oval" w="lg" len="lg"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114" name="Line 45"/>
              <p:cNvSpPr>
                <a:spLocks noChangeAspect="1" noChangeShapeType="1"/>
              </p:cNvSpPr>
              <p:nvPr/>
            </p:nvSpPr>
            <p:spPr bwMode="auto">
              <a:xfrm rot="5400000">
                <a:off x="4121" y="2680"/>
                <a:ext cx="864" cy="3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 type="oval" w="lg" len="lg"/>
                <a:tailEnd type="none" w="lg" len="lg"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4105" name="Text Box 46"/>
            <p:cNvSpPr txBox="1">
              <a:spLocks noChangeArrowheads="1"/>
            </p:cNvSpPr>
            <p:nvPr/>
          </p:nvSpPr>
          <p:spPr bwMode="auto">
            <a:xfrm>
              <a:off x="4493" y="1348"/>
              <a:ext cx="131" cy="230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  <a:effectLst/>
          </p:spPr>
          <p:txBody>
            <a:bodyPr lIns="0" tIns="0" rIns="0" bIns="0" anchor="ctr"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US" altLang="zh-CN" sz="2400" i="1">
                  <a:solidFill>
                    <a:schemeClr val="tx2"/>
                  </a:solidFill>
                  <a:latin typeface="Bookman Old Style" pitchFamily="18" charset="0"/>
                  <a:ea typeface="宋体" charset="-122"/>
                </a:rPr>
                <a:t>a</a:t>
              </a:r>
              <a:endParaRPr lang="en-US" altLang="zh-CN" sz="2400">
                <a:solidFill>
                  <a:schemeClr val="tx2"/>
                </a:solidFill>
                <a:latin typeface="Bookman Old Style" pitchFamily="18" charset="0"/>
                <a:ea typeface="宋体" charset="-122"/>
              </a:endParaRPr>
            </a:p>
          </p:txBody>
        </p:sp>
        <p:sp>
          <p:nvSpPr>
            <p:cNvPr id="4106" name="Text Box 47"/>
            <p:cNvSpPr txBox="1">
              <a:spLocks noChangeArrowheads="1"/>
            </p:cNvSpPr>
            <p:nvPr/>
          </p:nvSpPr>
          <p:spPr bwMode="auto">
            <a:xfrm>
              <a:off x="5316" y="1344"/>
              <a:ext cx="194" cy="230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  <a:effectLst/>
          </p:spPr>
          <p:txBody>
            <a:bodyPr lIns="0" tIns="0" rIns="0" bIns="0" anchor="ctr"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US" altLang="zh-CN" sz="2400" i="1">
                  <a:solidFill>
                    <a:schemeClr val="tx2"/>
                  </a:solidFill>
                  <a:latin typeface="Bookman Old Style" pitchFamily="18" charset="0"/>
                  <a:ea typeface="宋体" charset="-122"/>
                </a:rPr>
                <a:t>b</a:t>
              </a:r>
              <a:endParaRPr lang="en-US" altLang="zh-CN" sz="2400">
                <a:solidFill>
                  <a:schemeClr val="tx2"/>
                </a:solidFill>
                <a:latin typeface="Bookman Old Style" pitchFamily="18" charset="0"/>
                <a:ea typeface="宋体" charset="-122"/>
              </a:endParaRPr>
            </a:p>
          </p:txBody>
        </p:sp>
        <p:sp>
          <p:nvSpPr>
            <p:cNvPr id="4107" name="Text Box 48"/>
            <p:cNvSpPr txBox="1">
              <a:spLocks noChangeArrowheads="1"/>
            </p:cNvSpPr>
            <p:nvPr/>
          </p:nvSpPr>
          <p:spPr bwMode="auto">
            <a:xfrm>
              <a:off x="4467" y="2207"/>
              <a:ext cx="194" cy="230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  <a:effectLst/>
          </p:spPr>
          <p:txBody>
            <a:bodyPr lIns="0" tIns="0" rIns="0" bIns="0" anchor="ctr"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US" altLang="zh-CN" sz="2400" i="1">
                  <a:solidFill>
                    <a:schemeClr val="tx2"/>
                  </a:solidFill>
                  <a:latin typeface="Bookman Old Style" pitchFamily="18" charset="0"/>
                  <a:ea typeface="宋体" charset="-122"/>
                </a:rPr>
                <a:t>c</a:t>
              </a:r>
              <a:endParaRPr lang="en-US" altLang="zh-CN" sz="2400">
                <a:solidFill>
                  <a:schemeClr val="tx2"/>
                </a:solidFill>
                <a:latin typeface="Bookman Old Style" pitchFamily="18" charset="0"/>
                <a:ea typeface="宋体" charset="-122"/>
              </a:endParaRPr>
            </a:p>
          </p:txBody>
        </p:sp>
        <p:sp>
          <p:nvSpPr>
            <p:cNvPr id="4108" name="Text Box 49"/>
            <p:cNvSpPr txBox="1">
              <a:spLocks noChangeArrowheads="1"/>
            </p:cNvSpPr>
            <p:nvPr/>
          </p:nvSpPr>
          <p:spPr bwMode="auto">
            <a:xfrm>
              <a:off x="5331" y="2577"/>
              <a:ext cx="194" cy="230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  <a:effectLst/>
          </p:spPr>
          <p:txBody>
            <a:bodyPr lIns="0" tIns="0" rIns="0" bIns="0" anchor="ctr"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US" altLang="zh-CN" sz="2400" i="1">
                  <a:solidFill>
                    <a:schemeClr val="tx2"/>
                  </a:solidFill>
                  <a:latin typeface="Bookman Old Style" pitchFamily="18" charset="0"/>
                  <a:ea typeface="宋体" charset="-122"/>
                </a:rPr>
                <a:t>d</a:t>
              </a:r>
              <a:endParaRPr lang="en-US" altLang="zh-CN" sz="2400">
                <a:solidFill>
                  <a:schemeClr val="tx2"/>
                </a:solidFill>
                <a:latin typeface="Bookman Old Style" pitchFamily="18" charset="0"/>
                <a:ea typeface="宋体" charset="-122"/>
              </a:endParaRPr>
            </a:p>
          </p:txBody>
        </p:sp>
        <p:sp>
          <p:nvSpPr>
            <p:cNvPr id="4109" name="Text Box 50"/>
            <p:cNvSpPr txBox="1">
              <a:spLocks noChangeArrowheads="1"/>
            </p:cNvSpPr>
            <p:nvPr/>
          </p:nvSpPr>
          <p:spPr bwMode="auto">
            <a:xfrm>
              <a:off x="4480" y="3380"/>
              <a:ext cx="131" cy="230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  <a:effectLst/>
          </p:spPr>
          <p:txBody>
            <a:bodyPr lIns="0" tIns="0" rIns="0" bIns="0" anchor="ctr"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US" altLang="zh-CN" sz="2400" i="1">
                  <a:solidFill>
                    <a:schemeClr val="tx2"/>
                  </a:solidFill>
                  <a:latin typeface="Bookman Old Style" pitchFamily="18" charset="0"/>
                  <a:ea typeface="宋体" charset="-122"/>
                </a:rPr>
                <a:t>e</a:t>
              </a:r>
              <a:endParaRPr lang="en-US" altLang="zh-CN" sz="2400">
                <a:solidFill>
                  <a:schemeClr val="tx2"/>
                </a:solidFill>
                <a:latin typeface="Bookman Old Style" pitchFamily="18" charset="0"/>
                <a:ea typeface="宋体" charset="-122"/>
              </a:endParaRPr>
            </a:p>
          </p:txBody>
        </p:sp>
        <p:sp>
          <p:nvSpPr>
            <p:cNvPr id="4110" name="Text Box 51"/>
            <p:cNvSpPr txBox="1">
              <a:spLocks noChangeArrowheads="1"/>
            </p:cNvSpPr>
            <p:nvPr/>
          </p:nvSpPr>
          <p:spPr bwMode="auto">
            <a:xfrm>
              <a:off x="5303" y="3376"/>
              <a:ext cx="194" cy="230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  <a:effectLst/>
          </p:spPr>
          <p:txBody>
            <a:bodyPr lIns="0" tIns="0" rIns="0" bIns="0" anchor="ctr"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US" altLang="zh-CN" sz="2400" i="1">
                  <a:solidFill>
                    <a:schemeClr val="tx2"/>
                  </a:solidFill>
                  <a:latin typeface="Bookman Old Style" pitchFamily="18" charset="0"/>
                  <a:ea typeface="宋体" charset="-122"/>
                </a:rPr>
                <a:t>f</a:t>
              </a:r>
              <a:endParaRPr lang="en-US" altLang="zh-CN" sz="2400">
                <a:solidFill>
                  <a:schemeClr val="tx2"/>
                </a:solidFill>
                <a:latin typeface="Bookman Old Style" pitchFamily="18" charset="0"/>
                <a:ea typeface="宋体" charset="-122"/>
              </a:endParaRPr>
            </a:p>
          </p:txBody>
        </p:sp>
      </p:grpSp>
      <p:sp>
        <p:nvSpPr>
          <p:cNvPr id="558132" name="Text Box 52"/>
          <p:cNvSpPr txBox="1">
            <a:spLocks noChangeArrowheads="1"/>
          </p:cNvSpPr>
          <p:nvPr/>
        </p:nvSpPr>
        <p:spPr bwMode="auto">
          <a:xfrm>
            <a:off x="152400" y="6019800"/>
            <a:ext cx="8729663" cy="519113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2800" dirty="0">
                <a:latin typeface="Times New Roman" pitchFamily="18" charset="0"/>
                <a:ea typeface="宋体" charset="-122"/>
              </a:rPr>
              <a:t>     YES 		</a:t>
            </a:r>
            <a:r>
              <a:rPr lang="en-US" altLang="zh-CN" sz="2800" dirty="0" err="1">
                <a:latin typeface="Times New Roman" pitchFamily="18" charset="0"/>
                <a:ea typeface="宋体" charset="-122"/>
              </a:rPr>
              <a:t>YES</a:t>
            </a:r>
            <a:r>
              <a:rPr lang="en-US" altLang="zh-CN" sz="2800" dirty="0">
                <a:latin typeface="Times New Roman" pitchFamily="18" charset="0"/>
                <a:ea typeface="宋体" charset="-122"/>
              </a:rPr>
              <a:t> 		    NO 		 </a:t>
            </a:r>
            <a:r>
              <a:rPr lang="en-US" altLang="zh-CN" sz="2800" dirty="0" err="1">
                <a:latin typeface="Times New Roman" pitchFamily="18" charset="0"/>
                <a:ea typeface="宋体" charset="-122"/>
              </a:rPr>
              <a:t>NO</a:t>
            </a:r>
            <a:endParaRPr lang="en-US" altLang="zh-CN" sz="2800" dirty="0">
              <a:latin typeface="Times New Roman" pitchFamily="18" charset="0"/>
              <a:ea typeface="宋体" charset="-122"/>
            </a:endParaRPr>
          </a:p>
        </p:txBody>
      </p:sp>
      <p:sp>
        <p:nvSpPr>
          <p:cNvPr id="53" name="Slide Number Placeholder 5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94BF74-4D1E-471C-8549-12F0AD34FC1A}" type="slidenum">
              <a:rPr lang="en-US" altLang="zh-CN" smtClean="0"/>
              <a:pPr/>
              <a:t>3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80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5580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80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5580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8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558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8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558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8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558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5813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52400"/>
            <a:ext cx="8229600" cy="838200"/>
          </a:xfrm>
        </p:spPr>
        <p:txBody>
          <a:bodyPr/>
          <a:lstStyle/>
          <a:p>
            <a:pPr eaLnBrk="1" hangingPunct="1"/>
            <a:r>
              <a:rPr lang="en-US" altLang="zh-CN" smtClean="0">
                <a:latin typeface="Times New Roman" pitchFamily="18" charset="0"/>
                <a:ea typeface="宋体" charset="-122"/>
              </a:rPr>
              <a:t>Forest</a:t>
            </a:r>
          </a:p>
        </p:txBody>
      </p:sp>
      <p:sp>
        <p:nvSpPr>
          <p:cNvPr id="5591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38138" y="1371600"/>
            <a:ext cx="8566150" cy="2743200"/>
          </a:xfrm>
        </p:spPr>
        <p:txBody>
          <a:bodyPr lIns="0" rIns="0"/>
          <a:lstStyle/>
          <a:p>
            <a:pPr eaLnBrk="1" hangingPunct="1"/>
            <a:r>
              <a:rPr lang="en-US" altLang="zh-CN" sz="3600" smtClean="0">
                <a:latin typeface="Times New Roman" pitchFamily="18" charset="0"/>
                <a:ea typeface="宋体" charset="-122"/>
              </a:rPr>
              <a:t>What if there are no simple circuits but the graph is not connected?</a:t>
            </a:r>
          </a:p>
          <a:p>
            <a:pPr eaLnBrk="1" hangingPunct="1"/>
            <a:r>
              <a:rPr lang="en-US" altLang="zh-CN" sz="3600" smtClean="0">
                <a:latin typeface="Times New Roman" pitchFamily="18" charset="0"/>
                <a:ea typeface="宋体" charset="-122"/>
              </a:rPr>
              <a:t>Each of the connected components is a tree</a:t>
            </a:r>
          </a:p>
          <a:p>
            <a:pPr eaLnBrk="1" hangingPunct="1"/>
            <a:r>
              <a:rPr lang="en-US" altLang="zh-CN" sz="3600" smtClean="0">
                <a:latin typeface="Times New Roman" pitchFamily="18" charset="0"/>
                <a:ea typeface="宋体" charset="-122"/>
              </a:rPr>
              <a:t>The collection is called a </a:t>
            </a:r>
            <a:r>
              <a:rPr lang="en-US" altLang="zh-CN" sz="3600" i="1" smtClean="0">
                <a:solidFill>
                  <a:schemeClr val="tx2"/>
                </a:solidFill>
                <a:latin typeface="Times New Roman" pitchFamily="18" charset="0"/>
                <a:ea typeface="宋体" charset="-122"/>
              </a:rPr>
              <a:t>forest</a:t>
            </a:r>
            <a:r>
              <a:rPr lang="en-US" altLang="zh-CN" sz="3600" smtClean="0">
                <a:latin typeface="Times New Roman" pitchFamily="18" charset="0"/>
                <a:ea typeface="宋体" charset="-122"/>
              </a:rPr>
              <a:t>.</a:t>
            </a:r>
          </a:p>
        </p:txBody>
      </p:sp>
      <p:grpSp>
        <p:nvGrpSpPr>
          <p:cNvPr id="559108" name="Group 4"/>
          <p:cNvGrpSpPr>
            <a:grpSpLocks/>
          </p:cNvGrpSpPr>
          <p:nvPr/>
        </p:nvGrpSpPr>
        <p:grpSpPr bwMode="auto">
          <a:xfrm>
            <a:off x="2841625" y="4457700"/>
            <a:ext cx="2674938" cy="1770063"/>
            <a:chOff x="1790" y="2808"/>
            <a:chExt cx="1685" cy="1115"/>
          </a:xfrm>
        </p:grpSpPr>
        <p:sp>
          <p:nvSpPr>
            <p:cNvPr id="5125" name="Line 5"/>
            <p:cNvSpPr>
              <a:spLocks noChangeAspect="1" noChangeShapeType="1"/>
            </p:cNvSpPr>
            <p:nvPr/>
          </p:nvSpPr>
          <p:spPr bwMode="auto">
            <a:xfrm>
              <a:off x="1888" y="3376"/>
              <a:ext cx="517" cy="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lg" len="lg"/>
              <a:tailEnd type="oval" w="lg" len="lg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126" name="Line 6"/>
            <p:cNvSpPr>
              <a:spLocks noChangeAspect="1" noChangeShapeType="1"/>
            </p:cNvSpPr>
            <p:nvPr/>
          </p:nvSpPr>
          <p:spPr bwMode="auto">
            <a:xfrm rot="16200000" flipV="1">
              <a:off x="1630" y="3119"/>
              <a:ext cx="517" cy="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lg" len="lg"/>
              <a:tailEnd type="oval" w="lg" len="lg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127" name="Line 7"/>
            <p:cNvSpPr>
              <a:spLocks noChangeAspect="1" noChangeShapeType="1"/>
            </p:cNvSpPr>
            <p:nvPr/>
          </p:nvSpPr>
          <p:spPr bwMode="auto">
            <a:xfrm rot="2575164">
              <a:off x="1790" y="3626"/>
              <a:ext cx="720" cy="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lg" len="lg"/>
              <a:tailEnd type="oval" w="lg" len="lg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128" name="Line 8"/>
            <p:cNvSpPr>
              <a:spLocks noChangeAspect="1" noChangeShapeType="1"/>
            </p:cNvSpPr>
            <p:nvPr/>
          </p:nvSpPr>
          <p:spPr bwMode="auto">
            <a:xfrm rot="10800000">
              <a:off x="1889" y="3872"/>
              <a:ext cx="517" cy="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lg" len="lg"/>
              <a:tailEnd type="oval" w="lg" len="lg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129" name="Line 9"/>
            <p:cNvSpPr>
              <a:spLocks noChangeAspect="1" noChangeShapeType="1"/>
            </p:cNvSpPr>
            <p:nvPr/>
          </p:nvSpPr>
          <p:spPr bwMode="auto">
            <a:xfrm rot="-3749224">
              <a:off x="2655" y="3364"/>
              <a:ext cx="1115" cy="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lg" len="lg"/>
              <a:tailEnd type="oval" w="lg" len="lg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130" name="Line 10"/>
            <p:cNvSpPr>
              <a:spLocks noChangeAspect="1" noChangeShapeType="1"/>
            </p:cNvSpPr>
            <p:nvPr/>
          </p:nvSpPr>
          <p:spPr bwMode="auto">
            <a:xfrm rot="10800000">
              <a:off x="2951" y="3875"/>
              <a:ext cx="518" cy="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lg" len="lg"/>
              <a:tailEnd type="oval" w="lg" len="lg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131" name="Line 11"/>
            <p:cNvSpPr>
              <a:spLocks noChangeAspect="1" noChangeShapeType="1"/>
            </p:cNvSpPr>
            <p:nvPr/>
          </p:nvSpPr>
          <p:spPr bwMode="auto">
            <a:xfrm rot="16200000" flipV="1">
              <a:off x="3215" y="3617"/>
              <a:ext cx="517" cy="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lg" len="lg"/>
              <a:tailEnd type="oval" w="lg" len="lg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132" name="Line 12"/>
            <p:cNvSpPr>
              <a:spLocks noChangeAspect="1" noChangeShapeType="1"/>
            </p:cNvSpPr>
            <p:nvPr/>
          </p:nvSpPr>
          <p:spPr bwMode="auto">
            <a:xfrm>
              <a:off x="2958" y="2867"/>
              <a:ext cx="511" cy="100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133" name="Line 13"/>
            <p:cNvSpPr>
              <a:spLocks noChangeAspect="1" noChangeShapeType="1"/>
            </p:cNvSpPr>
            <p:nvPr/>
          </p:nvSpPr>
          <p:spPr bwMode="auto">
            <a:xfrm rot="10800000">
              <a:off x="2429" y="2862"/>
              <a:ext cx="518" cy="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lg" len="lg"/>
              <a:tailEnd type="oval" w="lg" len="lg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14" name="Slide Number Placeholder 1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B66DE-703E-461C-82AF-C942A54373C1}" type="slidenum">
              <a:rPr lang="en-US" altLang="zh-CN" smtClean="0"/>
              <a:pPr/>
              <a:t>4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91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591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591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91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591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591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91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591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591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9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5" dur="500"/>
                                        <p:tgtEl>
                                          <p:spTgt spid="559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59107" grpId="0" build="p" autoUpdateAnimBg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52400"/>
            <a:ext cx="8229600" cy="838200"/>
          </a:xfrm>
        </p:spPr>
        <p:txBody>
          <a:bodyPr/>
          <a:lstStyle/>
          <a:p>
            <a:pPr eaLnBrk="1" hangingPunct="1"/>
            <a:r>
              <a:rPr lang="en-US" altLang="zh-CN" smtClean="0">
                <a:latin typeface="Times New Roman" pitchFamily="18" charset="0"/>
                <a:ea typeface="宋体" charset="-122"/>
              </a:rPr>
              <a:t>Rooted Tree</a:t>
            </a:r>
          </a:p>
        </p:txBody>
      </p:sp>
      <p:sp>
        <p:nvSpPr>
          <p:cNvPr id="5601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8600" y="1295400"/>
            <a:ext cx="8610600" cy="2057400"/>
          </a:xfrm>
          <a:noFill/>
        </p:spPr>
        <p:txBody>
          <a:bodyPr lIns="90488" tIns="44450" rIns="90488" bIns="44450"/>
          <a:lstStyle/>
          <a:p>
            <a:pPr eaLnBrk="1" hangingPunct="1"/>
            <a:r>
              <a:rPr lang="en-US" altLang="zh-CN" sz="3600" smtClean="0">
                <a:latin typeface="Times New Roman" pitchFamily="18" charset="0"/>
                <a:ea typeface="宋体" charset="-122"/>
              </a:rPr>
              <a:t>Specify a vertex as root, then direct each edge away from the root. The resulting tree is called a </a:t>
            </a:r>
            <a:r>
              <a:rPr lang="en-US" altLang="zh-CN" sz="3600" i="1" smtClean="0">
                <a:solidFill>
                  <a:schemeClr val="tx2"/>
                </a:solidFill>
                <a:latin typeface="Times New Roman" pitchFamily="18" charset="0"/>
                <a:ea typeface="宋体" charset="-122"/>
              </a:rPr>
              <a:t>rooted tree</a:t>
            </a:r>
            <a:r>
              <a:rPr lang="en-US" altLang="zh-CN" sz="3600" smtClean="0">
                <a:solidFill>
                  <a:schemeClr val="tx2"/>
                </a:solidFill>
                <a:latin typeface="Times New Roman" pitchFamily="18" charset="0"/>
                <a:ea typeface="宋体" charset="-122"/>
              </a:rPr>
              <a:t>.</a:t>
            </a:r>
            <a:endParaRPr lang="en-US" altLang="zh-CN" sz="3600" smtClean="0">
              <a:latin typeface="Times New Roman" pitchFamily="18" charset="0"/>
              <a:ea typeface="宋体" charset="-122"/>
            </a:endParaRPr>
          </a:p>
        </p:txBody>
      </p:sp>
      <p:grpSp>
        <p:nvGrpSpPr>
          <p:cNvPr id="560132" name="Group 4"/>
          <p:cNvGrpSpPr>
            <a:grpSpLocks/>
          </p:cNvGrpSpPr>
          <p:nvPr/>
        </p:nvGrpSpPr>
        <p:grpSpPr bwMode="auto">
          <a:xfrm>
            <a:off x="2436813" y="3586163"/>
            <a:ext cx="3683000" cy="2657475"/>
            <a:chOff x="1535" y="2259"/>
            <a:chExt cx="2320" cy="1674"/>
          </a:xfrm>
        </p:grpSpPr>
        <p:sp>
          <p:nvSpPr>
            <p:cNvPr id="6149" name="Line 5"/>
            <p:cNvSpPr>
              <a:spLocks noChangeShapeType="1"/>
            </p:cNvSpPr>
            <p:nvPr/>
          </p:nvSpPr>
          <p:spPr bwMode="auto">
            <a:xfrm>
              <a:off x="2371" y="3381"/>
              <a:ext cx="0" cy="48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150" name="Oval 6"/>
            <p:cNvSpPr>
              <a:spLocks noChangeAspect="1" noChangeArrowheads="1"/>
            </p:cNvSpPr>
            <p:nvPr/>
          </p:nvSpPr>
          <p:spPr bwMode="auto">
            <a:xfrm>
              <a:off x="2872" y="2640"/>
              <a:ext cx="104" cy="104"/>
            </a:xfrm>
            <a:prstGeom prst="ellipse">
              <a:avLst/>
            </a:prstGeom>
            <a:solidFill>
              <a:schemeClr val="tx1"/>
            </a:solidFill>
            <a:ln w="1905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pPr algn="ctr" eaLnBrk="0" hangingPunct="0"/>
              <a:endParaRPr lang="zh-CN" altLang="zh-CN" sz="2400">
                <a:ea typeface="宋体" charset="-122"/>
              </a:endParaRPr>
            </a:p>
          </p:txBody>
        </p:sp>
        <p:sp>
          <p:nvSpPr>
            <p:cNvPr id="6151" name="Line 7"/>
            <p:cNvSpPr>
              <a:spLocks noChangeShapeType="1"/>
            </p:cNvSpPr>
            <p:nvPr/>
          </p:nvSpPr>
          <p:spPr bwMode="auto">
            <a:xfrm>
              <a:off x="2929" y="2739"/>
              <a:ext cx="0" cy="53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152" name="Line 8"/>
            <p:cNvSpPr>
              <a:spLocks noChangeShapeType="1"/>
            </p:cNvSpPr>
            <p:nvPr/>
          </p:nvSpPr>
          <p:spPr bwMode="auto">
            <a:xfrm flipV="1">
              <a:off x="3448" y="3372"/>
              <a:ext cx="0" cy="48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153" name="Line 9"/>
            <p:cNvSpPr>
              <a:spLocks noChangeShapeType="1"/>
            </p:cNvSpPr>
            <p:nvPr/>
          </p:nvSpPr>
          <p:spPr bwMode="auto">
            <a:xfrm>
              <a:off x="2950" y="2718"/>
              <a:ext cx="480" cy="57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154" name="Line 10"/>
            <p:cNvSpPr>
              <a:spLocks noChangeShapeType="1"/>
            </p:cNvSpPr>
            <p:nvPr/>
          </p:nvSpPr>
          <p:spPr bwMode="auto">
            <a:xfrm flipH="1">
              <a:off x="2383" y="2700"/>
              <a:ext cx="528" cy="62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155" name="Line 11"/>
            <p:cNvSpPr>
              <a:spLocks noChangeShapeType="1"/>
            </p:cNvSpPr>
            <p:nvPr/>
          </p:nvSpPr>
          <p:spPr bwMode="auto">
            <a:xfrm>
              <a:off x="2929" y="3381"/>
              <a:ext cx="0" cy="48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156" name="Line 12"/>
            <p:cNvSpPr>
              <a:spLocks noChangeShapeType="1"/>
            </p:cNvSpPr>
            <p:nvPr/>
          </p:nvSpPr>
          <p:spPr bwMode="auto">
            <a:xfrm rot="2112640" flipH="1">
              <a:off x="2163" y="3319"/>
              <a:ext cx="11" cy="60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157" name="Line 13"/>
            <p:cNvSpPr>
              <a:spLocks noChangeShapeType="1"/>
            </p:cNvSpPr>
            <p:nvPr/>
          </p:nvSpPr>
          <p:spPr bwMode="auto">
            <a:xfrm rot="19487360" flipH="1">
              <a:off x="3651" y="3308"/>
              <a:ext cx="8" cy="62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158" name="Text Box 14"/>
            <p:cNvSpPr txBox="1">
              <a:spLocks noChangeArrowheads="1"/>
            </p:cNvSpPr>
            <p:nvPr/>
          </p:nvSpPr>
          <p:spPr bwMode="auto">
            <a:xfrm>
              <a:off x="1535" y="2551"/>
              <a:ext cx="116" cy="288"/>
            </a:xfrm>
            <a:prstGeom prst="rect">
              <a:avLst/>
            </a:prstGeom>
            <a:noFill/>
            <a:ln w="19050">
              <a:noFill/>
              <a:miter lim="800000"/>
              <a:headEnd type="none" w="sm" len="sm"/>
              <a:tailEnd type="none" w="sm" len="sm"/>
            </a:ln>
            <a:effectLst/>
          </p:spPr>
          <p:txBody>
            <a:bodyPr wrap="none">
              <a:spAutoFit/>
            </a:bodyPr>
            <a:lstStyle/>
            <a:p>
              <a:pPr eaLnBrk="0" hangingPunct="0"/>
              <a:endParaRPr lang="zh-CN" altLang="zh-CN" sz="2400" b="1">
                <a:ea typeface="宋体" charset="-122"/>
              </a:endParaRPr>
            </a:p>
          </p:txBody>
        </p:sp>
        <p:sp>
          <p:nvSpPr>
            <p:cNvPr id="6159" name="Text Box 15"/>
            <p:cNvSpPr txBox="1">
              <a:spLocks noChangeArrowheads="1"/>
            </p:cNvSpPr>
            <p:nvPr/>
          </p:nvSpPr>
          <p:spPr bwMode="auto">
            <a:xfrm>
              <a:off x="2639" y="2259"/>
              <a:ext cx="507" cy="288"/>
            </a:xfrm>
            <a:prstGeom prst="rect">
              <a:avLst/>
            </a:prstGeom>
            <a:noFill/>
            <a:ln w="19050">
              <a:noFill/>
              <a:miter lim="800000"/>
              <a:headEnd type="none" w="sm" len="sm"/>
              <a:tailEnd type="none" w="sm" len="sm"/>
            </a:ln>
            <a:effectLst/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zh-CN" sz="2400">
                  <a:solidFill>
                    <a:schemeClr val="tx2"/>
                  </a:solidFill>
                  <a:latin typeface="Tahoma" pitchFamily="34" charset="0"/>
                  <a:ea typeface="宋体" charset="-122"/>
                </a:rPr>
                <a:t>Root</a:t>
              </a:r>
            </a:p>
          </p:txBody>
        </p:sp>
        <p:sp>
          <p:nvSpPr>
            <p:cNvPr id="6160" name="Oval 16"/>
            <p:cNvSpPr>
              <a:spLocks noChangeAspect="1" noChangeArrowheads="1"/>
            </p:cNvSpPr>
            <p:nvPr/>
          </p:nvSpPr>
          <p:spPr bwMode="auto">
            <a:xfrm>
              <a:off x="2331" y="3282"/>
              <a:ext cx="104" cy="104"/>
            </a:xfrm>
            <a:prstGeom prst="ellipse">
              <a:avLst/>
            </a:prstGeom>
            <a:solidFill>
              <a:schemeClr val="tx1"/>
            </a:solidFill>
            <a:ln w="1905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pPr algn="ctr" eaLnBrk="0" hangingPunct="0"/>
              <a:endParaRPr lang="zh-CN" altLang="zh-CN" sz="2400">
                <a:ea typeface="宋体" charset="-122"/>
              </a:endParaRPr>
            </a:p>
          </p:txBody>
        </p:sp>
        <p:sp>
          <p:nvSpPr>
            <p:cNvPr id="6161" name="Oval 17"/>
            <p:cNvSpPr>
              <a:spLocks noChangeAspect="1" noChangeArrowheads="1"/>
            </p:cNvSpPr>
            <p:nvPr/>
          </p:nvSpPr>
          <p:spPr bwMode="auto">
            <a:xfrm>
              <a:off x="2868" y="3272"/>
              <a:ext cx="104" cy="104"/>
            </a:xfrm>
            <a:prstGeom prst="ellipse">
              <a:avLst/>
            </a:prstGeom>
            <a:solidFill>
              <a:schemeClr val="tx1"/>
            </a:solidFill>
            <a:ln w="1905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pPr algn="ctr" eaLnBrk="0" hangingPunct="0"/>
              <a:endParaRPr lang="zh-CN" altLang="zh-CN" sz="2400">
                <a:ea typeface="宋体" charset="-122"/>
              </a:endParaRPr>
            </a:p>
          </p:txBody>
        </p:sp>
        <p:sp>
          <p:nvSpPr>
            <p:cNvPr id="6162" name="Oval 18"/>
            <p:cNvSpPr>
              <a:spLocks noChangeAspect="1" noChangeArrowheads="1"/>
            </p:cNvSpPr>
            <p:nvPr/>
          </p:nvSpPr>
          <p:spPr bwMode="auto">
            <a:xfrm>
              <a:off x="3382" y="3268"/>
              <a:ext cx="104" cy="104"/>
            </a:xfrm>
            <a:prstGeom prst="ellipse">
              <a:avLst/>
            </a:prstGeom>
            <a:solidFill>
              <a:schemeClr val="tx1"/>
            </a:solidFill>
            <a:ln w="1905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pPr algn="ctr" eaLnBrk="0" hangingPunct="0"/>
              <a:endParaRPr lang="zh-CN" altLang="zh-CN" sz="2400">
                <a:ea typeface="宋体" charset="-122"/>
              </a:endParaRPr>
            </a:p>
          </p:txBody>
        </p:sp>
        <p:sp>
          <p:nvSpPr>
            <p:cNvPr id="6163" name="Oval 19"/>
            <p:cNvSpPr>
              <a:spLocks noChangeAspect="1" noChangeArrowheads="1"/>
            </p:cNvSpPr>
            <p:nvPr/>
          </p:nvSpPr>
          <p:spPr bwMode="auto">
            <a:xfrm>
              <a:off x="3751" y="3810"/>
              <a:ext cx="104" cy="104"/>
            </a:xfrm>
            <a:prstGeom prst="ellipse">
              <a:avLst/>
            </a:prstGeom>
            <a:solidFill>
              <a:schemeClr val="tx1"/>
            </a:solidFill>
            <a:ln w="1905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pPr algn="ctr" eaLnBrk="0" hangingPunct="0"/>
              <a:endParaRPr lang="zh-CN" altLang="zh-CN" sz="2400">
                <a:ea typeface="宋体" charset="-122"/>
              </a:endParaRPr>
            </a:p>
          </p:txBody>
        </p:sp>
        <p:sp>
          <p:nvSpPr>
            <p:cNvPr id="6164" name="Oval 20"/>
            <p:cNvSpPr>
              <a:spLocks noChangeAspect="1" noChangeArrowheads="1"/>
            </p:cNvSpPr>
            <p:nvPr/>
          </p:nvSpPr>
          <p:spPr bwMode="auto">
            <a:xfrm>
              <a:off x="3396" y="3819"/>
              <a:ext cx="104" cy="104"/>
            </a:xfrm>
            <a:prstGeom prst="ellipse">
              <a:avLst/>
            </a:prstGeom>
            <a:solidFill>
              <a:schemeClr val="tx1"/>
            </a:solidFill>
            <a:ln w="1905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pPr algn="ctr" eaLnBrk="0" hangingPunct="0"/>
              <a:endParaRPr lang="zh-CN" altLang="zh-CN" sz="2400">
                <a:ea typeface="宋体" charset="-122"/>
              </a:endParaRPr>
            </a:p>
          </p:txBody>
        </p:sp>
        <p:sp>
          <p:nvSpPr>
            <p:cNvPr id="6165" name="Oval 21"/>
            <p:cNvSpPr>
              <a:spLocks noChangeAspect="1" noChangeArrowheads="1"/>
            </p:cNvSpPr>
            <p:nvPr/>
          </p:nvSpPr>
          <p:spPr bwMode="auto">
            <a:xfrm>
              <a:off x="2869" y="3819"/>
              <a:ext cx="104" cy="104"/>
            </a:xfrm>
            <a:prstGeom prst="ellipse">
              <a:avLst/>
            </a:prstGeom>
            <a:solidFill>
              <a:schemeClr val="tx1"/>
            </a:solidFill>
            <a:ln w="1905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pPr algn="ctr" eaLnBrk="0" hangingPunct="0"/>
              <a:endParaRPr lang="zh-CN" altLang="zh-CN" sz="2400">
                <a:ea typeface="宋体" charset="-122"/>
              </a:endParaRPr>
            </a:p>
          </p:txBody>
        </p:sp>
        <p:sp>
          <p:nvSpPr>
            <p:cNvPr id="6166" name="Oval 22"/>
            <p:cNvSpPr>
              <a:spLocks noChangeAspect="1" noChangeArrowheads="1"/>
            </p:cNvSpPr>
            <p:nvPr/>
          </p:nvSpPr>
          <p:spPr bwMode="auto">
            <a:xfrm>
              <a:off x="2324" y="3809"/>
              <a:ext cx="104" cy="104"/>
            </a:xfrm>
            <a:prstGeom prst="ellipse">
              <a:avLst/>
            </a:prstGeom>
            <a:solidFill>
              <a:schemeClr val="tx1"/>
            </a:solidFill>
            <a:ln w="1905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pPr algn="ctr" eaLnBrk="0" hangingPunct="0"/>
              <a:endParaRPr lang="zh-CN" altLang="zh-CN" sz="2400">
                <a:ea typeface="宋体" charset="-122"/>
              </a:endParaRPr>
            </a:p>
          </p:txBody>
        </p:sp>
        <p:sp>
          <p:nvSpPr>
            <p:cNvPr id="6167" name="Oval 23"/>
            <p:cNvSpPr>
              <a:spLocks noChangeAspect="1" noChangeArrowheads="1"/>
            </p:cNvSpPr>
            <p:nvPr/>
          </p:nvSpPr>
          <p:spPr bwMode="auto">
            <a:xfrm>
              <a:off x="1951" y="3809"/>
              <a:ext cx="104" cy="104"/>
            </a:xfrm>
            <a:prstGeom prst="ellipse">
              <a:avLst/>
            </a:prstGeom>
            <a:solidFill>
              <a:schemeClr val="tx1"/>
            </a:solidFill>
            <a:ln w="1905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pPr algn="ctr" eaLnBrk="0" hangingPunct="0"/>
              <a:endParaRPr lang="zh-CN" altLang="zh-CN" sz="2400">
                <a:ea typeface="宋体" charset="-122"/>
              </a:endParaRPr>
            </a:p>
          </p:txBody>
        </p:sp>
      </p:grpSp>
      <p:sp>
        <p:nvSpPr>
          <p:cNvPr id="24" name="Slide Number Placeholder 2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B66DE-703E-461C-82AF-C942A54373C1}" type="slidenum">
              <a:rPr lang="en-US" altLang="zh-CN" smtClean="0"/>
              <a:pPr/>
              <a:t>5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01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601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601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0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560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60131" grpId="0" build="p" autoUpdateAnimBg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52400"/>
            <a:ext cx="8229600" cy="838200"/>
          </a:xfrm>
          <a:noFill/>
        </p:spPr>
        <p:txBody>
          <a:bodyPr lIns="92075" tIns="46038" rIns="92075" bIns="46038" anchor="b"/>
          <a:lstStyle/>
          <a:p>
            <a:pPr eaLnBrk="1" hangingPunct="1"/>
            <a:r>
              <a:rPr lang="en-US" altLang="zh-CN" smtClean="0">
                <a:latin typeface="Times New Roman" pitchFamily="18" charset="0"/>
                <a:ea typeface="宋体" charset="-122"/>
              </a:rPr>
              <a:t>Example</a:t>
            </a:r>
          </a:p>
        </p:txBody>
      </p:sp>
      <p:sp>
        <p:nvSpPr>
          <p:cNvPr id="561155" name="AutoShape 3"/>
          <p:cNvSpPr>
            <a:spLocks noChangeArrowheads="1"/>
          </p:cNvSpPr>
          <p:nvPr/>
        </p:nvSpPr>
        <p:spPr bwMode="auto">
          <a:xfrm>
            <a:off x="3441700" y="2882900"/>
            <a:ext cx="647700" cy="368300"/>
          </a:xfrm>
          <a:prstGeom prst="rightArrow">
            <a:avLst>
              <a:gd name="adj1" fmla="val 50000"/>
              <a:gd name="adj2" fmla="val 43966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>
              <a:ea typeface="宋体" charset="-122"/>
            </a:endParaRPr>
          </a:p>
        </p:txBody>
      </p:sp>
      <p:sp>
        <p:nvSpPr>
          <p:cNvPr id="561156" name="AutoShape 4"/>
          <p:cNvSpPr>
            <a:spLocks noChangeArrowheads="1"/>
          </p:cNvSpPr>
          <p:nvPr/>
        </p:nvSpPr>
        <p:spPr bwMode="auto">
          <a:xfrm rot="13934616" flipH="1">
            <a:off x="5130800" y="4254500"/>
            <a:ext cx="647700" cy="368300"/>
          </a:xfrm>
          <a:prstGeom prst="rightArrow">
            <a:avLst>
              <a:gd name="adj1" fmla="val 50000"/>
              <a:gd name="adj2" fmla="val 43966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>
              <a:ea typeface="宋体" charset="-122"/>
            </a:endParaRPr>
          </a:p>
        </p:txBody>
      </p:sp>
      <p:grpSp>
        <p:nvGrpSpPr>
          <p:cNvPr id="561157" name="Group 5"/>
          <p:cNvGrpSpPr>
            <a:grpSpLocks/>
          </p:cNvGrpSpPr>
          <p:nvPr/>
        </p:nvGrpSpPr>
        <p:grpSpPr bwMode="auto">
          <a:xfrm>
            <a:off x="762000" y="1801813"/>
            <a:ext cx="2384425" cy="2389187"/>
            <a:chOff x="775" y="1020"/>
            <a:chExt cx="1502" cy="1505"/>
          </a:xfrm>
        </p:grpSpPr>
        <p:sp>
          <p:nvSpPr>
            <p:cNvPr id="7198" name="Text Box 6"/>
            <p:cNvSpPr txBox="1">
              <a:spLocks noChangeArrowheads="1"/>
            </p:cNvSpPr>
            <p:nvPr/>
          </p:nvSpPr>
          <p:spPr bwMode="auto">
            <a:xfrm>
              <a:off x="1217" y="1020"/>
              <a:ext cx="507" cy="288"/>
            </a:xfrm>
            <a:prstGeom prst="rect">
              <a:avLst/>
            </a:prstGeom>
            <a:noFill/>
            <a:ln w="19050">
              <a:noFill/>
              <a:miter lim="800000"/>
              <a:headEnd type="none" w="sm" len="sm"/>
              <a:tailEnd type="none" w="sm" len="sm"/>
            </a:ln>
            <a:effectLst/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zh-CN" sz="2400">
                  <a:solidFill>
                    <a:schemeClr val="tx2"/>
                  </a:solidFill>
                  <a:latin typeface="Tahoma" pitchFamily="34" charset="0"/>
                  <a:ea typeface="宋体" charset="-122"/>
                </a:rPr>
                <a:t>Root</a:t>
              </a:r>
            </a:p>
          </p:txBody>
        </p:sp>
        <p:grpSp>
          <p:nvGrpSpPr>
            <p:cNvPr id="7199" name="Group 7"/>
            <p:cNvGrpSpPr>
              <a:grpSpLocks/>
            </p:cNvGrpSpPr>
            <p:nvPr/>
          </p:nvGrpSpPr>
          <p:grpSpPr bwMode="auto">
            <a:xfrm>
              <a:off x="775" y="1249"/>
              <a:ext cx="1502" cy="1276"/>
              <a:chOff x="2740" y="1295"/>
              <a:chExt cx="1502" cy="1276"/>
            </a:xfrm>
          </p:grpSpPr>
          <p:sp>
            <p:nvSpPr>
              <p:cNvPr id="7200" name="Line 8"/>
              <p:cNvSpPr>
                <a:spLocks noChangeAspect="1" noChangeShapeType="1"/>
              </p:cNvSpPr>
              <p:nvPr/>
            </p:nvSpPr>
            <p:spPr bwMode="auto">
              <a:xfrm rot="-2824836">
                <a:off x="2695" y="1933"/>
                <a:ext cx="907" cy="3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 type="none" w="lg" len="lg"/>
                <a:tailEnd type="oval" w="lg" len="lg"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201" name="Line 9"/>
              <p:cNvSpPr>
                <a:spLocks noChangeAspect="1" noChangeShapeType="1"/>
              </p:cNvSpPr>
              <p:nvPr/>
            </p:nvSpPr>
            <p:spPr bwMode="auto">
              <a:xfrm rot="16200000" flipV="1">
                <a:off x="2487" y="1928"/>
                <a:ext cx="664" cy="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 type="oval" w="lg" len="lg"/>
                <a:tailEnd type="oval" w="lg" len="lg"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202" name="Text Box 10"/>
              <p:cNvSpPr txBox="1">
                <a:spLocks noChangeArrowheads="1"/>
              </p:cNvSpPr>
              <p:nvPr/>
            </p:nvSpPr>
            <p:spPr bwMode="auto">
              <a:xfrm>
                <a:off x="2756" y="1302"/>
                <a:ext cx="131" cy="230"/>
              </a:xfrm>
              <a:prstGeom prst="rect">
                <a:avLst/>
              </a:prstGeom>
              <a:noFill/>
              <a:ln w="19050">
                <a:noFill/>
                <a:miter lim="800000"/>
                <a:headEnd/>
                <a:tailEnd/>
              </a:ln>
              <a:effectLst/>
            </p:spPr>
            <p:txBody>
              <a:bodyPr lIns="0" tIns="0" rIns="0" bIns="0" anchor="ctr">
                <a:spAutoFit/>
              </a:bodyPr>
              <a:lstStyle/>
              <a:p>
                <a:pPr algn="ctr" eaLnBrk="0" hangingPunct="0">
                  <a:spcBef>
                    <a:spcPct val="50000"/>
                  </a:spcBef>
                </a:pPr>
                <a:r>
                  <a:rPr lang="en-US" altLang="zh-CN" sz="2400" i="1">
                    <a:solidFill>
                      <a:schemeClr val="tx2"/>
                    </a:solidFill>
                    <a:latin typeface="Bookman Old Style" pitchFamily="18" charset="0"/>
                    <a:ea typeface="宋体" charset="-122"/>
                  </a:rPr>
                  <a:t>a</a:t>
                </a:r>
                <a:endParaRPr lang="en-US" altLang="zh-CN" sz="2400">
                  <a:solidFill>
                    <a:schemeClr val="tx2"/>
                  </a:solidFill>
                  <a:latin typeface="Bookman Old Style" pitchFamily="18" charset="0"/>
                  <a:ea typeface="宋体" charset="-122"/>
                </a:endParaRPr>
              </a:p>
            </p:txBody>
          </p:sp>
          <p:sp>
            <p:nvSpPr>
              <p:cNvPr id="7203" name="Text Box 11"/>
              <p:cNvSpPr txBox="1">
                <a:spLocks noChangeArrowheads="1"/>
              </p:cNvSpPr>
              <p:nvPr/>
            </p:nvSpPr>
            <p:spPr bwMode="auto">
              <a:xfrm>
                <a:off x="3361" y="1325"/>
                <a:ext cx="194" cy="230"/>
              </a:xfrm>
              <a:prstGeom prst="rect">
                <a:avLst/>
              </a:prstGeom>
              <a:noFill/>
              <a:ln w="19050">
                <a:noFill/>
                <a:miter lim="800000"/>
                <a:headEnd/>
                <a:tailEnd/>
              </a:ln>
              <a:effectLst/>
            </p:spPr>
            <p:txBody>
              <a:bodyPr lIns="0" tIns="0" rIns="0" bIns="0" anchor="ctr">
                <a:spAutoFit/>
              </a:bodyPr>
              <a:lstStyle/>
              <a:p>
                <a:pPr algn="ctr" eaLnBrk="0" hangingPunct="0">
                  <a:spcBef>
                    <a:spcPct val="50000"/>
                  </a:spcBef>
                </a:pPr>
                <a:r>
                  <a:rPr lang="en-US" altLang="zh-CN" sz="2400" i="1">
                    <a:solidFill>
                      <a:schemeClr val="tx2"/>
                    </a:solidFill>
                    <a:latin typeface="Bookman Old Style" pitchFamily="18" charset="0"/>
                    <a:ea typeface="宋体" charset="-122"/>
                  </a:rPr>
                  <a:t>b</a:t>
                </a:r>
                <a:endParaRPr lang="en-US" altLang="zh-CN" sz="2400">
                  <a:solidFill>
                    <a:schemeClr val="tx2"/>
                  </a:solidFill>
                  <a:latin typeface="Bookman Old Style" pitchFamily="18" charset="0"/>
                  <a:ea typeface="宋体" charset="-122"/>
                </a:endParaRPr>
              </a:p>
            </p:txBody>
          </p:sp>
          <p:sp>
            <p:nvSpPr>
              <p:cNvPr id="7204" name="Text Box 12"/>
              <p:cNvSpPr txBox="1">
                <a:spLocks noChangeArrowheads="1"/>
              </p:cNvSpPr>
              <p:nvPr/>
            </p:nvSpPr>
            <p:spPr bwMode="auto">
              <a:xfrm>
                <a:off x="4012" y="1295"/>
                <a:ext cx="194" cy="230"/>
              </a:xfrm>
              <a:prstGeom prst="rect">
                <a:avLst/>
              </a:prstGeom>
              <a:noFill/>
              <a:ln w="19050">
                <a:noFill/>
                <a:miter lim="800000"/>
                <a:headEnd/>
                <a:tailEnd/>
              </a:ln>
              <a:effectLst/>
            </p:spPr>
            <p:txBody>
              <a:bodyPr lIns="0" tIns="0" rIns="0" bIns="0" anchor="ctr">
                <a:spAutoFit/>
              </a:bodyPr>
              <a:lstStyle/>
              <a:p>
                <a:pPr algn="ctr" eaLnBrk="0" hangingPunct="0">
                  <a:spcBef>
                    <a:spcPct val="50000"/>
                  </a:spcBef>
                </a:pPr>
                <a:r>
                  <a:rPr lang="en-US" altLang="zh-CN" sz="2400" i="1">
                    <a:solidFill>
                      <a:schemeClr val="tx2"/>
                    </a:solidFill>
                    <a:latin typeface="Bookman Old Style" pitchFamily="18" charset="0"/>
                    <a:ea typeface="宋体" charset="-122"/>
                  </a:rPr>
                  <a:t>c</a:t>
                </a:r>
                <a:endParaRPr lang="en-US" altLang="zh-CN" sz="2400">
                  <a:solidFill>
                    <a:schemeClr val="tx2"/>
                  </a:solidFill>
                  <a:latin typeface="Bookman Old Style" pitchFamily="18" charset="0"/>
                  <a:ea typeface="宋体" charset="-122"/>
                </a:endParaRPr>
              </a:p>
            </p:txBody>
          </p:sp>
          <p:sp>
            <p:nvSpPr>
              <p:cNvPr id="7205" name="Text Box 13"/>
              <p:cNvSpPr txBox="1">
                <a:spLocks noChangeArrowheads="1"/>
              </p:cNvSpPr>
              <p:nvPr/>
            </p:nvSpPr>
            <p:spPr bwMode="auto">
              <a:xfrm>
                <a:off x="2740" y="2341"/>
                <a:ext cx="194" cy="230"/>
              </a:xfrm>
              <a:prstGeom prst="rect">
                <a:avLst/>
              </a:prstGeom>
              <a:noFill/>
              <a:ln w="19050">
                <a:noFill/>
                <a:miter lim="800000"/>
                <a:headEnd/>
                <a:tailEnd/>
              </a:ln>
              <a:effectLst/>
            </p:spPr>
            <p:txBody>
              <a:bodyPr lIns="0" tIns="0" rIns="0" bIns="0" anchor="ctr">
                <a:spAutoFit/>
              </a:bodyPr>
              <a:lstStyle/>
              <a:p>
                <a:pPr algn="ctr" eaLnBrk="0" hangingPunct="0">
                  <a:spcBef>
                    <a:spcPct val="50000"/>
                  </a:spcBef>
                </a:pPr>
                <a:r>
                  <a:rPr lang="en-US" altLang="zh-CN" sz="2400" i="1">
                    <a:solidFill>
                      <a:schemeClr val="tx2"/>
                    </a:solidFill>
                    <a:latin typeface="Bookman Old Style" pitchFamily="18" charset="0"/>
                    <a:ea typeface="宋体" charset="-122"/>
                  </a:rPr>
                  <a:t>d</a:t>
                </a:r>
                <a:endParaRPr lang="en-US" altLang="zh-CN" sz="2400">
                  <a:solidFill>
                    <a:schemeClr val="tx2"/>
                  </a:solidFill>
                  <a:latin typeface="Bookman Old Style" pitchFamily="18" charset="0"/>
                  <a:ea typeface="宋体" charset="-122"/>
                </a:endParaRPr>
              </a:p>
            </p:txBody>
          </p:sp>
          <p:sp>
            <p:nvSpPr>
              <p:cNvPr id="7206" name="Text Box 14"/>
              <p:cNvSpPr txBox="1">
                <a:spLocks noChangeArrowheads="1"/>
              </p:cNvSpPr>
              <p:nvPr/>
            </p:nvSpPr>
            <p:spPr bwMode="auto">
              <a:xfrm>
                <a:off x="3388" y="2335"/>
                <a:ext cx="131" cy="230"/>
              </a:xfrm>
              <a:prstGeom prst="rect">
                <a:avLst/>
              </a:prstGeom>
              <a:noFill/>
              <a:ln w="19050">
                <a:noFill/>
                <a:miter lim="800000"/>
                <a:headEnd/>
                <a:tailEnd/>
              </a:ln>
              <a:effectLst/>
            </p:spPr>
            <p:txBody>
              <a:bodyPr lIns="0" tIns="0" rIns="0" bIns="0" anchor="ctr">
                <a:spAutoFit/>
              </a:bodyPr>
              <a:lstStyle/>
              <a:p>
                <a:pPr algn="ctr" eaLnBrk="0" hangingPunct="0">
                  <a:spcBef>
                    <a:spcPct val="50000"/>
                  </a:spcBef>
                </a:pPr>
                <a:r>
                  <a:rPr lang="en-US" altLang="zh-CN" sz="2400" i="1">
                    <a:solidFill>
                      <a:schemeClr val="tx2"/>
                    </a:solidFill>
                    <a:latin typeface="Bookman Old Style" pitchFamily="18" charset="0"/>
                    <a:ea typeface="宋体" charset="-122"/>
                  </a:rPr>
                  <a:t>e</a:t>
                </a:r>
                <a:endParaRPr lang="en-US" altLang="zh-CN" sz="2400">
                  <a:solidFill>
                    <a:schemeClr val="tx2"/>
                  </a:solidFill>
                  <a:latin typeface="Bookman Old Style" pitchFamily="18" charset="0"/>
                  <a:ea typeface="宋体" charset="-122"/>
                </a:endParaRPr>
              </a:p>
            </p:txBody>
          </p:sp>
          <p:sp>
            <p:nvSpPr>
              <p:cNvPr id="7207" name="Text Box 15"/>
              <p:cNvSpPr txBox="1">
                <a:spLocks noChangeArrowheads="1"/>
              </p:cNvSpPr>
              <p:nvPr/>
            </p:nvSpPr>
            <p:spPr bwMode="auto">
              <a:xfrm>
                <a:off x="4048" y="2313"/>
                <a:ext cx="194" cy="230"/>
              </a:xfrm>
              <a:prstGeom prst="rect">
                <a:avLst/>
              </a:prstGeom>
              <a:noFill/>
              <a:ln w="19050">
                <a:noFill/>
                <a:miter lim="800000"/>
                <a:headEnd/>
                <a:tailEnd/>
              </a:ln>
              <a:effectLst/>
            </p:spPr>
            <p:txBody>
              <a:bodyPr lIns="0" tIns="0" rIns="0" bIns="0" anchor="ctr">
                <a:spAutoFit/>
              </a:bodyPr>
              <a:lstStyle/>
              <a:p>
                <a:pPr algn="ctr" eaLnBrk="0" hangingPunct="0">
                  <a:spcBef>
                    <a:spcPct val="50000"/>
                  </a:spcBef>
                </a:pPr>
                <a:r>
                  <a:rPr lang="en-US" altLang="zh-CN" sz="2400" i="1">
                    <a:solidFill>
                      <a:schemeClr val="tx2"/>
                    </a:solidFill>
                    <a:latin typeface="Bookman Old Style" pitchFamily="18" charset="0"/>
                    <a:ea typeface="宋体" charset="-122"/>
                  </a:rPr>
                  <a:t>f</a:t>
                </a:r>
                <a:endParaRPr lang="en-US" altLang="zh-CN" sz="2400">
                  <a:solidFill>
                    <a:schemeClr val="tx2"/>
                  </a:solidFill>
                  <a:latin typeface="Bookman Old Style" pitchFamily="18" charset="0"/>
                  <a:ea typeface="宋体" charset="-122"/>
                </a:endParaRPr>
              </a:p>
            </p:txBody>
          </p:sp>
          <p:sp>
            <p:nvSpPr>
              <p:cNvPr id="7208" name="Line 16"/>
              <p:cNvSpPr>
                <a:spLocks noChangeAspect="1" noChangeShapeType="1"/>
              </p:cNvSpPr>
              <p:nvPr/>
            </p:nvSpPr>
            <p:spPr bwMode="auto">
              <a:xfrm rot="5400000">
                <a:off x="3119" y="1942"/>
                <a:ext cx="664" cy="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 type="none" w="lg" len="lg"/>
                <a:tailEnd type="oval" w="lg" len="lg"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209" name="Line 17"/>
              <p:cNvSpPr>
                <a:spLocks noChangeAspect="1" noChangeShapeType="1"/>
              </p:cNvSpPr>
              <p:nvPr/>
            </p:nvSpPr>
            <p:spPr bwMode="auto">
              <a:xfrm rot="16200000" flipV="1">
                <a:off x="3765" y="1933"/>
                <a:ext cx="664" cy="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 type="none" w="lg" len="lg"/>
                <a:tailEnd type="oval" w="lg" len="lg"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210" name="Line 18"/>
              <p:cNvSpPr>
                <a:spLocks noChangeAspect="1" noChangeShapeType="1"/>
              </p:cNvSpPr>
              <p:nvPr/>
            </p:nvSpPr>
            <p:spPr bwMode="auto">
              <a:xfrm rot="-8224836">
                <a:off x="3328" y="1911"/>
                <a:ext cx="907" cy="3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 type="oval" w="lg" len="lg"/>
                <a:tailEnd type="none" w="lg" len="lg"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</p:grpSp>
      </p:grpSp>
      <p:grpSp>
        <p:nvGrpSpPr>
          <p:cNvPr id="561171" name="Group 19"/>
          <p:cNvGrpSpPr>
            <a:grpSpLocks/>
          </p:cNvGrpSpPr>
          <p:nvPr/>
        </p:nvGrpSpPr>
        <p:grpSpPr bwMode="auto">
          <a:xfrm>
            <a:off x="4648200" y="1905000"/>
            <a:ext cx="4346575" cy="1935163"/>
            <a:chOff x="-9" y="3074"/>
            <a:chExt cx="2738" cy="1219"/>
          </a:xfrm>
        </p:grpSpPr>
        <p:sp>
          <p:nvSpPr>
            <p:cNvPr id="7187" name="Line 20"/>
            <p:cNvSpPr>
              <a:spLocks noChangeAspect="1" noChangeShapeType="1"/>
            </p:cNvSpPr>
            <p:nvPr/>
          </p:nvSpPr>
          <p:spPr bwMode="auto">
            <a:xfrm rot="-2824836">
              <a:off x="536" y="3682"/>
              <a:ext cx="907" cy="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lg" len="lg"/>
              <a:tailEnd type="oval" w="lg" len="lg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188" name="Text Box 21"/>
            <p:cNvSpPr txBox="1">
              <a:spLocks noChangeArrowheads="1"/>
            </p:cNvSpPr>
            <p:nvPr/>
          </p:nvSpPr>
          <p:spPr bwMode="auto">
            <a:xfrm>
              <a:off x="-9" y="4036"/>
              <a:ext cx="131" cy="230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  <a:effectLst/>
          </p:spPr>
          <p:txBody>
            <a:bodyPr lIns="0" tIns="0" rIns="0" bIns="0" anchor="ctr"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US" altLang="zh-CN" sz="2400" i="1">
                  <a:solidFill>
                    <a:schemeClr val="tx2"/>
                  </a:solidFill>
                  <a:latin typeface="Bookman Old Style" pitchFamily="18" charset="0"/>
                  <a:ea typeface="宋体" charset="-122"/>
                </a:rPr>
                <a:t>a</a:t>
              </a:r>
              <a:endParaRPr lang="en-US" altLang="zh-CN" sz="2400">
                <a:solidFill>
                  <a:schemeClr val="tx2"/>
                </a:solidFill>
                <a:latin typeface="Bookman Old Style" pitchFamily="18" charset="0"/>
                <a:ea typeface="宋体" charset="-122"/>
              </a:endParaRPr>
            </a:p>
          </p:txBody>
        </p:sp>
        <p:sp>
          <p:nvSpPr>
            <p:cNvPr id="7189" name="Text Box 22"/>
            <p:cNvSpPr txBox="1">
              <a:spLocks noChangeArrowheads="1"/>
            </p:cNvSpPr>
            <p:nvPr/>
          </p:nvSpPr>
          <p:spPr bwMode="auto">
            <a:xfrm>
              <a:off x="1202" y="3074"/>
              <a:ext cx="194" cy="230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  <a:effectLst/>
          </p:spPr>
          <p:txBody>
            <a:bodyPr lIns="0" tIns="0" rIns="0" bIns="0" anchor="ctr"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US" altLang="zh-CN" sz="2400" i="1">
                  <a:solidFill>
                    <a:schemeClr val="tx2"/>
                  </a:solidFill>
                  <a:latin typeface="Bookman Old Style" pitchFamily="18" charset="0"/>
                  <a:ea typeface="宋体" charset="-122"/>
                </a:rPr>
                <a:t>b</a:t>
              </a:r>
              <a:endParaRPr lang="en-US" altLang="zh-CN" sz="2400">
                <a:solidFill>
                  <a:schemeClr val="tx2"/>
                </a:solidFill>
                <a:latin typeface="Bookman Old Style" pitchFamily="18" charset="0"/>
                <a:ea typeface="宋体" charset="-122"/>
              </a:endParaRPr>
            </a:p>
          </p:txBody>
        </p:sp>
        <p:sp>
          <p:nvSpPr>
            <p:cNvPr id="7190" name="Text Box 23"/>
            <p:cNvSpPr txBox="1">
              <a:spLocks noChangeArrowheads="1"/>
            </p:cNvSpPr>
            <p:nvPr/>
          </p:nvSpPr>
          <p:spPr bwMode="auto">
            <a:xfrm>
              <a:off x="2535" y="4054"/>
              <a:ext cx="194" cy="230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  <a:effectLst/>
          </p:spPr>
          <p:txBody>
            <a:bodyPr lIns="0" tIns="0" rIns="0" bIns="0" anchor="ctr"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US" altLang="zh-CN" sz="2400" i="1">
                  <a:solidFill>
                    <a:schemeClr val="tx2"/>
                  </a:solidFill>
                  <a:latin typeface="Bookman Old Style" pitchFamily="18" charset="0"/>
                  <a:ea typeface="宋体" charset="-122"/>
                </a:rPr>
                <a:t>c</a:t>
              </a:r>
              <a:endParaRPr lang="en-US" altLang="zh-CN" sz="2400">
                <a:solidFill>
                  <a:schemeClr val="tx2"/>
                </a:solidFill>
                <a:latin typeface="Bookman Old Style" pitchFamily="18" charset="0"/>
                <a:ea typeface="宋体" charset="-122"/>
              </a:endParaRPr>
            </a:p>
          </p:txBody>
        </p:sp>
        <p:sp>
          <p:nvSpPr>
            <p:cNvPr id="7191" name="Text Box 24"/>
            <p:cNvSpPr txBox="1">
              <a:spLocks noChangeArrowheads="1"/>
            </p:cNvSpPr>
            <p:nvPr/>
          </p:nvSpPr>
          <p:spPr bwMode="auto">
            <a:xfrm>
              <a:off x="581" y="4063"/>
              <a:ext cx="194" cy="230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  <a:effectLst/>
          </p:spPr>
          <p:txBody>
            <a:bodyPr lIns="0" tIns="0" rIns="0" bIns="0" anchor="ctr"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US" altLang="zh-CN" sz="2400" i="1">
                  <a:solidFill>
                    <a:schemeClr val="tx2"/>
                  </a:solidFill>
                  <a:latin typeface="Bookman Old Style" pitchFamily="18" charset="0"/>
                  <a:ea typeface="宋体" charset="-122"/>
                </a:rPr>
                <a:t>d</a:t>
              </a:r>
              <a:endParaRPr lang="en-US" altLang="zh-CN" sz="2400">
                <a:solidFill>
                  <a:schemeClr val="tx2"/>
                </a:solidFill>
                <a:latin typeface="Bookman Old Style" pitchFamily="18" charset="0"/>
                <a:ea typeface="宋体" charset="-122"/>
              </a:endParaRPr>
            </a:p>
          </p:txBody>
        </p:sp>
        <p:sp>
          <p:nvSpPr>
            <p:cNvPr id="7192" name="Text Box 25"/>
            <p:cNvSpPr txBox="1">
              <a:spLocks noChangeArrowheads="1"/>
            </p:cNvSpPr>
            <p:nvPr/>
          </p:nvSpPr>
          <p:spPr bwMode="auto">
            <a:xfrm>
              <a:off x="1229" y="4057"/>
              <a:ext cx="131" cy="230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  <a:effectLst/>
          </p:spPr>
          <p:txBody>
            <a:bodyPr lIns="0" tIns="0" rIns="0" bIns="0" anchor="ctr"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US" altLang="zh-CN" sz="2400" i="1">
                  <a:solidFill>
                    <a:schemeClr val="tx2"/>
                  </a:solidFill>
                  <a:latin typeface="Bookman Old Style" pitchFamily="18" charset="0"/>
                  <a:ea typeface="宋体" charset="-122"/>
                </a:rPr>
                <a:t>e</a:t>
              </a:r>
              <a:endParaRPr lang="en-US" altLang="zh-CN" sz="2400">
                <a:solidFill>
                  <a:schemeClr val="tx2"/>
                </a:solidFill>
                <a:latin typeface="Bookman Old Style" pitchFamily="18" charset="0"/>
                <a:ea typeface="宋体" charset="-122"/>
              </a:endParaRPr>
            </a:p>
          </p:txBody>
        </p:sp>
        <p:sp>
          <p:nvSpPr>
            <p:cNvPr id="7193" name="Text Box 26"/>
            <p:cNvSpPr txBox="1">
              <a:spLocks noChangeArrowheads="1"/>
            </p:cNvSpPr>
            <p:nvPr/>
          </p:nvSpPr>
          <p:spPr bwMode="auto">
            <a:xfrm>
              <a:off x="1889" y="4026"/>
              <a:ext cx="194" cy="230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  <a:effectLst/>
          </p:spPr>
          <p:txBody>
            <a:bodyPr lIns="0" tIns="0" rIns="0" bIns="0" anchor="ctr"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US" altLang="zh-CN" sz="2400" i="1">
                  <a:solidFill>
                    <a:schemeClr val="tx2"/>
                  </a:solidFill>
                  <a:latin typeface="Bookman Old Style" pitchFamily="18" charset="0"/>
                  <a:ea typeface="宋体" charset="-122"/>
                </a:rPr>
                <a:t>f</a:t>
              </a:r>
              <a:endParaRPr lang="en-US" altLang="zh-CN" sz="2400">
                <a:solidFill>
                  <a:schemeClr val="tx2"/>
                </a:solidFill>
                <a:latin typeface="Bookman Old Style" pitchFamily="18" charset="0"/>
                <a:ea typeface="宋体" charset="-122"/>
              </a:endParaRPr>
            </a:p>
          </p:txBody>
        </p:sp>
        <p:sp>
          <p:nvSpPr>
            <p:cNvPr id="7194" name="Line 27"/>
            <p:cNvSpPr>
              <a:spLocks noChangeAspect="1" noChangeShapeType="1"/>
            </p:cNvSpPr>
            <p:nvPr/>
          </p:nvSpPr>
          <p:spPr bwMode="auto">
            <a:xfrm rot="5400000">
              <a:off x="960" y="3691"/>
              <a:ext cx="664" cy="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lg" len="lg"/>
              <a:tailEnd type="oval" w="lg" len="lg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195" name="Line 28"/>
            <p:cNvSpPr>
              <a:spLocks noChangeAspect="1" noChangeShapeType="1"/>
            </p:cNvSpPr>
            <p:nvPr/>
          </p:nvSpPr>
          <p:spPr bwMode="auto">
            <a:xfrm flipV="1">
              <a:off x="1961" y="3982"/>
              <a:ext cx="664" cy="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lg" len="lg"/>
              <a:tailEnd type="oval" w="lg" len="lg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196" name="Line 29"/>
            <p:cNvSpPr>
              <a:spLocks noChangeAspect="1" noChangeShapeType="1"/>
            </p:cNvSpPr>
            <p:nvPr/>
          </p:nvSpPr>
          <p:spPr bwMode="auto">
            <a:xfrm rot="-8224836">
              <a:off x="1169" y="3660"/>
              <a:ext cx="907" cy="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lg" len="lg"/>
              <a:tailEnd type="none" w="lg" len="lg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197" name="Line 30"/>
            <p:cNvSpPr>
              <a:spLocks noChangeAspect="1" noChangeShapeType="1"/>
            </p:cNvSpPr>
            <p:nvPr/>
          </p:nvSpPr>
          <p:spPr bwMode="auto">
            <a:xfrm flipH="1" flipV="1">
              <a:off x="27" y="3987"/>
              <a:ext cx="664" cy="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lg" len="lg"/>
              <a:tailEnd type="oval" w="lg" len="lg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561183" name="Group 31"/>
          <p:cNvGrpSpPr>
            <a:grpSpLocks/>
          </p:cNvGrpSpPr>
          <p:nvPr/>
        </p:nvGrpSpPr>
        <p:grpSpPr bwMode="auto">
          <a:xfrm>
            <a:off x="6405563" y="3738563"/>
            <a:ext cx="2373312" cy="3025775"/>
            <a:chOff x="3471" y="1365"/>
            <a:chExt cx="1495" cy="1906"/>
          </a:xfrm>
        </p:grpSpPr>
        <p:sp>
          <p:nvSpPr>
            <p:cNvPr id="7176" name="Line 32"/>
            <p:cNvSpPr>
              <a:spLocks noChangeAspect="1" noChangeShapeType="1"/>
            </p:cNvSpPr>
            <p:nvPr/>
          </p:nvSpPr>
          <p:spPr bwMode="auto">
            <a:xfrm rot="-2824836">
              <a:off x="3426" y="1973"/>
              <a:ext cx="907" cy="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lg" len="lg"/>
              <a:tailEnd type="oval" w="lg" len="lg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177" name="Line 33"/>
            <p:cNvSpPr>
              <a:spLocks noChangeAspect="1" noChangeShapeType="1"/>
            </p:cNvSpPr>
            <p:nvPr/>
          </p:nvSpPr>
          <p:spPr bwMode="auto">
            <a:xfrm rot="16200000" flipH="1">
              <a:off x="3237" y="2658"/>
              <a:ext cx="664" cy="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lg" len="lg"/>
              <a:tailEnd type="oval" w="lg" len="lg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178" name="Text Box 34"/>
            <p:cNvSpPr txBox="1">
              <a:spLocks noChangeArrowheads="1"/>
            </p:cNvSpPr>
            <p:nvPr/>
          </p:nvSpPr>
          <p:spPr bwMode="auto">
            <a:xfrm>
              <a:off x="3515" y="3041"/>
              <a:ext cx="131" cy="230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  <a:effectLst/>
          </p:spPr>
          <p:txBody>
            <a:bodyPr lIns="0" tIns="0" rIns="0" bIns="0" anchor="ctr"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US" altLang="zh-CN" sz="2400" i="1">
                  <a:solidFill>
                    <a:schemeClr val="tx2"/>
                  </a:solidFill>
                  <a:latin typeface="Bookman Old Style" pitchFamily="18" charset="0"/>
                  <a:ea typeface="宋体" charset="-122"/>
                </a:rPr>
                <a:t>a</a:t>
              </a:r>
              <a:endParaRPr lang="en-US" altLang="zh-CN" sz="2400">
                <a:solidFill>
                  <a:schemeClr val="tx2"/>
                </a:solidFill>
                <a:latin typeface="Bookman Old Style" pitchFamily="18" charset="0"/>
                <a:ea typeface="宋体" charset="-122"/>
              </a:endParaRPr>
            </a:p>
          </p:txBody>
        </p:sp>
        <p:sp>
          <p:nvSpPr>
            <p:cNvPr id="7179" name="Text Box 35"/>
            <p:cNvSpPr txBox="1">
              <a:spLocks noChangeArrowheads="1"/>
            </p:cNvSpPr>
            <p:nvPr/>
          </p:nvSpPr>
          <p:spPr bwMode="auto">
            <a:xfrm>
              <a:off x="4092" y="1365"/>
              <a:ext cx="194" cy="230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  <a:effectLst/>
          </p:spPr>
          <p:txBody>
            <a:bodyPr lIns="0" tIns="0" rIns="0" bIns="0" anchor="ctr"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US" altLang="zh-CN" sz="2400" i="1">
                  <a:solidFill>
                    <a:schemeClr val="tx2"/>
                  </a:solidFill>
                  <a:latin typeface="Bookman Old Style" pitchFamily="18" charset="0"/>
                  <a:ea typeface="宋体" charset="-122"/>
                </a:rPr>
                <a:t>b</a:t>
              </a:r>
              <a:endParaRPr lang="en-US" altLang="zh-CN" sz="2400">
                <a:solidFill>
                  <a:schemeClr val="tx2"/>
                </a:solidFill>
                <a:latin typeface="Bookman Old Style" pitchFamily="18" charset="0"/>
                <a:ea typeface="宋体" charset="-122"/>
              </a:endParaRPr>
            </a:p>
          </p:txBody>
        </p:sp>
        <p:sp>
          <p:nvSpPr>
            <p:cNvPr id="7180" name="Text Box 36"/>
            <p:cNvSpPr txBox="1">
              <a:spLocks noChangeArrowheads="1"/>
            </p:cNvSpPr>
            <p:nvPr/>
          </p:nvSpPr>
          <p:spPr bwMode="auto">
            <a:xfrm>
              <a:off x="4761" y="3035"/>
              <a:ext cx="194" cy="230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  <a:effectLst/>
          </p:spPr>
          <p:txBody>
            <a:bodyPr lIns="0" tIns="0" rIns="0" bIns="0" anchor="ctr"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US" altLang="zh-CN" sz="2400" i="1">
                  <a:solidFill>
                    <a:schemeClr val="tx2"/>
                  </a:solidFill>
                  <a:latin typeface="Bookman Old Style" pitchFamily="18" charset="0"/>
                  <a:ea typeface="宋体" charset="-122"/>
                </a:rPr>
                <a:t>c</a:t>
              </a:r>
              <a:endParaRPr lang="en-US" altLang="zh-CN" sz="2400">
                <a:solidFill>
                  <a:schemeClr val="tx2"/>
                </a:solidFill>
                <a:latin typeface="Bookman Old Style" pitchFamily="18" charset="0"/>
                <a:ea typeface="宋体" charset="-122"/>
              </a:endParaRPr>
            </a:p>
          </p:txBody>
        </p:sp>
        <p:sp>
          <p:nvSpPr>
            <p:cNvPr id="7181" name="Text Box 37"/>
            <p:cNvSpPr txBox="1">
              <a:spLocks noChangeArrowheads="1"/>
            </p:cNvSpPr>
            <p:nvPr/>
          </p:nvSpPr>
          <p:spPr bwMode="auto">
            <a:xfrm>
              <a:off x="3471" y="2000"/>
              <a:ext cx="194" cy="230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  <a:effectLst/>
          </p:spPr>
          <p:txBody>
            <a:bodyPr lIns="0" tIns="0" rIns="0" bIns="0" anchor="ctr"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US" altLang="zh-CN" sz="2400" i="1">
                  <a:solidFill>
                    <a:schemeClr val="tx2"/>
                  </a:solidFill>
                  <a:latin typeface="Bookman Old Style" pitchFamily="18" charset="0"/>
                  <a:ea typeface="宋体" charset="-122"/>
                </a:rPr>
                <a:t>d</a:t>
              </a:r>
              <a:endParaRPr lang="en-US" altLang="zh-CN" sz="2400">
                <a:solidFill>
                  <a:schemeClr val="tx2"/>
                </a:solidFill>
                <a:latin typeface="Bookman Old Style" pitchFamily="18" charset="0"/>
                <a:ea typeface="宋体" charset="-122"/>
              </a:endParaRPr>
            </a:p>
          </p:txBody>
        </p:sp>
        <p:sp>
          <p:nvSpPr>
            <p:cNvPr id="7182" name="Text Box 38"/>
            <p:cNvSpPr txBox="1">
              <a:spLocks noChangeArrowheads="1"/>
            </p:cNvSpPr>
            <p:nvPr/>
          </p:nvSpPr>
          <p:spPr bwMode="auto">
            <a:xfrm>
              <a:off x="4119" y="2375"/>
              <a:ext cx="131" cy="230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  <a:effectLst/>
          </p:spPr>
          <p:txBody>
            <a:bodyPr lIns="0" tIns="0" rIns="0" bIns="0" anchor="ctr"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US" altLang="zh-CN" sz="2400" i="1">
                  <a:solidFill>
                    <a:schemeClr val="tx2"/>
                  </a:solidFill>
                  <a:latin typeface="Bookman Old Style" pitchFamily="18" charset="0"/>
                  <a:ea typeface="宋体" charset="-122"/>
                </a:rPr>
                <a:t>e</a:t>
              </a:r>
              <a:endParaRPr lang="en-US" altLang="zh-CN" sz="2400">
                <a:solidFill>
                  <a:schemeClr val="tx2"/>
                </a:solidFill>
                <a:latin typeface="Bookman Old Style" pitchFamily="18" charset="0"/>
                <a:ea typeface="宋体" charset="-122"/>
              </a:endParaRPr>
            </a:p>
          </p:txBody>
        </p:sp>
        <p:sp>
          <p:nvSpPr>
            <p:cNvPr id="7183" name="Text Box 39"/>
            <p:cNvSpPr txBox="1">
              <a:spLocks noChangeArrowheads="1"/>
            </p:cNvSpPr>
            <p:nvPr/>
          </p:nvSpPr>
          <p:spPr bwMode="auto">
            <a:xfrm>
              <a:off x="4770" y="1926"/>
              <a:ext cx="194" cy="230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  <a:effectLst/>
          </p:spPr>
          <p:txBody>
            <a:bodyPr lIns="0" tIns="0" rIns="0" bIns="0" anchor="ctr"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US" altLang="zh-CN" sz="2400" i="1">
                  <a:solidFill>
                    <a:schemeClr val="tx2"/>
                  </a:solidFill>
                  <a:latin typeface="Bookman Old Style" pitchFamily="18" charset="0"/>
                  <a:ea typeface="宋体" charset="-122"/>
                </a:rPr>
                <a:t>f</a:t>
              </a:r>
              <a:endParaRPr lang="en-US" altLang="zh-CN" sz="2400">
                <a:solidFill>
                  <a:schemeClr val="tx2"/>
                </a:solidFill>
                <a:latin typeface="Bookman Old Style" pitchFamily="18" charset="0"/>
                <a:ea typeface="宋体" charset="-122"/>
              </a:endParaRPr>
            </a:p>
          </p:txBody>
        </p:sp>
        <p:sp>
          <p:nvSpPr>
            <p:cNvPr id="7184" name="Line 40"/>
            <p:cNvSpPr>
              <a:spLocks noChangeAspect="1" noChangeShapeType="1"/>
            </p:cNvSpPr>
            <p:nvPr/>
          </p:nvSpPr>
          <p:spPr bwMode="auto">
            <a:xfrm rot="5400000">
              <a:off x="3850" y="1982"/>
              <a:ext cx="664" cy="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lg" len="lg"/>
              <a:tailEnd type="oval" w="lg" len="lg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185" name="Line 41"/>
            <p:cNvSpPr>
              <a:spLocks noChangeAspect="1" noChangeShapeType="1"/>
            </p:cNvSpPr>
            <p:nvPr/>
          </p:nvSpPr>
          <p:spPr bwMode="auto">
            <a:xfrm rot="5400000">
              <a:off x="4514" y="2636"/>
              <a:ext cx="664" cy="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lg" len="lg"/>
              <a:tailEnd type="oval" w="lg" len="lg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186" name="Line 42"/>
            <p:cNvSpPr>
              <a:spLocks noChangeAspect="1" noChangeShapeType="1"/>
            </p:cNvSpPr>
            <p:nvPr/>
          </p:nvSpPr>
          <p:spPr bwMode="auto">
            <a:xfrm rot="-8224836">
              <a:off x="4059" y="1951"/>
              <a:ext cx="907" cy="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lg" len="lg"/>
              <a:tailEnd type="none" w="lg" len="lg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43" name="Slide Number Placeholder 4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B66DE-703E-461C-82AF-C942A54373C1}" type="slidenum">
              <a:rPr lang="en-US" altLang="zh-CN" smtClean="0"/>
              <a:pPr/>
              <a:t>6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1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5611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1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611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1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5611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1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5611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1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5611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61155" grpId="0" animBg="1"/>
      <p:bldP spid="561156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152400"/>
            <a:ext cx="8763000" cy="914400"/>
          </a:xfrm>
          <a:noFill/>
        </p:spPr>
        <p:txBody>
          <a:bodyPr lIns="92075" tIns="46038" rIns="92075" bIns="46038" anchor="b"/>
          <a:lstStyle/>
          <a:p>
            <a:pPr eaLnBrk="1" hangingPunct="1"/>
            <a:r>
              <a:rPr lang="en-US" altLang="zh-CN" smtClean="0">
                <a:latin typeface="Times New Roman" pitchFamily="18" charset="0"/>
                <a:ea typeface="宋体" charset="-122"/>
              </a:rPr>
              <a:t>What if a different root is chosen?</a:t>
            </a:r>
          </a:p>
        </p:txBody>
      </p:sp>
      <p:sp>
        <p:nvSpPr>
          <p:cNvPr id="562179" name="Text Box 3"/>
          <p:cNvSpPr txBox="1">
            <a:spLocks noChangeArrowheads="1"/>
          </p:cNvSpPr>
          <p:nvPr/>
        </p:nvSpPr>
        <p:spPr bwMode="auto">
          <a:xfrm>
            <a:off x="3810000" y="6096000"/>
            <a:ext cx="5145088" cy="519113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eaLnBrk="0" hangingPunct="0"/>
            <a:r>
              <a:rPr lang="en-US" altLang="zh-CN" sz="2800">
                <a:solidFill>
                  <a:schemeClr val="tx2"/>
                </a:solidFill>
                <a:latin typeface="Times New Roman" pitchFamily="18" charset="0"/>
                <a:ea typeface="宋体" charset="-122"/>
              </a:rPr>
              <a:t>       A different rooted tree results.</a:t>
            </a:r>
            <a:r>
              <a:rPr lang="en-US" altLang="zh-CN" sz="2400">
                <a:solidFill>
                  <a:schemeClr val="tx2"/>
                </a:solidFill>
                <a:latin typeface="Times New Roman" pitchFamily="18" charset="0"/>
                <a:ea typeface="宋体" charset="-122"/>
              </a:rPr>
              <a:t> </a:t>
            </a:r>
          </a:p>
        </p:txBody>
      </p:sp>
      <p:sp>
        <p:nvSpPr>
          <p:cNvPr id="562180" name="AutoShape 4"/>
          <p:cNvSpPr>
            <a:spLocks noChangeArrowheads="1"/>
          </p:cNvSpPr>
          <p:nvPr/>
        </p:nvSpPr>
        <p:spPr bwMode="auto">
          <a:xfrm rot="5400000">
            <a:off x="1562100" y="4070350"/>
            <a:ext cx="647700" cy="368300"/>
          </a:xfrm>
          <a:prstGeom prst="rightArrow">
            <a:avLst>
              <a:gd name="adj1" fmla="val 50000"/>
              <a:gd name="adj2" fmla="val 43966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>
              <a:ea typeface="宋体" charset="-122"/>
            </a:endParaRPr>
          </a:p>
        </p:txBody>
      </p:sp>
      <p:sp>
        <p:nvSpPr>
          <p:cNvPr id="562181" name="AutoShape 5"/>
          <p:cNvSpPr>
            <a:spLocks noChangeArrowheads="1"/>
          </p:cNvSpPr>
          <p:nvPr/>
        </p:nvSpPr>
        <p:spPr bwMode="auto">
          <a:xfrm rot="8705855" flipH="1">
            <a:off x="3276600" y="5194300"/>
            <a:ext cx="647700" cy="368300"/>
          </a:xfrm>
          <a:prstGeom prst="rightArrow">
            <a:avLst>
              <a:gd name="adj1" fmla="val 50000"/>
              <a:gd name="adj2" fmla="val 43966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>
              <a:ea typeface="宋体" charset="-122"/>
            </a:endParaRPr>
          </a:p>
        </p:txBody>
      </p:sp>
      <p:sp>
        <p:nvSpPr>
          <p:cNvPr id="562182" name="AutoShape 6"/>
          <p:cNvSpPr>
            <a:spLocks noChangeArrowheads="1"/>
          </p:cNvSpPr>
          <p:nvPr/>
        </p:nvSpPr>
        <p:spPr bwMode="auto">
          <a:xfrm rot="10800000" flipH="1">
            <a:off x="6389688" y="3402013"/>
            <a:ext cx="647700" cy="368300"/>
          </a:xfrm>
          <a:prstGeom prst="rightArrow">
            <a:avLst>
              <a:gd name="adj1" fmla="val 50000"/>
              <a:gd name="adj2" fmla="val 43966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>
              <a:ea typeface="宋体" charset="-122"/>
            </a:endParaRPr>
          </a:p>
        </p:txBody>
      </p:sp>
      <p:grpSp>
        <p:nvGrpSpPr>
          <p:cNvPr id="8199" name="Group 7"/>
          <p:cNvGrpSpPr>
            <a:grpSpLocks noChangeAspect="1"/>
          </p:cNvGrpSpPr>
          <p:nvPr/>
        </p:nvGrpSpPr>
        <p:grpSpPr bwMode="auto">
          <a:xfrm>
            <a:off x="1000125" y="1790700"/>
            <a:ext cx="2181225" cy="1947863"/>
            <a:chOff x="375" y="979"/>
            <a:chExt cx="1722" cy="1539"/>
          </a:xfrm>
        </p:grpSpPr>
        <p:sp>
          <p:nvSpPr>
            <p:cNvPr id="8236" name="Text Box 8"/>
            <p:cNvSpPr txBox="1">
              <a:spLocks noChangeAspect="1" noChangeArrowheads="1"/>
            </p:cNvSpPr>
            <p:nvPr/>
          </p:nvSpPr>
          <p:spPr bwMode="auto">
            <a:xfrm>
              <a:off x="1462" y="979"/>
              <a:ext cx="635" cy="361"/>
            </a:xfrm>
            <a:prstGeom prst="rect">
              <a:avLst/>
            </a:prstGeom>
            <a:noFill/>
            <a:ln w="19050">
              <a:noFill/>
              <a:miter lim="800000"/>
              <a:headEnd type="none" w="sm" len="sm"/>
              <a:tailEnd type="none" w="sm" len="sm"/>
            </a:ln>
            <a:effectLst/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zh-CN" sz="2400">
                  <a:solidFill>
                    <a:schemeClr val="tx2"/>
                  </a:solidFill>
                  <a:latin typeface="Tahoma" pitchFamily="34" charset="0"/>
                  <a:ea typeface="宋体" charset="-122"/>
                </a:rPr>
                <a:t>Root</a:t>
              </a:r>
            </a:p>
          </p:txBody>
        </p:sp>
        <p:grpSp>
          <p:nvGrpSpPr>
            <p:cNvPr id="8237" name="Group 9"/>
            <p:cNvGrpSpPr>
              <a:grpSpLocks noChangeAspect="1"/>
            </p:cNvGrpSpPr>
            <p:nvPr/>
          </p:nvGrpSpPr>
          <p:grpSpPr bwMode="auto">
            <a:xfrm>
              <a:off x="375" y="1183"/>
              <a:ext cx="1502" cy="1335"/>
              <a:chOff x="2740" y="1266"/>
              <a:chExt cx="1502" cy="1335"/>
            </a:xfrm>
          </p:grpSpPr>
          <p:sp>
            <p:nvSpPr>
              <p:cNvPr id="8238" name="Line 10"/>
              <p:cNvSpPr>
                <a:spLocks noChangeAspect="1" noChangeShapeType="1"/>
              </p:cNvSpPr>
              <p:nvPr/>
            </p:nvSpPr>
            <p:spPr bwMode="auto">
              <a:xfrm rot="-2824836">
                <a:off x="2695" y="1933"/>
                <a:ext cx="907" cy="3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 type="none" w="lg" len="lg"/>
                <a:tailEnd type="oval" w="lg" len="lg"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8239" name="Line 11"/>
              <p:cNvSpPr>
                <a:spLocks noChangeAspect="1" noChangeShapeType="1"/>
              </p:cNvSpPr>
              <p:nvPr/>
            </p:nvSpPr>
            <p:spPr bwMode="auto">
              <a:xfrm rot="16200000" flipV="1">
                <a:off x="2487" y="1928"/>
                <a:ext cx="664" cy="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 type="oval" w="lg" len="lg"/>
                <a:tailEnd type="oval" w="lg" len="lg"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8240" name="Text Box 12"/>
              <p:cNvSpPr txBox="1">
                <a:spLocks noChangeAspect="1" noChangeArrowheads="1"/>
              </p:cNvSpPr>
              <p:nvPr/>
            </p:nvSpPr>
            <p:spPr bwMode="auto">
              <a:xfrm>
                <a:off x="2756" y="1273"/>
                <a:ext cx="131" cy="289"/>
              </a:xfrm>
              <a:prstGeom prst="rect">
                <a:avLst/>
              </a:prstGeom>
              <a:noFill/>
              <a:ln w="19050">
                <a:noFill/>
                <a:miter lim="800000"/>
                <a:headEnd/>
                <a:tailEnd/>
              </a:ln>
              <a:effectLst/>
            </p:spPr>
            <p:txBody>
              <a:bodyPr lIns="0" tIns="0" rIns="0" bIns="0" anchor="ctr">
                <a:spAutoFit/>
              </a:bodyPr>
              <a:lstStyle/>
              <a:p>
                <a:pPr algn="ctr" eaLnBrk="0" hangingPunct="0">
                  <a:spcBef>
                    <a:spcPct val="50000"/>
                  </a:spcBef>
                </a:pPr>
                <a:r>
                  <a:rPr lang="en-US" altLang="zh-CN" sz="2400" i="1">
                    <a:solidFill>
                      <a:schemeClr val="tx2"/>
                    </a:solidFill>
                    <a:latin typeface="Bookman Old Style" pitchFamily="18" charset="0"/>
                    <a:ea typeface="宋体" charset="-122"/>
                  </a:rPr>
                  <a:t>a</a:t>
                </a:r>
                <a:endParaRPr lang="en-US" altLang="zh-CN" sz="2400">
                  <a:solidFill>
                    <a:schemeClr val="tx2"/>
                  </a:solidFill>
                  <a:latin typeface="Bookman Old Style" pitchFamily="18" charset="0"/>
                  <a:ea typeface="宋体" charset="-122"/>
                </a:endParaRPr>
              </a:p>
            </p:txBody>
          </p:sp>
          <p:sp>
            <p:nvSpPr>
              <p:cNvPr id="8241" name="Text Box 13"/>
              <p:cNvSpPr txBox="1">
                <a:spLocks noChangeAspect="1" noChangeArrowheads="1"/>
              </p:cNvSpPr>
              <p:nvPr/>
            </p:nvSpPr>
            <p:spPr bwMode="auto">
              <a:xfrm>
                <a:off x="3361" y="1296"/>
                <a:ext cx="194" cy="288"/>
              </a:xfrm>
              <a:prstGeom prst="rect">
                <a:avLst/>
              </a:prstGeom>
              <a:noFill/>
              <a:ln w="19050">
                <a:noFill/>
                <a:miter lim="800000"/>
                <a:headEnd/>
                <a:tailEnd/>
              </a:ln>
              <a:effectLst/>
            </p:spPr>
            <p:txBody>
              <a:bodyPr lIns="0" tIns="0" rIns="0" bIns="0" anchor="ctr">
                <a:spAutoFit/>
              </a:bodyPr>
              <a:lstStyle/>
              <a:p>
                <a:pPr algn="ctr" eaLnBrk="0" hangingPunct="0">
                  <a:spcBef>
                    <a:spcPct val="50000"/>
                  </a:spcBef>
                </a:pPr>
                <a:r>
                  <a:rPr lang="en-US" altLang="zh-CN" sz="2400" i="1">
                    <a:solidFill>
                      <a:schemeClr val="tx2"/>
                    </a:solidFill>
                    <a:latin typeface="Bookman Old Style" pitchFamily="18" charset="0"/>
                    <a:ea typeface="宋体" charset="-122"/>
                  </a:rPr>
                  <a:t>b</a:t>
                </a:r>
                <a:endParaRPr lang="en-US" altLang="zh-CN" sz="2400">
                  <a:solidFill>
                    <a:schemeClr val="tx2"/>
                  </a:solidFill>
                  <a:latin typeface="Bookman Old Style" pitchFamily="18" charset="0"/>
                  <a:ea typeface="宋体" charset="-122"/>
                </a:endParaRPr>
              </a:p>
            </p:txBody>
          </p:sp>
          <p:sp>
            <p:nvSpPr>
              <p:cNvPr id="8242" name="Text Box 14"/>
              <p:cNvSpPr txBox="1">
                <a:spLocks noChangeAspect="1" noChangeArrowheads="1"/>
              </p:cNvSpPr>
              <p:nvPr/>
            </p:nvSpPr>
            <p:spPr bwMode="auto">
              <a:xfrm>
                <a:off x="4012" y="1266"/>
                <a:ext cx="194" cy="288"/>
              </a:xfrm>
              <a:prstGeom prst="rect">
                <a:avLst/>
              </a:prstGeom>
              <a:noFill/>
              <a:ln w="19050">
                <a:noFill/>
                <a:miter lim="800000"/>
                <a:headEnd/>
                <a:tailEnd/>
              </a:ln>
              <a:effectLst/>
            </p:spPr>
            <p:txBody>
              <a:bodyPr lIns="0" tIns="0" rIns="0" bIns="0" anchor="ctr">
                <a:spAutoFit/>
              </a:bodyPr>
              <a:lstStyle/>
              <a:p>
                <a:pPr algn="ctr" eaLnBrk="0" hangingPunct="0">
                  <a:spcBef>
                    <a:spcPct val="50000"/>
                  </a:spcBef>
                </a:pPr>
                <a:r>
                  <a:rPr lang="en-US" altLang="zh-CN" sz="2400" i="1">
                    <a:solidFill>
                      <a:schemeClr val="tx2"/>
                    </a:solidFill>
                    <a:latin typeface="Bookman Old Style" pitchFamily="18" charset="0"/>
                    <a:ea typeface="宋体" charset="-122"/>
                  </a:rPr>
                  <a:t>c</a:t>
                </a:r>
                <a:endParaRPr lang="en-US" altLang="zh-CN" sz="2400">
                  <a:solidFill>
                    <a:schemeClr val="tx2"/>
                  </a:solidFill>
                  <a:latin typeface="Bookman Old Style" pitchFamily="18" charset="0"/>
                  <a:ea typeface="宋体" charset="-122"/>
                </a:endParaRPr>
              </a:p>
            </p:txBody>
          </p:sp>
          <p:sp>
            <p:nvSpPr>
              <p:cNvPr id="8243" name="Text Box 15"/>
              <p:cNvSpPr txBox="1">
                <a:spLocks noChangeAspect="1" noChangeArrowheads="1"/>
              </p:cNvSpPr>
              <p:nvPr/>
            </p:nvSpPr>
            <p:spPr bwMode="auto">
              <a:xfrm>
                <a:off x="2740" y="2313"/>
                <a:ext cx="194" cy="288"/>
              </a:xfrm>
              <a:prstGeom prst="rect">
                <a:avLst/>
              </a:prstGeom>
              <a:noFill/>
              <a:ln w="19050">
                <a:noFill/>
                <a:miter lim="800000"/>
                <a:headEnd/>
                <a:tailEnd/>
              </a:ln>
              <a:effectLst/>
            </p:spPr>
            <p:txBody>
              <a:bodyPr lIns="0" tIns="0" rIns="0" bIns="0" anchor="ctr">
                <a:spAutoFit/>
              </a:bodyPr>
              <a:lstStyle/>
              <a:p>
                <a:pPr algn="ctr" eaLnBrk="0" hangingPunct="0">
                  <a:spcBef>
                    <a:spcPct val="50000"/>
                  </a:spcBef>
                </a:pPr>
                <a:r>
                  <a:rPr lang="en-US" altLang="zh-CN" sz="2400" i="1">
                    <a:solidFill>
                      <a:schemeClr val="tx2"/>
                    </a:solidFill>
                    <a:latin typeface="Bookman Old Style" pitchFamily="18" charset="0"/>
                    <a:ea typeface="宋体" charset="-122"/>
                  </a:rPr>
                  <a:t>d</a:t>
                </a:r>
                <a:endParaRPr lang="en-US" altLang="zh-CN" sz="2400">
                  <a:solidFill>
                    <a:schemeClr val="tx2"/>
                  </a:solidFill>
                  <a:latin typeface="Bookman Old Style" pitchFamily="18" charset="0"/>
                  <a:ea typeface="宋体" charset="-122"/>
                </a:endParaRPr>
              </a:p>
            </p:txBody>
          </p:sp>
          <p:sp>
            <p:nvSpPr>
              <p:cNvPr id="8244" name="Text Box 16"/>
              <p:cNvSpPr txBox="1">
                <a:spLocks noChangeAspect="1" noChangeArrowheads="1"/>
              </p:cNvSpPr>
              <p:nvPr/>
            </p:nvSpPr>
            <p:spPr bwMode="auto">
              <a:xfrm>
                <a:off x="3388" y="2306"/>
                <a:ext cx="131" cy="289"/>
              </a:xfrm>
              <a:prstGeom prst="rect">
                <a:avLst/>
              </a:prstGeom>
              <a:noFill/>
              <a:ln w="19050">
                <a:noFill/>
                <a:miter lim="800000"/>
                <a:headEnd/>
                <a:tailEnd/>
              </a:ln>
              <a:effectLst/>
            </p:spPr>
            <p:txBody>
              <a:bodyPr lIns="0" tIns="0" rIns="0" bIns="0" anchor="ctr">
                <a:spAutoFit/>
              </a:bodyPr>
              <a:lstStyle/>
              <a:p>
                <a:pPr algn="ctr" eaLnBrk="0" hangingPunct="0">
                  <a:spcBef>
                    <a:spcPct val="50000"/>
                  </a:spcBef>
                </a:pPr>
                <a:r>
                  <a:rPr lang="en-US" altLang="zh-CN" sz="2400" i="1">
                    <a:solidFill>
                      <a:schemeClr val="tx2"/>
                    </a:solidFill>
                    <a:latin typeface="Bookman Old Style" pitchFamily="18" charset="0"/>
                    <a:ea typeface="宋体" charset="-122"/>
                  </a:rPr>
                  <a:t>e</a:t>
                </a:r>
                <a:endParaRPr lang="en-US" altLang="zh-CN" sz="2400">
                  <a:solidFill>
                    <a:schemeClr val="tx2"/>
                  </a:solidFill>
                  <a:latin typeface="Bookman Old Style" pitchFamily="18" charset="0"/>
                  <a:ea typeface="宋体" charset="-122"/>
                </a:endParaRPr>
              </a:p>
            </p:txBody>
          </p:sp>
          <p:sp>
            <p:nvSpPr>
              <p:cNvPr id="8245" name="Text Box 17"/>
              <p:cNvSpPr txBox="1">
                <a:spLocks noChangeAspect="1" noChangeArrowheads="1"/>
              </p:cNvSpPr>
              <p:nvPr/>
            </p:nvSpPr>
            <p:spPr bwMode="auto">
              <a:xfrm>
                <a:off x="4048" y="2284"/>
                <a:ext cx="194" cy="288"/>
              </a:xfrm>
              <a:prstGeom prst="rect">
                <a:avLst/>
              </a:prstGeom>
              <a:noFill/>
              <a:ln w="19050">
                <a:noFill/>
                <a:miter lim="800000"/>
                <a:headEnd/>
                <a:tailEnd/>
              </a:ln>
              <a:effectLst/>
            </p:spPr>
            <p:txBody>
              <a:bodyPr lIns="0" tIns="0" rIns="0" bIns="0" anchor="ctr">
                <a:spAutoFit/>
              </a:bodyPr>
              <a:lstStyle/>
              <a:p>
                <a:pPr algn="ctr" eaLnBrk="0" hangingPunct="0">
                  <a:spcBef>
                    <a:spcPct val="50000"/>
                  </a:spcBef>
                </a:pPr>
                <a:r>
                  <a:rPr lang="en-US" altLang="zh-CN" sz="2400" i="1">
                    <a:solidFill>
                      <a:schemeClr val="tx2"/>
                    </a:solidFill>
                    <a:latin typeface="Bookman Old Style" pitchFamily="18" charset="0"/>
                    <a:ea typeface="宋体" charset="-122"/>
                  </a:rPr>
                  <a:t>f</a:t>
                </a:r>
                <a:endParaRPr lang="en-US" altLang="zh-CN" sz="2400">
                  <a:solidFill>
                    <a:schemeClr val="tx2"/>
                  </a:solidFill>
                  <a:latin typeface="Bookman Old Style" pitchFamily="18" charset="0"/>
                  <a:ea typeface="宋体" charset="-122"/>
                </a:endParaRPr>
              </a:p>
            </p:txBody>
          </p:sp>
          <p:sp>
            <p:nvSpPr>
              <p:cNvPr id="8246" name="Line 18"/>
              <p:cNvSpPr>
                <a:spLocks noChangeAspect="1" noChangeShapeType="1"/>
              </p:cNvSpPr>
              <p:nvPr/>
            </p:nvSpPr>
            <p:spPr bwMode="auto">
              <a:xfrm rot="5400000">
                <a:off x="3119" y="1942"/>
                <a:ext cx="664" cy="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 type="none" w="lg" len="lg"/>
                <a:tailEnd type="oval" w="lg" len="lg"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8247" name="Line 19"/>
              <p:cNvSpPr>
                <a:spLocks noChangeAspect="1" noChangeShapeType="1"/>
              </p:cNvSpPr>
              <p:nvPr/>
            </p:nvSpPr>
            <p:spPr bwMode="auto">
              <a:xfrm rot="16200000" flipV="1">
                <a:off x="3765" y="1933"/>
                <a:ext cx="664" cy="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 type="none" w="lg" len="lg"/>
                <a:tailEnd type="oval" w="lg" len="lg"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8248" name="Line 20"/>
              <p:cNvSpPr>
                <a:spLocks noChangeAspect="1" noChangeShapeType="1"/>
              </p:cNvSpPr>
              <p:nvPr/>
            </p:nvSpPr>
            <p:spPr bwMode="auto">
              <a:xfrm rot="-8224836">
                <a:off x="3328" y="1911"/>
                <a:ext cx="907" cy="3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 type="oval" w="lg" len="lg"/>
                <a:tailEnd type="none" w="lg" len="lg"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</p:grpSp>
      </p:grpSp>
      <p:grpSp>
        <p:nvGrpSpPr>
          <p:cNvPr id="562197" name="Group 21"/>
          <p:cNvGrpSpPr>
            <a:grpSpLocks/>
          </p:cNvGrpSpPr>
          <p:nvPr/>
        </p:nvGrpSpPr>
        <p:grpSpPr bwMode="auto">
          <a:xfrm>
            <a:off x="236538" y="4730750"/>
            <a:ext cx="2632075" cy="1690688"/>
            <a:chOff x="176" y="2861"/>
            <a:chExt cx="1658" cy="1065"/>
          </a:xfrm>
        </p:grpSpPr>
        <p:sp>
          <p:nvSpPr>
            <p:cNvPr id="8225" name="Line 22"/>
            <p:cNvSpPr>
              <a:spLocks noChangeAspect="1" noChangeShapeType="1"/>
            </p:cNvSpPr>
            <p:nvPr/>
          </p:nvSpPr>
          <p:spPr bwMode="auto">
            <a:xfrm rot="-2824836">
              <a:off x="600" y="3394"/>
              <a:ext cx="723" cy="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lg" len="lg"/>
              <a:tailEnd type="oval" w="lg" len="lg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226" name="Line 23"/>
            <p:cNvSpPr>
              <a:spLocks noChangeAspect="1" noChangeShapeType="1"/>
            </p:cNvSpPr>
            <p:nvPr/>
          </p:nvSpPr>
          <p:spPr bwMode="auto">
            <a:xfrm rot="10800000" flipV="1">
              <a:off x="225" y="3652"/>
              <a:ext cx="530" cy="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lg" len="lg"/>
              <a:tailEnd type="oval" w="lg" len="lg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227" name="Text Box 24"/>
            <p:cNvSpPr txBox="1">
              <a:spLocks noChangeAspect="1" noChangeArrowheads="1"/>
            </p:cNvSpPr>
            <p:nvPr/>
          </p:nvSpPr>
          <p:spPr bwMode="auto">
            <a:xfrm>
              <a:off x="176" y="3686"/>
              <a:ext cx="104" cy="230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  <a:effectLst/>
          </p:spPr>
          <p:txBody>
            <a:bodyPr lIns="0" tIns="0" rIns="0" bIns="0" anchor="ctr"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US" altLang="zh-CN" sz="2400" i="1">
                  <a:solidFill>
                    <a:schemeClr val="tx2"/>
                  </a:solidFill>
                  <a:latin typeface="Bookman Old Style" pitchFamily="18" charset="0"/>
                  <a:ea typeface="宋体" charset="-122"/>
                </a:rPr>
                <a:t>a</a:t>
              </a:r>
              <a:endParaRPr lang="en-US" altLang="zh-CN" sz="2400">
                <a:solidFill>
                  <a:schemeClr val="tx2"/>
                </a:solidFill>
                <a:latin typeface="Bookman Old Style" pitchFamily="18" charset="0"/>
                <a:ea typeface="宋体" charset="-122"/>
              </a:endParaRPr>
            </a:p>
          </p:txBody>
        </p:sp>
        <p:sp>
          <p:nvSpPr>
            <p:cNvPr id="8228" name="Text Box 25"/>
            <p:cNvSpPr txBox="1">
              <a:spLocks noChangeAspect="1" noChangeArrowheads="1"/>
            </p:cNvSpPr>
            <p:nvPr/>
          </p:nvSpPr>
          <p:spPr bwMode="auto">
            <a:xfrm>
              <a:off x="1131" y="2885"/>
              <a:ext cx="155" cy="230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  <a:effectLst/>
          </p:spPr>
          <p:txBody>
            <a:bodyPr lIns="0" tIns="0" rIns="0" bIns="0" anchor="ctr"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US" altLang="zh-CN" sz="2400" i="1">
                  <a:solidFill>
                    <a:schemeClr val="tx2"/>
                  </a:solidFill>
                  <a:latin typeface="Bookman Old Style" pitchFamily="18" charset="0"/>
                  <a:ea typeface="宋体" charset="-122"/>
                </a:rPr>
                <a:t>b</a:t>
              </a:r>
              <a:endParaRPr lang="en-US" altLang="zh-CN" sz="2400">
                <a:solidFill>
                  <a:schemeClr val="tx2"/>
                </a:solidFill>
                <a:latin typeface="Bookman Old Style" pitchFamily="18" charset="0"/>
                <a:ea typeface="宋体" charset="-122"/>
              </a:endParaRPr>
            </a:p>
          </p:txBody>
        </p:sp>
        <p:sp>
          <p:nvSpPr>
            <p:cNvPr id="8229" name="Text Box 26"/>
            <p:cNvSpPr txBox="1">
              <a:spLocks noChangeAspect="1" noChangeArrowheads="1"/>
            </p:cNvSpPr>
            <p:nvPr/>
          </p:nvSpPr>
          <p:spPr bwMode="auto">
            <a:xfrm>
              <a:off x="1651" y="2861"/>
              <a:ext cx="154" cy="230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  <a:effectLst/>
          </p:spPr>
          <p:txBody>
            <a:bodyPr lIns="0" tIns="0" rIns="0" bIns="0" anchor="ctr"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US" altLang="zh-CN" sz="2400" i="1">
                  <a:solidFill>
                    <a:schemeClr val="tx2"/>
                  </a:solidFill>
                  <a:latin typeface="Bookman Old Style" pitchFamily="18" charset="0"/>
                  <a:ea typeface="宋体" charset="-122"/>
                </a:rPr>
                <a:t>c</a:t>
              </a:r>
              <a:endParaRPr lang="en-US" altLang="zh-CN" sz="2400">
                <a:solidFill>
                  <a:schemeClr val="tx2"/>
                </a:solidFill>
                <a:latin typeface="Bookman Old Style" pitchFamily="18" charset="0"/>
                <a:ea typeface="宋体" charset="-122"/>
              </a:endParaRPr>
            </a:p>
          </p:txBody>
        </p:sp>
        <p:sp>
          <p:nvSpPr>
            <p:cNvPr id="8230" name="Text Box 27"/>
            <p:cNvSpPr txBox="1">
              <a:spLocks noChangeAspect="1" noChangeArrowheads="1"/>
            </p:cNvSpPr>
            <p:nvPr/>
          </p:nvSpPr>
          <p:spPr bwMode="auto">
            <a:xfrm>
              <a:off x="636" y="3696"/>
              <a:ext cx="155" cy="230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  <a:effectLst/>
          </p:spPr>
          <p:txBody>
            <a:bodyPr lIns="0" tIns="0" rIns="0" bIns="0" anchor="ctr"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US" altLang="zh-CN" sz="2400" i="1">
                  <a:solidFill>
                    <a:schemeClr val="tx2"/>
                  </a:solidFill>
                  <a:latin typeface="Bookman Old Style" pitchFamily="18" charset="0"/>
                  <a:ea typeface="宋体" charset="-122"/>
                </a:rPr>
                <a:t>d</a:t>
              </a:r>
              <a:endParaRPr lang="en-US" altLang="zh-CN" sz="2400">
                <a:solidFill>
                  <a:schemeClr val="tx2"/>
                </a:solidFill>
                <a:latin typeface="Bookman Old Style" pitchFamily="18" charset="0"/>
                <a:ea typeface="宋体" charset="-122"/>
              </a:endParaRPr>
            </a:p>
          </p:txBody>
        </p:sp>
        <p:sp>
          <p:nvSpPr>
            <p:cNvPr id="8231" name="Text Box 28"/>
            <p:cNvSpPr txBox="1">
              <a:spLocks noChangeAspect="1" noChangeArrowheads="1"/>
            </p:cNvSpPr>
            <p:nvPr/>
          </p:nvSpPr>
          <p:spPr bwMode="auto">
            <a:xfrm>
              <a:off x="1153" y="3691"/>
              <a:ext cx="104" cy="230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  <a:effectLst/>
          </p:spPr>
          <p:txBody>
            <a:bodyPr lIns="0" tIns="0" rIns="0" bIns="0" anchor="ctr"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US" altLang="zh-CN" sz="2400" i="1">
                  <a:solidFill>
                    <a:schemeClr val="tx2"/>
                  </a:solidFill>
                  <a:latin typeface="Bookman Old Style" pitchFamily="18" charset="0"/>
                  <a:ea typeface="宋体" charset="-122"/>
                </a:rPr>
                <a:t>e</a:t>
              </a:r>
              <a:endParaRPr lang="en-US" altLang="zh-CN" sz="2400">
                <a:solidFill>
                  <a:schemeClr val="tx2"/>
                </a:solidFill>
                <a:latin typeface="Bookman Old Style" pitchFamily="18" charset="0"/>
                <a:ea typeface="宋体" charset="-122"/>
              </a:endParaRPr>
            </a:p>
          </p:txBody>
        </p:sp>
        <p:sp>
          <p:nvSpPr>
            <p:cNvPr id="8232" name="Text Box 29"/>
            <p:cNvSpPr txBox="1">
              <a:spLocks noChangeAspect="1" noChangeArrowheads="1"/>
            </p:cNvSpPr>
            <p:nvPr/>
          </p:nvSpPr>
          <p:spPr bwMode="auto">
            <a:xfrm>
              <a:off x="1679" y="3673"/>
              <a:ext cx="155" cy="230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  <a:effectLst/>
          </p:spPr>
          <p:txBody>
            <a:bodyPr lIns="0" tIns="0" rIns="0" bIns="0" anchor="ctr"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US" altLang="zh-CN" sz="2400" i="1">
                  <a:solidFill>
                    <a:schemeClr val="tx2"/>
                  </a:solidFill>
                  <a:latin typeface="Bookman Old Style" pitchFamily="18" charset="0"/>
                  <a:ea typeface="宋体" charset="-122"/>
                </a:rPr>
                <a:t>f</a:t>
              </a:r>
              <a:endParaRPr lang="en-US" altLang="zh-CN" sz="2400">
                <a:solidFill>
                  <a:schemeClr val="tx2"/>
                </a:solidFill>
                <a:latin typeface="Bookman Old Style" pitchFamily="18" charset="0"/>
                <a:ea typeface="宋体" charset="-122"/>
              </a:endParaRPr>
            </a:p>
          </p:txBody>
        </p:sp>
        <p:sp>
          <p:nvSpPr>
            <p:cNvPr id="8233" name="Line 30"/>
            <p:cNvSpPr>
              <a:spLocks noChangeAspect="1" noChangeShapeType="1"/>
            </p:cNvSpPr>
            <p:nvPr/>
          </p:nvSpPr>
          <p:spPr bwMode="auto">
            <a:xfrm rot="5400000">
              <a:off x="938" y="3400"/>
              <a:ext cx="530" cy="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lg" len="lg"/>
              <a:tailEnd type="oval" w="lg" len="lg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234" name="Line 31"/>
            <p:cNvSpPr>
              <a:spLocks noChangeAspect="1" noChangeShapeType="1"/>
            </p:cNvSpPr>
            <p:nvPr/>
          </p:nvSpPr>
          <p:spPr bwMode="auto">
            <a:xfrm rot="16200000" flipV="1">
              <a:off x="1454" y="3393"/>
              <a:ext cx="530" cy="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lg" len="lg"/>
              <a:tailEnd type="oval" w="lg" len="lg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235" name="Line 32"/>
            <p:cNvSpPr>
              <a:spLocks noChangeAspect="1" noChangeShapeType="1"/>
            </p:cNvSpPr>
            <p:nvPr/>
          </p:nvSpPr>
          <p:spPr bwMode="auto">
            <a:xfrm rot="-8224836">
              <a:off x="1105" y="3376"/>
              <a:ext cx="723" cy="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lg" len="lg"/>
              <a:tailEnd type="none" w="lg" len="lg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562209" name="Group 33"/>
          <p:cNvGrpSpPr>
            <a:grpSpLocks/>
          </p:cNvGrpSpPr>
          <p:nvPr/>
        </p:nvGrpSpPr>
        <p:grpSpPr bwMode="auto">
          <a:xfrm>
            <a:off x="4108450" y="3006725"/>
            <a:ext cx="1916113" cy="2236788"/>
            <a:chOff x="2805" y="1775"/>
            <a:chExt cx="1207" cy="1409"/>
          </a:xfrm>
        </p:grpSpPr>
        <p:sp>
          <p:nvSpPr>
            <p:cNvPr id="8214" name="Line 34"/>
            <p:cNvSpPr>
              <a:spLocks noChangeAspect="1" noChangeShapeType="1"/>
            </p:cNvSpPr>
            <p:nvPr/>
          </p:nvSpPr>
          <p:spPr bwMode="auto">
            <a:xfrm rot="-2824836">
              <a:off x="2778" y="2308"/>
              <a:ext cx="723" cy="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lg" len="lg"/>
              <a:tailEnd type="oval" w="lg" len="lg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215" name="Line 35"/>
            <p:cNvSpPr>
              <a:spLocks noChangeAspect="1" noChangeShapeType="1"/>
            </p:cNvSpPr>
            <p:nvPr/>
          </p:nvSpPr>
          <p:spPr bwMode="auto">
            <a:xfrm rot="5400000" flipV="1">
              <a:off x="2640" y="2848"/>
              <a:ext cx="530" cy="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lg" len="lg"/>
              <a:tailEnd type="oval" w="lg" len="lg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216" name="Text Box 36"/>
            <p:cNvSpPr txBox="1">
              <a:spLocks noChangeAspect="1" noChangeArrowheads="1"/>
            </p:cNvSpPr>
            <p:nvPr/>
          </p:nvSpPr>
          <p:spPr bwMode="auto">
            <a:xfrm>
              <a:off x="2999" y="2954"/>
              <a:ext cx="104" cy="230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  <a:effectLst/>
          </p:spPr>
          <p:txBody>
            <a:bodyPr lIns="0" tIns="0" rIns="0" bIns="0" anchor="ctr"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US" altLang="zh-CN" sz="2400" i="1">
                  <a:solidFill>
                    <a:schemeClr val="tx2"/>
                  </a:solidFill>
                  <a:latin typeface="Bookman Old Style" pitchFamily="18" charset="0"/>
                  <a:ea typeface="宋体" charset="-122"/>
                </a:rPr>
                <a:t>a</a:t>
              </a:r>
              <a:endParaRPr lang="en-US" altLang="zh-CN" sz="2400">
                <a:solidFill>
                  <a:schemeClr val="tx2"/>
                </a:solidFill>
                <a:latin typeface="Bookman Old Style" pitchFamily="18" charset="0"/>
                <a:ea typeface="宋体" charset="-122"/>
              </a:endParaRPr>
            </a:p>
          </p:txBody>
        </p:sp>
        <p:sp>
          <p:nvSpPr>
            <p:cNvPr id="8217" name="Text Box 37"/>
            <p:cNvSpPr txBox="1">
              <a:spLocks noChangeAspect="1" noChangeArrowheads="1"/>
            </p:cNvSpPr>
            <p:nvPr/>
          </p:nvSpPr>
          <p:spPr bwMode="auto">
            <a:xfrm>
              <a:off x="3309" y="1799"/>
              <a:ext cx="155" cy="230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  <a:effectLst/>
          </p:spPr>
          <p:txBody>
            <a:bodyPr lIns="0" tIns="0" rIns="0" bIns="0" anchor="ctr"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US" altLang="zh-CN" sz="2400" i="1">
                  <a:solidFill>
                    <a:schemeClr val="tx2"/>
                  </a:solidFill>
                  <a:latin typeface="Bookman Old Style" pitchFamily="18" charset="0"/>
                  <a:ea typeface="宋体" charset="-122"/>
                </a:rPr>
                <a:t>b</a:t>
              </a:r>
              <a:endParaRPr lang="en-US" altLang="zh-CN" sz="2400">
                <a:solidFill>
                  <a:schemeClr val="tx2"/>
                </a:solidFill>
                <a:latin typeface="Bookman Old Style" pitchFamily="18" charset="0"/>
                <a:ea typeface="宋体" charset="-122"/>
              </a:endParaRPr>
            </a:p>
          </p:txBody>
        </p:sp>
        <p:sp>
          <p:nvSpPr>
            <p:cNvPr id="8218" name="Text Box 38"/>
            <p:cNvSpPr txBox="1">
              <a:spLocks noChangeAspect="1" noChangeArrowheads="1"/>
            </p:cNvSpPr>
            <p:nvPr/>
          </p:nvSpPr>
          <p:spPr bwMode="auto">
            <a:xfrm>
              <a:off x="3829" y="1775"/>
              <a:ext cx="154" cy="230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  <a:effectLst/>
          </p:spPr>
          <p:txBody>
            <a:bodyPr lIns="0" tIns="0" rIns="0" bIns="0" anchor="ctr"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US" altLang="zh-CN" sz="2400" i="1">
                  <a:solidFill>
                    <a:schemeClr val="tx2"/>
                  </a:solidFill>
                  <a:latin typeface="Bookman Old Style" pitchFamily="18" charset="0"/>
                  <a:ea typeface="宋体" charset="-122"/>
                </a:rPr>
                <a:t>c</a:t>
              </a:r>
              <a:endParaRPr lang="en-US" altLang="zh-CN" sz="2400">
                <a:solidFill>
                  <a:schemeClr val="tx2"/>
                </a:solidFill>
                <a:latin typeface="Bookman Old Style" pitchFamily="18" charset="0"/>
                <a:ea typeface="宋体" charset="-122"/>
              </a:endParaRPr>
            </a:p>
          </p:txBody>
        </p:sp>
        <p:sp>
          <p:nvSpPr>
            <p:cNvPr id="8219" name="Text Box 39"/>
            <p:cNvSpPr txBox="1">
              <a:spLocks noChangeAspect="1" noChangeArrowheads="1"/>
            </p:cNvSpPr>
            <p:nvPr/>
          </p:nvSpPr>
          <p:spPr bwMode="auto">
            <a:xfrm>
              <a:off x="2805" y="2301"/>
              <a:ext cx="155" cy="230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  <a:effectLst/>
          </p:spPr>
          <p:txBody>
            <a:bodyPr lIns="0" tIns="0" rIns="0" bIns="0" anchor="ctr"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US" altLang="zh-CN" sz="2400" i="1">
                  <a:solidFill>
                    <a:schemeClr val="tx2"/>
                  </a:solidFill>
                  <a:latin typeface="Bookman Old Style" pitchFamily="18" charset="0"/>
                  <a:ea typeface="宋体" charset="-122"/>
                </a:rPr>
                <a:t>d</a:t>
              </a:r>
              <a:endParaRPr lang="en-US" altLang="zh-CN" sz="2400">
                <a:solidFill>
                  <a:schemeClr val="tx2"/>
                </a:solidFill>
                <a:latin typeface="Bookman Old Style" pitchFamily="18" charset="0"/>
                <a:ea typeface="宋体" charset="-122"/>
              </a:endParaRPr>
            </a:p>
          </p:txBody>
        </p:sp>
        <p:sp>
          <p:nvSpPr>
            <p:cNvPr id="8220" name="Text Box 40"/>
            <p:cNvSpPr txBox="1">
              <a:spLocks noChangeAspect="1" noChangeArrowheads="1"/>
            </p:cNvSpPr>
            <p:nvPr/>
          </p:nvSpPr>
          <p:spPr bwMode="auto">
            <a:xfrm>
              <a:off x="3331" y="2605"/>
              <a:ext cx="104" cy="230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  <a:effectLst/>
          </p:spPr>
          <p:txBody>
            <a:bodyPr lIns="0" tIns="0" rIns="0" bIns="0" anchor="ctr"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US" altLang="zh-CN" sz="2400" i="1">
                  <a:solidFill>
                    <a:schemeClr val="tx2"/>
                  </a:solidFill>
                  <a:latin typeface="Bookman Old Style" pitchFamily="18" charset="0"/>
                  <a:ea typeface="宋体" charset="-122"/>
                </a:rPr>
                <a:t>e</a:t>
              </a:r>
              <a:endParaRPr lang="en-US" altLang="zh-CN" sz="2400">
                <a:solidFill>
                  <a:schemeClr val="tx2"/>
                </a:solidFill>
                <a:latin typeface="Bookman Old Style" pitchFamily="18" charset="0"/>
                <a:ea typeface="宋体" charset="-122"/>
              </a:endParaRPr>
            </a:p>
          </p:txBody>
        </p:sp>
        <p:sp>
          <p:nvSpPr>
            <p:cNvPr id="8221" name="Text Box 41"/>
            <p:cNvSpPr txBox="1">
              <a:spLocks noChangeAspect="1" noChangeArrowheads="1"/>
            </p:cNvSpPr>
            <p:nvPr/>
          </p:nvSpPr>
          <p:spPr bwMode="auto">
            <a:xfrm>
              <a:off x="3857" y="2587"/>
              <a:ext cx="155" cy="230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  <a:effectLst/>
          </p:spPr>
          <p:txBody>
            <a:bodyPr lIns="0" tIns="0" rIns="0" bIns="0" anchor="ctr"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US" altLang="zh-CN" sz="2400" i="1">
                  <a:solidFill>
                    <a:schemeClr val="tx2"/>
                  </a:solidFill>
                  <a:latin typeface="Bookman Old Style" pitchFamily="18" charset="0"/>
                  <a:ea typeface="宋体" charset="-122"/>
                </a:rPr>
                <a:t>f</a:t>
              </a:r>
              <a:endParaRPr lang="en-US" altLang="zh-CN" sz="2400">
                <a:solidFill>
                  <a:schemeClr val="tx2"/>
                </a:solidFill>
                <a:latin typeface="Bookman Old Style" pitchFamily="18" charset="0"/>
                <a:ea typeface="宋体" charset="-122"/>
              </a:endParaRPr>
            </a:p>
          </p:txBody>
        </p:sp>
        <p:sp>
          <p:nvSpPr>
            <p:cNvPr id="8222" name="Line 42"/>
            <p:cNvSpPr>
              <a:spLocks noChangeAspect="1" noChangeShapeType="1"/>
            </p:cNvSpPr>
            <p:nvPr/>
          </p:nvSpPr>
          <p:spPr bwMode="auto">
            <a:xfrm rot="5400000">
              <a:off x="3116" y="2314"/>
              <a:ext cx="530" cy="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lg" len="lg"/>
              <a:tailEnd type="oval" w="lg" len="lg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223" name="Line 43"/>
            <p:cNvSpPr>
              <a:spLocks noChangeAspect="1" noChangeShapeType="1"/>
            </p:cNvSpPr>
            <p:nvPr/>
          </p:nvSpPr>
          <p:spPr bwMode="auto">
            <a:xfrm rot="16200000" flipV="1">
              <a:off x="3632" y="2307"/>
              <a:ext cx="530" cy="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lg" len="lg"/>
              <a:tailEnd type="oval" w="lg" len="lg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224" name="Line 44"/>
            <p:cNvSpPr>
              <a:spLocks noChangeAspect="1" noChangeShapeType="1"/>
            </p:cNvSpPr>
            <p:nvPr/>
          </p:nvSpPr>
          <p:spPr bwMode="auto">
            <a:xfrm rot="-8224836">
              <a:off x="3283" y="2290"/>
              <a:ext cx="723" cy="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lg" len="lg"/>
              <a:tailEnd type="none" w="lg" len="lg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562221" name="Group 45"/>
          <p:cNvGrpSpPr>
            <a:grpSpLocks/>
          </p:cNvGrpSpPr>
          <p:nvPr/>
        </p:nvGrpSpPr>
        <p:grpSpPr bwMode="auto">
          <a:xfrm>
            <a:off x="6888163" y="2103438"/>
            <a:ext cx="1871662" cy="3868737"/>
            <a:chOff x="4184" y="1671"/>
            <a:chExt cx="1179" cy="2437"/>
          </a:xfrm>
        </p:grpSpPr>
        <p:sp>
          <p:nvSpPr>
            <p:cNvPr id="8203" name="Line 46"/>
            <p:cNvSpPr>
              <a:spLocks noChangeAspect="1" noChangeShapeType="1"/>
            </p:cNvSpPr>
            <p:nvPr/>
          </p:nvSpPr>
          <p:spPr bwMode="auto">
            <a:xfrm rot="-2824836">
              <a:off x="4157" y="3232"/>
              <a:ext cx="723" cy="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lg" len="lg"/>
              <a:tailEnd type="oval" w="lg" len="lg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204" name="Line 47"/>
            <p:cNvSpPr>
              <a:spLocks noChangeAspect="1" noChangeShapeType="1"/>
            </p:cNvSpPr>
            <p:nvPr/>
          </p:nvSpPr>
          <p:spPr bwMode="auto">
            <a:xfrm rot="5400000" flipV="1">
              <a:off x="4019" y="3772"/>
              <a:ext cx="530" cy="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lg" len="lg"/>
              <a:tailEnd type="oval" w="lg" len="lg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205" name="Text Box 48"/>
            <p:cNvSpPr txBox="1">
              <a:spLocks noChangeAspect="1" noChangeArrowheads="1"/>
            </p:cNvSpPr>
            <p:nvPr/>
          </p:nvSpPr>
          <p:spPr bwMode="auto">
            <a:xfrm>
              <a:off x="4378" y="3878"/>
              <a:ext cx="104" cy="230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  <a:effectLst/>
          </p:spPr>
          <p:txBody>
            <a:bodyPr lIns="0" tIns="0" rIns="0" bIns="0" anchor="ctr"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US" altLang="zh-CN" sz="2400" i="1">
                  <a:solidFill>
                    <a:schemeClr val="tx2"/>
                  </a:solidFill>
                  <a:latin typeface="Bookman Old Style" pitchFamily="18" charset="0"/>
                  <a:ea typeface="宋体" charset="-122"/>
                </a:rPr>
                <a:t>a</a:t>
              </a:r>
              <a:endParaRPr lang="en-US" altLang="zh-CN" sz="2400">
                <a:solidFill>
                  <a:schemeClr val="tx2"/>
                </a:solidFill>
                <a:latin typeface="Bookman Old Style" pitchFamily="18" charset="0"/>
                <a:ea typeface="宋体" charset="-122"/>
              </a:endParaRPr>
            </a:p>
          </p:txBody>
        </p:sp>
        <p:sp>
          <p:nvSpPr>
            <p:cNvPr id="8206" name="Text Box 49"/>
            <p:cNvSpPr txBox="1">
              <a:spLocks noChangeAspect="1" noChangeArrowheads="1"/>
            </p:cNvSpPr>
            <p:nvPr/>
          </p:nvSpPr>
          <p:spPr bwMode="auto">
            <a:xfrm>
              <a:off x="4688" y="2723"/>
              <a:ext cx="155" cy="230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  <a:effectLst/>
          </p:spPr>
          <p:txBody>
            <a:bodyPr lIns="0" tIns="0" rIns="0" bIns="0" anchor="ctr"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US" altLang="zh-CN" sz="2400" i="1">
                  <a:solidFill>
                    <a:schemeClr val="tx2"/>
                  </a:solidFill>
                  <a:latin typeface="Bookman Old Style" pitchFamily="18" charset="0"/>
                  <a:ea typeface="宋体" charset="-122"/>
                </a:rPr>
                <a:t>b</a:t>
              </a:r>
              <a:endParaRPr lang="en-US" altLang="zh-CN" sz="2400">
                <a:solidFill>
                  <a:schemeClr val="tx2"/>
                </a:solidFill>
                <a:latin typeface="Bookman Old Style" pitchFamily="18" charset="0"/>
                <a:ea typeface="宋体" charset="-122"/>
              </a:endParaRPr>
            </a:p>
          </p:txBody>
        </p:sp>
        <p:sp>
          <p:nvSpPr>
            <p:cNvPr id="8207" name="Text Box 50"/>
            <p:cNvSpPr txBox="1">
              <a:spLocks noChangeAspect="1" noChangeArrowheads="1"/>
            </p:cNvSpPr>
            <p:nvPr/>
          </p:nvSpPr>
          <p:spPr bwMode="auto">
            <a:xfrm>
              <a:off x="5180" y="1671"/>
              <a:ext cx="154" cy="230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  <a:effectLst/>
          </p:spPr>
          <p:txBody>
            <a:bodyPr lIns="0" tIns="0" rIns="0" bIns="0" anchor="ctr"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US" altLang="zh-CN" sz="2400" i="1">
                  <a:solidFill>
                    <a:schemeClr val="tx2"/>
                  </a:solidFill>
                  <a:latin typeface="Bookman Old Style" pitchFamily="18" charset="0"/>
                  <a:ea typeface="宋体" charset="-122"/>
                </a:rPr>
                <a:t>c</a:t>
              </a:r>
              <a:endParaRPr lang="en-US" altLang="zh-CN" sz="2400">
                <a:solidFill>
                  <a:schemeClr val="tx2"/>
                </a:solidFill>
                <a:latin typeface="Bookman Old Style" pitchFamily="18" charset="0"/>
                <a:ea typeface="宋体" charset="-122"/>
              </a:endParaRPr>
            </a:p>
          </p:txBody>
        </p:sp>
        <p:sp>
          <p:nvSpPr>
            <p:cNvPr id="8208" name="Text Box 51"/>
            <p:cNvSpPr txBox="1">
              <a:spLocks noChangeAspect="1" noChangeArrowheads="1"/>
            </p:cNvSpPr>
            <p:nvPr/>
          </p:nvSpPr>
          <p:spPr bwMode="auto">
            <a:xfrm>
              <a:off x="4184" y="3225"/>
              <a:ext cx="155" cy="230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  <a:effectLst/>
          </p:spPr>
          <p:txBody>
            <a:bodyPr lIns="0" tIns="0" rIns="0" bIns="0" anchor="ctr"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US" altLang="zh-CN" sz="2400" i="1">
                  <a:solidFill>
                    <a:schemeClr val="tx2"/>
                  </a:solidFill>
                  <a:latin typeface="Bookman Old Style" pitchFamily="18" charset="0"/>
                  <a:ea typeface="宋体" charset="-122"/>
                </a:rPr>
                <a:t>d</a:t>
              </a:r>
              <a:endParaRPr lang="en-US" altLang="zh-CN" sz="2400">
                <a:solidFill>
                  <a:schemeClr val="tx2"/>
                </a:solidFill>
                <a:latin typeface="Bookman Old Style" pitchFamily="18" charset="0"/>
                <a:ea typeface="宋体" charset="-122"/>
              </a:endParaRPr>
            </a:p>
          </p:txBody>
        </p:sp>
        <p:sp>
          <p:nvSpPr>
            <p:cNvPr id="8209" name="Text Box 52"/>
            <p:cNvSpPr txBox="1">
              <a:spLocks noChangeAspect="1" noChangeArrowheads="1"/>
            </p:cNvSpPr>
            <p:nvPr/>
          </p:nvSpPr>
          <p:spPr bwMode="auto">
            <a:xfrm>
              <a:off x="4710" y="3529"/>
              <a:ext cx="104" cy="230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  <a:effectLst/>
          </p:spPr>
          <p:txBody>
            <a:bodyPr lIns="0" tIns="0" rIns="0" bIns="0" anchor="ctr"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US" altLang="zh-CN" sz="2400" i="1">
                  <a:solidFill>
                    <a:schemeClr val="tx2"/>
                  </a:solidFill>
                  <a:latin typeface="Bookman Old Style" pitchFamily="18" charset="0"/>
                  <a:ea typeface="宋体" charset="-122"/>
                </a:rPr>
                <a:t>e</a:t>
              </a:r>
              <a:endParaRPr lang="en-US" altLang="zh-CN" sz="2400">
                <a:solidFill>
                  <a:schemeClr val="tx2"/>
                </a:solidFill>
                <a:latin typeface="Bookman Old Style" pitchFamily="18" charset="0"/>
                <a:ea typeface="宋体" charset="-122"/>
              </a:endParaRPr>
            </a:p>
          </p:txBody>
        </p:sp>
        <p:sp>
          <p:nvSpPr>
            <p:cNvPr id="8210" name="Text Box 53"/>
            <p:cNvSpPr txBox="1">
              <a:spLocks noChangeAspect="1" noChangeArrowheads="1"/>
            </p:cNvSpPr>
            <p:nvPr/>
          </p:nvSpPr>
          <p:spPr bwMode="auto">
            <a:xfrm>
              <a:off x="5208" y="2483"/>
              <a:ext cx="155" cy="230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  <a:effectLst/>
          </p:spPr>
          <p:txBody>
            <a:bodyPr lIns="0" tIns="0" rIns="0" bIns="0" anchor="ctr"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US" altLang="zh-CN" sz="2400" i="1">
                  <a:solidFill>
                    <a:schemeClr val="tx2"/>
                  </a:solidFill>
                  <a:latin typeface="Bookman Old Style" pitchFamily="18" charset="0"/>
                  <a:ea typeface="宋体" charset="-122"/>
                </a:rPr>
                <a:t>f</a:t>
              </a:r>
              <a:endParaRPr lang="en-US" altLang="zh-CN" sz="2400">
                <a:solidFill>
                  <a:schemeClr val="tx2"/>
                </a:solidFill>
                <a:latin typeface="Bookman Old Style" pitchFamily="18" charset="0"/>
                <a:ea typeface="宋体" charset="-122"/>
              </a:endParaRPr>
            </a:p>
          </p:txBody>
        </p:sp>
        <p:sp>
          <p:nvSpPr>
            <p:cNvPr id="8211" name="Line 54"/>
            <p:cNvSpPr>
              <a:spLocks noChangeAspect="1" noChangeShapeType="1"/>
            </p:cNvSpPr>
            <p:nvPr/>
          </p:nvSpPr>
          <p:spPr bwMode="auto">
            <a:xfrm rot="5400000">
              <a:off x="4495" y="3238"/>
              <a:ext cx="530" cy="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lg" len="lg"/>
              <a:tailEnd type="oval" w="lg" len="lg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212" name="Line 55"/>
            <p:cNvSpPr>
              <a:spLocks noChangeAspect="1" noChangeShapeType="1"/>
            </p:cNvSpPr>
            <p:nvPr/>
          </p:nvSpPr>
          <p:spPr bwMode="auto">
            <a:xfrm rot="16200000" flipV="1">
              <a:off x="4983" y="2203"/>
              <a:ext cx="530" cy="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lg" len="lg"/>
              <a:tailEnd type="oval" w="lg" len="lg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213" name="Line 56"/>
            <p:cNvSpPr>
              <a:spLocks noChangeAspect="1" noChangeShapeType="1"/>
            </p:cNvSpPr>
            <p:nvPr/>
          </p:nvSpPr>
          <p:spPr bwMode="auto">
            <a:xfrm rot="-2824836">
              <a:off x="4652" y="2700"/>
              <a:ext cx="723" cy="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lg" len="lg"/>
              <a:tailEnd type="none" w="lg" len="lg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57" name="Slide Number Placeholder 5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94BF74-4D1E-471C-8549-12F0AD34FC1A}" type="slidenum">
              <a:rPr lang="en-US" altLang="zh-CN" smtClean="0"/>
              <a:pPr/>
              <a:t>7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2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5621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2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" dur="500"/>
                                        <p:tgtEl>
                                          <p:spTgt spid="5621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2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5621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2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5622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2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5621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2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5622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2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5621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62179" grpId="0" autoUpdateAnimBg="0"/>
      <p:bldP spid="562180" grpId="0" animBg="1"/>
      <p:bldP spid="562181" grpId="0" animBg="1"/>
      <p:bldP spid="562182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152400"/>
            <a:ext cx="8686800" cy="838200"/>
          </a:xfrm>
        </p:spPr>
        <p:txBody>
          <a:bodyPr/>
          <a:lstStyle/>
          <a:p>
            <a:pPr eaLnBrk="1" hangingPunct="1"/>
            <a:r>
              <a:rPr lang="en-US" altLang="zh-CN" smtClean="0">
                <a:latin typeface="Times New Roman" pitchFamily="18" charset="0"/>
                <a:ea typeface="宋体" charset="-122"/>
              </a:rPr>
              <a:t>Tree Terminology</a:t>
            </a:r>
          </a:p>
        </p:txBody>
      </p:sp>
      <p:sp>
        <p:nvSpPr>
          <p:cNvPr id="56320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8600" y="1524000"/>
            <a:ext cx="8686800" cy="4978400"/>
          </a:xfrm>
        </p:spPr>
        <p:txBody>
          <a:bodyPr/>
          <a:lstStyle/>
          <a:p>
            <a:pPr eaLnBrk="1" hangingPunct="1"/>
            <a:r>
              <a:rPr lang="en-US" altLang="zh-CN" sz="3600" smtClean="0">
                <a:latin typeface="Times New Roman" pitchFamily="18" charset="0"/>
                <a:ea typeface="宋体" charset="-122"/>
              </a:rPr>
              <a:t>If </a:t>
            </a:r>
            <a:r>
              <a:rPr lang="en-US" altLang="zh-CN" sz="3600" i="1" smtClean="0">
                <a:latin typeface="Times New Roman" pitchFamily="18" charset="0"/>
                <a:ea typeface="宋体" charset="-122"/>
              </a:rPr>
              <a:t>v</a:t>
            </a:r>
            <a:r>
              <a:rPr lang="en-US" altLang="zh-CN" sz="3600" smtClean="0">
                <a:latin typeface="Times New Roman" pitchFamily="18" charset="0"/>
                <a:ea typeface="宋体" charset="-122"/>
              </a:rPr>
              <a:t> is a vertex of tree </a:t>
            </a:r>
            <a:r>
              <a:rPr lang="en-US" altLang="zh-CN" sz="3600" i="1" smtClean="0">
                <a:latin typeface="Times New Roman" pitchFamily="18" charset="0"/>
                <a:ea typeface="宋体" charset="-122"/>
              </a:rPr>
              <a:t>T</a:t>
            </a:r>
            <a:r>
              <a:rPr lang="en-US" altLang="zh-CN" sz="3600" smtClean="0">
                <a:latin typeface="Times New Roman" pitchFamily="18" charset="0"/>
                <a:ea typeface="宋体" charset="-122"/>
              </a:rPr>
              <a:t> other than the root, the </a:t>
            </a:r>
            <a:r>
              <a:rPr lang="en-US" altLang="zh-CN" sz="3600" i="1" smtClean="0">
                <a:solidFill>
                  <a:schemeClr val="tx2"/>
                </a:solidFill>
                <a:latin typeface="Times New Roman" pitchFamily="18" charset="0"/>
                <a:ea typeface="宋体" charset="-122"/>
              </a:rPr>
              <a:t>parent</a:t>
            </a:r>
            <a:r>
              <a:rPr lang="en-US" altLang="zh-CN" sz="3600" smtClean="0">
                <a:latin typeface="Times New Roman" pitchFamily="18" charset="0"/>
                <a:ea typeface="宋体" charset="-122"/>
              </a:rPr>
              <a:t> of </a:t>
            </a:r>
            <a:r>
              <a:rPr lang="en-US" altLang="zh-CN" sz="3600" i="1" smtClean="0">
                <a:latin typeface="Times New Roman" pitchFamily="18" charset="0"/>
                <a:ea typeface="宋体" charset="-122"/>
              </a:rPr>
              <a:t>v</a:t>
            </a:r>
            <a:r>
              <a:rPr lang="en-US" altLang="zh-CN" sz="3600" smtClean="0">
                <a:latin typeface="Times New Roman" pitchFamily="18" charset="0"/>
                <a:ea typeface="宋体" charset="-122"/>
              </a:rPr>
              <a:t> is the unique vertex </a:t>
            </a:r>
            <a:r>
              <a:rPr lang="en-US" altLang="zh-CN" sz="3600" i="1" smtClean="0">
                <a:latin typeface="Times New Roman" pitchFamily="18" charset="0"/>
                <a:ea typeface="宋体" charset="-122"/>
              </a:rPr>
              <a:t>u</a:t>
            </a:r>
            <a:r>
              <a:rPr lang="en-US" altLang="zh-CN" sz="3600" smtClean="0">
                <a:latin typeface="Times New Roman" pitchFamily="18" charset="0"/>
                <a:ea typeface="宋体" charset="-122"/>
              </a:rPr>
              <a:t> such that there is a directed edge from </a:t>
            </a:r>
            <a:r>
              <a:rPr lang="en-US" altLang="zh-CN" sz="3600" i="1" smtClean="0">
                <a:latin typeface="Times New Roman" pitchFamily="18" charset="0"/>
                <a:ea typeface="宋体" charset="-122"/>
              </a:rPr>
              <a:t>u</a:t>
            </a:r>
            <a:r>
              <a:rPr lang="en-US" altLang="zh-CN" sz="3600" smtClean="0">
                <a:latin typeface="Times New Roman" pitchFamily="18" charset="0"/>
                <a:ea typeface="宋体" charset="-122"/>
              </a:rPr>
              <a:t> to </a:t>
            </a:r>
            <a:r>
              <a:rPr lang="en-US" altLang="zh-CN" sz="3600" i="1" smtClean="0">
                <a:latin typeface="Times New Roman" pitchFamily="18" charset="0"/>
                <a:ea typeface="宋体" charset="-122"/>
              </a:rPr>
              <a:t>v</a:t>
            </a:r>
            <a:r>
              <a:rPr lang="en-US" altLang="zh-CN" sz="3600" smtClean="0">
                <a:latin typeface="Times New Roman" pitchFamily="18" charset="0"/>
                <a:ea typeface="宋体" charset="-122"/>
              </a:rPr>
              <a:t>.</a:t>
            </a:r>
          </a:p>
          <a:p>
            <a:pPr eaLnBrk="1" hangingPunct="1"/>
            <a:r>
              <a:rPr lang="en-US" altLang="zh-CN" sz="3600" smtClean="0">
                <a:latin typeface="Times New Roman" pitchFamily="18" charset="0"/>
                <a:ea typeface="宋体" charset="-122"/>
              </a:rPr>
              <a:t>When </a:t>
            </a:r>
            <a:r>
              <a:rPr lang="en-US" altLang="zh-CN" sz="3600" i="1" smtClean="0">
                <a:latin typeface="Times New Roman" pitchFamily="18" charset="0"/>
                <a:ea typeface="宋体" charset="-122"/>
              </a:rPr>
              <a:t>u</a:t>
            </a:r>
            <a:r>
              <a:rPr lang="en-US" altLang="zh-CN" sz="3600" smtClean="0">
                <a:latin typeface="Times New Roman" pitchFamily="18" charset="0"/>
                <a:ea typeface="宋体" charset="-122"/>
              </a:rPr>
              <a:t> is the parent of </a:t>
            </a:r>
            <a:r>
              <a:rPr lang="en-US" altLang="zh-CN" sz="3600" i="1" smtClean="0">
                <a:latin typeface="Times New Roman" pitchFamily="18" charset="0"/>
                <a:ea typeface="宋体" charset="-122"/>
              </a:rPr>
              <a:t>v</a:t>
            </a:r>
            <a:r>
              <a:rPr lang="en-US" altLang="zh-CN" sz="3600" smtClean="0">
                <a:latin typeface="Times New Roman" pitchFamily="18" charset="0"/>
                <a:ea typeface="宋体" charset="-122"/>
              </a:rPr>
              <a:t>, </a:t>
            </a:r>
            <a:r>
              <a:rPr lang="en-US" altLang="zh-CN" sz="3600" i="1" smtClean="0">
                <a:latin typeface="Times New Roman" pitchFamily="18" charset="0"/>
                <a:ea typeface="宋体" charset="-122"/>
              </a:rPr>
              <a:t>v</a:t>
            </a:r>
            <a:r>
              <a:rPr lang="en-US" altLang="zh-CN" sz="3600" smtClean="0">
                <a:latin typeface="Times New Roman" pitchFamily="18" charset="0"/>
                <a:ea typeface="宋体" charset="-122"/>
              </a:rPr>
              <a:t> is called the </a:t>
            </a:r>
            <a:r>
              <a:rPr lang="en-US" altLang="zh-CN" sz="3600" i="1" smtClean="0">
                <a:solidFill>
                  <a:schemeClr val="tx2"/>
                </a:solidFill>
                <a:latin typeface="Times New Roman" pitchFamily="18" charset="0"/>
                <a:ea typeface="宋体" charset="-122"/>
              </a:rPr>
              <a:t>child</a:t>
            </a:r>
            <a:r>
              <a:rPr lang="en-US" altLang="zh-CN" sz="3600" smtClean="0">
                <a:latin typeface="Times New Roman" pitchFamily="18" charset="0"/>
                <a:ea typeface="宋体" charset="-122"/>
              </a:rPr>
              <a:t> of </a:t>
            </a:r>
            <a:r>
              <a:rPr lang="en-US" altLang="zh-CN" sz="3600" i="1" smtClean="0">
                <a:latin typeface="Times New Roman" pitchFamily="18" charset="0"/>
                <a:ea typeface="宋体" charset="-122"/>
              </a:rPr>
              <a:t>u</a:t>
            </a:r>
            <a:r>
              <a:rPr lang="en-US" altLang="zh-CN" sz="3600" smtClean="0">
                <a:latin typeface="Times New Roman" pitchFamily="18" charset="0"/>
                <a:ea typeface="宋体" charset="-122"/>
              </a:rPr>
              <a:t>.</a:t>
            </a:r>
          </a:p>
          <a:p>
            <a:pPr eaLnBrk="1" hangingPunct="1"/>
            <a:r>
              <a:rPr lang="en-US" altLang="zh-CN" sz="3600" smtClean="0">
                <a:latin typeface="Times New Roman" pitchFamily="18" charset="0"/>
                <a:ea typeface="宋体" charset="-122"/>
              </a:rPr>
              <a:t>If two vertices share the same parent, then they are called </a:t>
            </a:r>
            <a:r>
              <a:rPr lang="en-US" altLang="zh-CN" sz="3600" i="1" smtClean="0">
                <a:solidFill>
                  <a:schemeClr val="tx2"/>
                </a:solidFill>
                <a:latin typeface="Times New Roman" pitchFamily="18" charset="0"/>
                <a:ea typeface="宋体" charset="-122"/>
              </a:rPr>
              <a:t>siblings</a:t>
            </a:r>
            <a:r>
              <a:rPr lang="en-US" altLang="zh-CN" sz="3600" smtClean="0">
                <a:latin typeface="Times New Roman" pitchFamily="18" charset="0"/>
                <a:ea typeface="宋体" charset="-122"/>
              </a:rPr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B66DE-703E-461C-82AF-C942A54373C1}" type="slidenum">
              <a:rPr lang="en-US" altLang="zh-CN" smtClean="0"/>
              <a:pPr/>
              <a:t>8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632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632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632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632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632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632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63203" grpId="0" build="p" autoUpdateAnimBg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52400"/>
            <a:ext cx="8229600" cy="838200"/>
          </a:xfrm>
        </p:spPr>
        <p:txBody>
          <a:bodyPr/>
          <a:lstStyle/>
          <a:p>
            <a:pPr eaLnBrk="1" hangingPunct="1"/>
            <a:r>
              <a:rPr lang="en-US" altLang="zh-CN" smtClean="0">
                <a:latin typeface="Times New Roman" pitchFamily="18" charset="0"/>
                <a:ea typeface="宋体" charset="-122"/>
              </a:rPr>
              <a:t>Example</a:t>
            </a:r>
          </a:p>
        </p:txBody>
      </p:sp>
      <p:grpSp>
        <p:nvGrpSpPr>
          <p:cNvPr id="10243" name="Group 3"/>
          <p:cNvGrpSpPr>
            <a:grpSpLocks/>
          </p:cNvGrpSpPr>
          <p:nvPr/>
        </p:nvGrpSpPr>
        <p:grpSpPr bwMode="auto">
          <a:xfrm>
            <a:off x="2097088" y="2014538"/>
            <a:ext cx="5502275" cy="3921125"/>
            <a:chOff x="1142" y="1130"/>
            <a:chExt cx="3466" cy="2470"/>
          </a:xfrm>
        </p:grpSpPr>
        <p:sp>
          <p:nvSpPr>
            <p:cNvPr id="10246" name="Oval 4"/>
            <p:cNvSpPr>
              <a:spLocks noChangeArrowheads="1"/>
            </p:cNvSpPr>
            <p:nvPr/>
          </p:nvSpPr>
          <p:spPr bwMode="auto">
            <a:xfrm>
              <a:off x="2592" y="1248"/>
              <a:ext cx="240" cy="240"/>
            </a:xfrm>
            <a:prstGeom prst="ellipse">
              <a:avLst/>
            </a:prstGeom>
            <a:solidFill>
              <a:schemeClr val="accent1"/>
            </a:solidFill>
            <a:ln w="222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>
                <a:ea typeface="宋体" charset="-122"/>
              </a:endParaRPr>
            </a:p>
          </p:txBody>
        </p:sp>
        <p:sp>
          <p:nvSpPr>
            <p:cNvPr id="10247" name="Oval 5"/>
            <p:cNvSpPr>
              <a:spLocks noChangeArrowheads="1"/>
            </p:cNvSpPr>
            <p:nvPr/>
          </p:nvSpPr>
          <p:spPr bwMode="auto">
            <a:xfrm>
              <a:off x="1824" y="1872"/>
              <a:ext cx="240" cy="240"/>
            </a:xfrm>
            <a:prstGeom prst="ellipse">
              <a:avLst/>
            </a:prstGeom>
            <a:solidFill>
              <a:schemeClr val="accent1"/>
            </a:solidFill>
            <a:ln w="222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>
                <a:ea typeface="宋体" charset="-122"/>
              </a:endParaRPr>
            </a:p>
          </p:txBody>
        </p:sp>
        <p:sp>
          <p:nvSpPr>
            <p:cNvPr id="10248" name="Oval 6"/>
            <p:cNvSpPr>
              <a:spLocks noChangeArrowheads="1"/>
            </p:cNvSpPr>
            <p:nvPr/>
          </p:nvSpPr>
          <p:spPr bwMode="auto">
            <a:xfrm>
              <a:off x="2592" y="1872"/>
              <a:ext cx="240" cy="240"/>
            </a:xfrm>
            <a:prstGeom prst="ellipse">
              <a:avLst/>
            </a:prstGeom>
            <a:solidFill>
              <a:schemeClr val="accent1"/>
            </a:solidFill>
            <a:ln w="222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>
                <a:ea typeface="宋体" charset="-122"/>
              </a:endParaRPr>
            </a:p>
          </p:txBody>
        </p:sp>
        <p:sp>
          <p:nvSpPr>
            <p:cNvPr id="10249" name="Oval 7"/>
            <p:cNvSpPr>
              <a:spLocks noChangeArrowheads="1"/>
            </p:cNvSpPr>
            <p:nvPr/>
          </p:nvSpPr>
          <p:spPr bwMode="auto">
            <a:xfrm>
              <a:off x="3408" y="1872"/>
              <a:ext cx="240" cy="240"/>
            </a:xfrm>
            <a:prstGeom prst="ellipse">
              <a:avLst/>
            </a:prstGeom>
            <a:solidFill>
              <a:schemeClr val="accent1"/>
            </a:solidFill>
            <a:ln w="222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>
                <a:ea typeface="宋体" charset="-122"/>
              </a:endParaRPr>
            </a:p>
          </p:txBody>
        </p:sp>
        <p:sp>
          <p:nvSpPr>
            <p:cNvPr id="10250" name="Oval 8"/>
            <p:cNvSpPr>
              <a:spLocks noChangeArrowheads="1"/>
            </p:cNvSpPr>
            <p:nvPr/>
          </p:nvSpPr>
          <p:spPr bwMode="auto">
            <a:xfrm>
              <a:off x="1824" y="2592"/>
              <a:ext cx="240" cy="240"/>
            </a:xfrm>
            <a:prstGeom prst="ellipse">
              <a:avLst/>
            </a:prstGeom>
            <a:solidFill>
              <a:schemeClr val="accent1"/>
            </a:solidFill>
            <a:ln w="222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>
                <a:ea typeface="宋体" charset="-122"/>
              </a:endParaRPr>
            </a:p>
          </p:txBody>
        </p:sp>
        <p:sp>
          <p:nvSpPr>
            <p:cNvPr id="10251" name="Oval 9"/>
            <p:cNvSpPr>
              <a:spLocks noChangeArrowheads="1"/>
            </p:cNvSpPr>
            <p:nvPr/>
          </p:nvSpPr>
          <p:spPr bwMode="auto">
            <a:xfrm>
              <a:off x="1488" y="3360"/>
              <a:ext cx="240" cy="240"/>
            </a:xfrm>
            <a:prstGeom prst="ellipse">
              <a:avLst/>
            </a:prstGeom>
            <a:solidFill>
              <a:schemeClr val="accent1"/>
            </a:solidFill>
            <a:ln w="222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>
                <a:ea typeface="宋体" charset="-122"/>
              </a:endParaRPr>
            </a:p>
          </p:txBody>
        </p:sp>
        <p:sp>
          <p:nvSpPr>
            <p:cNvPr id="10252" name="Oval 10"/>
            <p:cNvSpPr>
              <a:spLocks noChangeArrowheads="1"/>
            </p:cNvSpPr>
            <p:nvPr/>
          </p:nvSpPr>
          <p:spPr bwMode="auto">
            <a:xfrm>
              <a:off x="2064" y="3360"/>
              <a:ext cx="240" cy="240"/>
            </a:xfrm>
            <a:prstGeom prst="ellipse">
              <a:avLst/>
            </a:prstGeom>
            <a:solidFill>
              <a:schemeClr val="accent1"/>
            </a:solidFill>
            <a:ln w="222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>
                <a:ea typeface="宋体" charset="-122"/>
              </a:endParaRPr>
            </a:p>
          </p:txBody>
        </p:sp>
        <p:sp>
          <p:nvSpPr>
            <p:cNvPr id="10253" name="Oval 11"/>
            <p:cNvSpPr>
              <a:spLocks noChangeArrowheads="1"/>
            </p:cNvSpPr>
            <p:nvPr/>
          </p:nvSpPr>
          <p:spPr bwMode="auto">
            <a:xfrm>
              <a:off x="2832" y="2640"/>
              <a:ext cx="240" cy="240"/>
            </a:xfrm>
            <a:prstGeom prst="ellipse">
              <a:avLst/>
            </a:prstGeom>
            <a:solidFill>
              <a:schemeClr val="accent1"/>
            </a:solidFill>
            <a:ln w="222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>
                <a:ea typeface="宋体" charset="-122"/>
              </a:endParaRPr>
            </a:p>
          </p:txBody>
        </p:sp>
        <p:sp>
          <p:nvSpPr>
            <p:cNvPr id="10254" name="Oval 12"/>
            <p:cNvSpPr>
              <a:spLocks noChangeArrowheads="1"/>
            </p:cNvSpPr>
            <p:nvPr/>
          </p:nvSpPr>
          <p:spPr bwMode="auto">
            <a:xfrm>
              <a:off x="3408" y="2640"/>
              <a:ext cx="240" cy="240"/>
            </a:xfrm>
            <a:prstGeom prst="ellipse">
              <a:avLst/>
            </a:prstGeom>
            <a:solidFill>
              <a:schemeClr val="accent1"/>
            </a:solidFill>
            <a:ln w="222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>
                <a:ea typeface="宋体" charset="-122"/>
              </a:endParaRPr>
            </a:p>
          </p:txBody>
        </p:sp>
        <p:sp>
          <p:nvSpPr>
            <p:cNvPr id="10255" name="Oval 13"/>
            <p:cNvSpPr>
              <a:spLocks noChangeArrowheads="1"/>
            </p:cNvSpPr>
            <p:nvPr/>
          </p:nvSpPr>
          <p:spPr bwMode="auto">
            <a:xfrm>
              <a:off x="4032" y="2640"/>
              <a:ext cx="240" cy="240"/>
            </a:xfrm>
            <a:prstGeom prst="ellipse">
              <a:avLst/>
            </a:prstGeom>
            <a:solidFill>
              <a:schemeClr val="accent1"/>
            </a:solidFill>
            <a:ln w="222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>
                <a:ea typeface="宋体" charset="-122"/>
              </a:endParaRPr>
            </a:p>
          </p:txBody>
        </p:sp>
        <p:sp>
          <p:nvSpPr>
            <p:cNvPr id="10256" name="Oval 14"/>
            <p:cNvSpPr>
              <a:spLocks noChangeArrowheads="1"/>
            </p:cNvSpPr>
            <p:nvPr/>
          </p:nvSpPr>
          <p:spPr bwMode="auto">
            <a:xfrm>
              <a:off x="2832" y="3360"/>
              <a:ext cx="240" cy="240"/>
            </a:xfrm>
            <a:prstGeom prst="ellipse">
              <a:avLst/>
            </a:prstGeom>
            <a:solidFill>
              <a:schemeClr val="accent1"/>
            </a:solidFill>
            <a:ln w="222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>
                <a:ea typeface="宋体" charset="-122"/>
              </a:endParaRPr>
            </a:p>
          </p:txBody>
        </p:sp>
        <p:sp>
          <p:nvSpPr>
            <p:cNvPr id="10257" name="Oval 15"/>
            <p:cNvSpPr>
              <a:spLocks noChangeArrowheads="1"/>
            </p:cNvSpPr>
            <p:nvPr/>
          </p:nvSpPr>
          <p:spPr bwMode="auto">
            <a:xfrm>
              <a:off x="4368" y="3360"/>
              <a:ext cx="240" cy="240"/>
            </a:xfrm>
            <a:prstGeom prst="ellipse">
              <a:avLst/>
            </a:prstGeom>
            <a:solidFill>
              <a:schemeClr val="accent1"/>
            </a:solidFill>
            <a:ln w="222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>
                <a:ea typeface="宋体" charset="-122"/>
              </a:endParaRPr>
            </a:p>
          </p:txBody>
        </p:sp>
        <p:sp>
          <p:nvSpPr>
            <p:cNvPr id="10258" name="Oval 16"/>
            <p:cNvSpPr>
              <a:spLocks noChangeArrowheads="1"/>
            </p:cNvSpPr>
            <p:nvPr/>
          </p:nvSpPr>
          <p:spPr bwMode="auto">
            <a:xfrm>
              <a:off x="3744" y="3360"/>
              <a:ext cx="240" cy="240"/>
            </a:xfrm>
            <a:prstGeom prst="ellipse">
              <a:avLst/>
            </a:prstGeom>
            <a:solidFill>
              <a:schemeClr val="accent1"/>
            </a:solidFill>
            <a:ln w="222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>
                <a:ea typeface="宋体" charset="-122"/>
              </a:endParaRPr>
            </a:p>
          </p:txBody>
        </p:sp>
        <p:cxnSp>
          <p:nvCxnSpPr>
            <p:cNvPr id="10259" name="AutoShape 17"/>
            <p:cNvCxnSpPr>
              <a:cxnSpLocks noChangeShapeType="1"/>
              <a:stCxn id="10246" idx="3"/>
              <a:endCxn id="10247" idx="7"/>
            </p:cNvCxnSpPr>
            <p:nvPr/>
          </p:nvCxnSpPr>
          <p:spPr bwMode="auto">
            <a:xfrm flipH="1">
              <a:off x="2029" y="1453"/>
              <a:ext cx="598" cy="454"/>
            </a:xfrm>
            <a:prstGeom prst="straightConnector1">
              <a:avLst/>
            </a:prstGeom>
            <a:noFill/>
            <a:ln w="22225">
              <a:solidFill>
                <a:schemeClr val="tx1"/>
              </a:solidFill>
              <a:miter lim="800000"/>
              <a:headEnd/>
              <a:tailEnd/>
            </a:ln>
            <a:effectLst/>
          </p:spPr>
        </p:cxnSp>
        <p:cxnSp>
          <p:nvCxnSpPr>
            <p:cNvPr id="10260" name="AutoShape 18"/>
            <p:cNvCxnSpPr>
              <a:cxnSpLocks noChangeShapeType="1"/>
              <a:stCxn id="10246" idx="4"/>
              <a:endCxn id="10248" idx="0"/>
            </p:cNvCxnSpPr>
            <p:nvPr/>
          </p:nvCxnSpPr>
          <p:spPr bwMode="auto">
            <a:xfrm>
              <a:off x="2712" y="1488"/>
              <a:ext cx="0" cy="384"/>
            </a:xfrm>
            <a:prstGeom prst="straightConnector1">
              <a:avLst/>
            </a:prstGeom>
            <a:noFill/>
            <a:ln w="22225">
              <a:solidFill>
                <a:schemeClr val="tx1"/>
              </a:solidFill>
              <a:miter lim="800000"/>
              <a:headEnd/>
              <a:tailEnd/>
            </a:ln>
            <a:effectLst/>
          </p:spPr>
        </p:cxnSp>
        <p:cxnSp>
          <p:nvCxnSpPr>
            <p:cNvPr id="10261" name="AutoShape 19"/>
            <p:cNvCxnSpPr>
              <a:cxnSpLocks noChangeShapeType="1"/>
              <a:stCxn id="10246" idx="5"/>
              <a:endCxn id="10249" idx="1"/>
            </p:cNvCxnSpPr>
            <p:nvPr/>
          </p:nvCxnSpPr>
          <p:spPr bwMode="auto">
            <a:xfrm>
              <a:off x="2797" y="1453"/>
              <a:ext cx="646" cy="454"/>
            </a:xfrm>
            <a:prstGeom prst="straightConnector1">
              <a:avLst/>
            </a:prstGeom>
            <a:noFill/>
            <a:ln w="22225">
              <a:solidFill>
                <a:schemeClr val="tx1"/>
              </a:solidFill>
              <a:miter lim="800000"/>
              <a:headEnd/>
              <a:tailEnd/>
            </a:ln>
            <a:effectLst/>
          </p:spPr>
        </p:cxnSp>
        <p:cxnSp>
          <p:nvCxnSpPr>
            <p:cNvPr id="10262" name="AutoShape 20"/>
            <p:cNvCxnSpPr>
              <a:cxnSpLocks noChangeShapeType="1"/>
              <a:stCxn id="10247" idx="4"/>
              <a:endCxn id="10250" idx="0"/>
            </p:cNvCxnSpPr>
            <p:nvPr/>
          </p:nvCxnSpPr>
          <p:spPr bwMode="auto">
            <a:xfrm>
              <a:off x="1944" y="2112"/>
              <a:ext cx="0" cy="480"/>
            </a:xfrm>
            <a:prstGeom prst="straightConnector1">
              <a:avLst/>
            </a:prstGeom>
            <a:noFill/>
            <a:ln w="22225">
              <a:solidFill>
                <a:schemeClr val="tx1"/>
              </a:solidFill>
              <a:miter lim="800000"/>
              <a:headEnd/>
              <a:tailEnd/>
            </a:ln>
            <a:effectLst/>
          </p:spPr>
        </p:cxnSp>
        <p:cxnSp>
          <p:nvCxnSpPr>
            <p:cNvPr id="10263" name="AutoShape 21"/>
            <p:cNvCxnSpPr>
              <a:cxnSpLocks noChangeShapeType="1"/>
              <a:stCxn id="10249" idx="4"/>
              <a:endCxn id="10253" idx="0"/>
            </p:cNvCxnSpPr>
            <p:nvPr/>
          </p:nvCxnSpPr>
          <p:spPr bwMode="auto">
            <a:xfrm flipH="1">
              <a:off x="2952" y="2112"/>
              <a:ext cx="576" cy="528"/>
            </a:xfrm>
            <a:prstGeom prst="straightConnector1">
              <a:avLst/>
            </a:prstGeom>
            <a:noFill/>
            <a:ln w="22225">
              <a:solidFill>
                <a:schemeClr val="tx1"/>
              </a:solidFill>
              <a:miter lim="800000"/>
              <a:headEnd/>
              <a:tailEnd/>
            </a:ln>
            <a:effectLst/>
          </p:spPr>
        </p:cxnSp>
        <p:cxnSp>
          <p:nvCxnSpPr>
            <p:cNvPr id="10264" name="AutoShape 22"/>
            <p:cNvCxnSpPr>
              <a:cxnSpLocks noChangeShapeType="1"/>
              <a:stCxn id="10249" idx="4"/>
              <a:endCxn id="10254" idx="0"/>
            </p:cNvCxnSpPr>
            <p:nvPr/>
          </p:nvCxnSpPr>
          <p:spPr bwMode="auto">
            <a:xfrm>
              <a:off x="3528" y="2112"/>
              <a:ext cx="0" cy="528"/>
            </a:xfrm>
            <a:prstGeom prst="straightConnector1">
              <a:avLst/>
            </a:prstGeom>
            <a:noFill/>
            <a:ln w="22225">
              <a:solidFill>
                <a:schemeClr val="tx1"/>
              </a:solidFill>
              <a:miter lim="800000"/>
              <a:headEnd/>
              <a:tailEnd/>
            </a:ln>
            <a:effectLst/>
          </p:spPr>
        </p:cxnSp>
        <p:cxnSp>
          <p:nvCxnSpPr>
            <p:cNvPr id="10265" name="AutoShape 23"/>
            <p:cNvCxnSpPr>
              <a:cxnSpLocks noChangeShapeType="1"/>
              <a:stCxn id="10249" idx="4"/>
              <a:endCxn id="10255" idx="0"/>
            </p:cNvCxnSpPr>
            <p:nvPr/>
          </p:nvCxnSpPr>
          <p:spPr bwMode="auto">
            <a:xfrm>
              <a:off x="3528" y="2112"/>
              <a:ext cx="624" cy="528"/>
            </a:xfrm>
            <a:prstGeom prst="straightConnector1">
              <a:avLst/>
            </a:prstGeom>
            <a:noFill/>
            <a:ln w="22225">
              <a:solidFill>
                <a:schemeClr val="tx1"/>
              </a:solidFill>
              <a:miter lim="800000"/>
              <a:headEnd/>
              <a:tailEnd/>
            </a:ln>
            <a:effectLst/>
          </p:spPr>
        </p:cxnSp>
        <p:cxnSp>
          <p:nvCxnSpPr>
            <p:cNvPr id="10266" name="AutoShape 24"/>
            <p:cNvCxnSpPr>
              <a:cxnSpLocks noChangeShapeType="1"/>
              <a:stCxn id="10250" idx="4"/>
              <a:endCxn id="10251" idx="0"/>
            </p:cNvCxnSpPr>
            <p:nvPr/>
          </p:nvCxnSpPr>
          <p:spPr bwMode="auto">
            <a:xfrm flipH="1">
              <a:off x="1608" y="2832"/>
              <a:ext cx="336" cy="528"/>
            </a:xfrm>
            <a:prstGeom prst="straightConnector1">
              <a:avLst/>
            </a:prstGeom>
            <a:noFill/>
            <a:ln w="22225">
              <a:solidFill>
                <a:schemeClr val="tx1"/>
              </a:solidFill>
              <a:miter lim="800000"/>
              <a:headEnd/>
              <a:tailEnd/>
            </a:ln>
            <a:effectLst/>
          </p:spPr>
        </p:cxnSp>
        <p:cxnSp>
          <p:nvCxnSpPr>
            <p:cNvPr id="10267" name="AutoShape 25"/>
            <p:cNvCxnSpPr>
              <a:cxnSpLocks noChangeShapeType="1"/>
              <a:stCxn id="10250" idx="4"/>
              <a:endCxn id="10252" idx="0"/>
            </p:cNvCxnSpPr>
            <p:nvPr/>
          </p:nvCxnSpPr>
          <p:spPr bwMode="auto">
            <a:xfrm>
              <a:off x="1944" y="2832"/>
              <a:ext cx="240" cy="528"/>
            </a:xfrm>
            <a:prstGeom prst="straightConnector1">
              <a:avLst/>
            </a:prstGeom>
            <a:noFill/>
            <a:ln w="22225">
              <a:solidFill>
                <a:schemeClr val="tx1"/>
              </a:solidFill>
              <a:miter lim="800000"/>
              <a:headEnd/>
              <a:tailEnd/>
            </a:ln>
            <a:effectLst/>
          </p:spPr>
        </p:cxnSp>
        <p:cxnSp>
          <p:nvCxnSpPr>
            <p:cNvPr id="10268" name="AutoShape 26"/>
            <p:cNvCxnSpPr>
              <a:cxnSpLocks noChangeShapeType="1"/>
              <a:stCxn id="10253" idx="4"/>
              <a:endCxn id="10256" idx="0"/>
            </p:cNvCxnSpPr>
            <p:nvPr/>
          </p:nvCxnSpPr>
          <p:spPr bwMode="auto">
            <a:xfrm>
              <a:off x="2952" y="2880"/>
              <a:ext cx="0" cy="480"/>
            </a:xfrm>
            <a:prstGeom prst="straightConnector1">
              <a:avLst/>
            </a:prstGeom>
            <a:noFill/>
            <a:ln w="22225">
              <a:solidFill>
                <a:schemeClr val="tx1"/>
              </a:solidFill>
              <a:miter lim="800000"/>
              <a:headEnd/>
              <a:tailEnd/>
            </a:ln>
            <a:effectLst/>
          </p:spPr>
        </p:cxnSp>
        <p:cxnSp>
          <p:nvCxnSpPr>
            <p:cNvPr id="10269" name="AutoShape 27"/>
            <p:cNvCxnSpPr>
              <a:cxnSpLocks noChangeShapeType="1"/>
              <a:stCxn id="10255" idx="4"/>
              <a:endCxn id="10258" idx="0"/>
            </p:cNvCxnSpPr>
            <p:nvPr/>
          </p:nvCxnSpPr>
          <p:spPr bwMode="auto">
            <a:xfrm flipH="1">
              <a:off x="3864" y="2880"/>
              <a:ext cx="288" cy="480"/>
            </a:xfrm>
            <a:prstGeom prst="straightConnector1">
              <a:avLst/>
            </a:prstGeom>
            <a:noFill/>
            <a:ln w="22225">
              <a:solidFill>
                <a:schemeClr val="tx1"/>
              </a:solidFill>
              <a:miter lim="800000"/>
              <a:headEnd/>
              <a:tailEnd/>
            </a:ln>
            <a:effectLst/>
          </p:spPr>
        </p:cxnSp>
        <p:cxnSp>
          <p:nvCxnSpPr>
            <p:cNvPr id="10270" name="AutoShape 28"/>
            <p:cNvCxnSpPr>
              <a:cxnSpLocks noChangeShapeType="1"/>
              <a:stCxn id="10255" idx="4"/>
              <a:endCxn id="10257" idx="0"/>
            </p:cNvCxnSpPr>
            <p:nvPr/>
          </p:nvCxnSpPr>
          <p:spPr bwMode="auto">
            <a:xfrm>
              <a:off x="4152" y="2880"/>
              <a:ext cx="336" cy="480"/>
            </a:xfrm>
            <a:prstGeom prst="straightConnector1">
              <a:avLst/>
            </a:prstGeom>
            <a:noFill/>
            <a:ln w="22225">
              <a:solidFill>
                <a:schemeClr val="tx1"/>
              </a:solidFill>
              <a:miter lim="800000"/>
              <a:headEnd/>
              <a:tailEnd/>
            </a:ln>
            <a:effectLst/>
          </p:spPr>
        </p:cxnSp>
        <p:sp>
          <p:nvSpPr>
            <p:cNvPr id="10271" name="Text Box 29"/>
            <p:cNvSpPr txBox="1">
              <a:spLocks noChangeArrowheads="1"/>
            </p:cNvSpPr>
            <p:nvPr/>
          </p:nvSpPr>
          <p:spPr bwMode="auto">
            <a:xfrm>
              <a:off x="1142" y="1130"/>
              <a:ext cx="3283" cy="2358"/>
            </a:xfrm>
            <a:prstGeom prst="rect">
              <a:avLst/>
            </a:prstGeom>
            <a:noFill/>
            <a:ln w="222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sz="2400" i="1">
                  <a:latin typeface="Times New Roman" pitchFamily="18" charset="0"/>
                  <a:ea typeface="宋体" charset="-122"/>
                </a:rPr>
                <a:t>                         a</a:t>
              </a:r>
            </a:p>
            <a:p>
              <a:r>
                <a:rPr lang="en-US" altLang="zh-CN" sz="2400" i="1">
                  <a:latin typeface="Times New Roman" pitchFamily="18" charset="0"/>
                  <a:ea typeface="宋体" charset="-122"/>
                </a:rPr>
                <a:t> </a:t>
              </a:r>
            </a:p>
            <a:p>
              <a:endParaRPr lang="en-US" altLang="zh-CN" sz="2400" i="1">
                <a:latin typeface="Times New Roman" pitchFamily="18" charset="0"/>
                <a:ea typeface="宋体" charset="-122"/>
              </a:endParaRPr>
            </a:p>
            <a:p>
              <a:r>
                <a:rPr lang="en-US" altLang="zh-CN" sz="2400" i="1">
                  <a:latin typeface="Times New Roman" pitchFamily="18" charset="0"/>
                  <a:ea typeface="宋体" charset="-122"/>
                </a:rPr>
                <a:t>          b               c              d </a:t>
              </a:r>
            </a:p>
            <a:p>
              <a:endParaRPr lang="en-US" altLang="zh-CN" sz="2400" i="1">
                <a:latin typeface="Times New Roman" pitchFamily="18" charset="0"/>
                <a:ea typeface="宋体" charset="-122"/>
              </a:endParaRPr>
            </a:p>
            <a:p>
              <a:endParaRPr lang="en-US" altLang="zh-CN" sz="2400" i="1">
                <a:latin typeface="Times New Roman" pitchFamily="18" charset="0"/>
                <a:ea typeface="宋体" charset="-122"/>
              </a:endParaRPr>
            </a:p>
            <a:p>
              <a:r>
                <a:rPr lang="en-US" altLang="zh-CN" sz="2400" i="1">
                  <a:latin typeface="Times New Roman" pitchFamily="18" charset="0"/>
                  <a:ea typeface="宋体" charset="-122"/>
                </a:rPr>
                <a:t>           e                   f           g           h</a:t>
              </a:r>
            </a:p>
            <a:p>
              <a:endParaRPr lang="en-US" altLang="zh-CN" sz="2400" i="1">
                <a:latin typeface="Times New Roman" pitchFamily="18" charset="0"/>
                <a:ea typeface="宋体" charset="-122"/>
              </a:endParaRPr>
            </a:p>
            <a:p>
              <a:endParaRPr lang="en-US" altLang="zh-CN" sz="2400" i="1">
                <a:latin typeface="Times New Roman" pitchFamily="18" charset="0"/>
                <a:ea typeface="宋体" charset="-122"/>
              </a:endParaRPr>
            </a:p>
            <a:p>
              <a:r>
                <a:rPr lang="en-US" altLang="zh-CN" sz="2400" i="1">
                  <a:latin typeface="Times New Roman" pitchFamily="18" charset="0"/>
                  <a:ea typeface="宋体" charset="-122"/>
                </a:rPr>
                <a:t>   i            j               k                 l           m</a:t>
              </a:r>
            </a:p>
          </p:txBody>
        </p:sp>
      </p:grpSp>
      <p:sp>
        <p:nvSpPr>
          <p:cNvPr id="564254" name="Oval 30"/>
          <p:cNvSpPr>
            <a:spLocks noChangeArrowheads="1"/>
          </p:cNvSpPr>
          <p:nvPr/>
        </p:nvSpPr>
        <p:spPr bwMode="auto">
          <a:xfrm>
            <a:off x="4397375" y="2201863"/>
            <a:ext cx="381000" cy="381000"/>
          </a:xfrm>
          <a:prstGeom prst="ellipse">
            <a:avLst/>
          </a:prstGeom>
          <a:solidFill>
            <a:schemeClr val="tx2"/>
          </a:solidFill>
          <a:ln w="9525">
            <a:solidFill>
              <a:srgbClr val="A5002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endParaRPr lang="zh-CN" altLang="zh-CN" sz="2400">
              <a:solidFill>
                <a:srgbClr val="003399"/>
              </a:solidFill>
              <a:latin typeface="Times New Roman" pitchFamily="18" charset="0"/>
              <a:ea typeface="宋体" charset="-122"/>
            </a:endParaRPr>
          </a:p>
        </p:txBody>
      </p:sp>
      <p:sp>
        <p:nvSpPr>
          <p:cNvPr id="564255" name="Text Box 31"/>
          <p:cNvSpPr txBox="1">
            <a:spLocks noChangeArrowheads="1"/>
          </p:cNvSpPr>
          <p:nvPr/>
        </p:nvSpPr>
        <p:spPr bwMode="auto">
          <a:xfrm>
            <a:off x="525463" y="2024063"/>
            <a:ext cx="974725" cy="579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 sz="3200">
                <a:solidFill>
                  <a:schemeClr val="tx2"/>
                </a:solidFill>
                <a:latin typeface="Times New Roman" pitchFamily="18" charset="0"/>
                <a:ea typeface="宋体" charset="-122"/>
              </a:rPr>
              <a:t>Root</a:t>
            </a:r>
          </a:p>
        </p:txBody>
      </p:sp>
      <p:sp>
        <p:nvSpPr>
          <p:cNvPr id="32" name="Slide Number Placeholder 3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B66DE-703E-461C-82AF-C942A54373C1}" type="slidenum">
              <a:rPr lang="en-US" altLang="zh-CN" smtClean="0"/>
              <a:pPr/>
              <a:t>9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4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6425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6425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4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3" dur="500"/>
                                        <p:tgtEl>
                                          <p:spTgt spid="5642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64254" grpId="0" animBg="1" autoUpdateAnimBg="0"/>
      <p:bldP spid="564255" grpId="0" autoUpdateAnimBg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52400"/>
            <a:ext cx="8229600" cy="838200"/>
          </a:xfrm>
        </p:spPr>
        <p:txBody>
          <a:bodyPr/>
          <a:lstStyle/>
          <a:p>
            <a:pPr eaLnBrk="1" hangingPunct="1"/>
            <a:r>
              <a:rPr lang="en-US" altLang="zh-CN" smtClean="0">
                <a:latin typeface="Times New Roman" pitchFamily="18" charset="0"/>
                <a:ea typeface="宋体" charset="-122"/>
              </a:rPr>
              <a:t>Example</a:t>
            </a:r>
          </a:p>
        </p:txBody>
      </p:sp>
      <p:grpSp>
        <p:nvGrpSpPr>
          <p:cNvPr id="11267" name="Group 3"/>
          <p:cNvGrpSpPr>
            <a:grpSpLocks/>
          </p:cNvGrpSpPr>
          <p:nvPr/>
        </p:nvGrpSpPr>
        <p:grpSpPr bwMode="auto">
          <a:xfrm>
            <a:off x="2097088" y="2014538"/>
            <a:ext cx="5502275" cy="3921125"/>
            <a:chOff x="1142" y="1130"/>
            <a:chExt cx="3466" cy="2470"/>
          </a:xfrm>
        </p:grpSpPr>
        <p:sp>
          <p:nvSpPr>
            <p:cNvPr id="11273" name="Oval 4"/>
            <p:cNvSpPr>
              <a:spLocks noChangeArrowheads="1"/>
            </p:cNvSpPr>
            <p:nvPr/>
          </p:nvSpPr>
          <p:spPr bwMode="auto">
            <a:xfrm>
              <a:off x="2592" y="1248"/>
              <a:ext cx="240" cy="240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>
                <a:ea typeface="宋体" charset="-122"/>
              </a:endParaRPr>
            </a:p>
          </p:txBody>
        </p:sp>
        <p:sp>
          <p:nvSpPr>
            <p:cNvPr id="11274" name="Oval 5"/>
            <p:cNvSpPr>
              <a:spLocks noChangeArrowheads="1"/>
            </p:cNvSpPr>
            <p:nvPr/>
          </p:nvSpPr>
          <p:spPr bwMode="auto">
            <a:xfrm>
              <a:off x="1824" y="1872"/>
              <a:ext cx="240" cy="240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>
                <a:ea typeface="宋体" charset="-122"/>
              </a:endParaRPr>
            </a:p>
          </p:txBody>
        </p:sp>
        <p:sp>
          <p:nvSpPr>
            <p:cNvPr id="11275" name="Oval 6"/>
            <p:cNvSpPr>
              <a:spLocks noChangeArrowheads="1"/>
            </p:cNvSpPr>
            <p:nvPr/>
          </p:nvSpPr>
          <p:spPr bwMode="auto">
            <a:xfrm>
              <a:off x="2592" y="1872"/>
              <a:ext cx="240" cy="240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>
                <a:ea typeface="宋体" charset="-122"/>
              </a:endParaRPr>
            </a:p>
          </p:txBody>
        </p:sp>
        <p:sp>
          <p:nvSpPr>
            <p:cNvPr id="11276" name="Oval 7"/>
            <p:cNvSpPr>
              <a:spLocks noChangeArrowheads="1"/>
            </p:cNvSpPr>
            <p:nvPr/>
          </p:nvSpPr>
          <p:spPr bwMode="auto">
            <a:xfrm>
              <a:off x="3408" y="1872"/>
              <a:ext cx="240" cy="240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>
                <a:ea typeface="宋体" charset="-122"/>
              </a:endParaRPr>
            </a:p>
          </p:txBody>
        </p:sp>
        <p:sp>
          <p:nvSpPr>
            <p:cNvPr id="11277" name="Oval 8"/>
            <p:cNvSpPr>
              <a:spLocks noChangeArrowheads="1"/>
            </p:cNvSpPr>
            <p:nvPr/>
          </p:nvSpPr>
          <p:spPr bwMode="auto">
            <a:xfrm>
              <a:off x="1824" y="2592"/>
              <a:ext cx="240" cy="240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>
                <a:ea typeface="宋体" charset="-122"/>
              </a:endParaRPr>
            </a:p>
          </p:txBody>
        </p:sp>
        <p:sp>
          <p:nvSpPr>
            <p:cNvPr id="11278" name="Oval 9"/>
            <p:cNvSpPr>
              <a:spLocks noChangeArrowheads="1"/>
            </p:cNvSpPr>
            <p:nvPr/>
          </p:nvSpPr>
          <p:spPr bwMode="auto">
            <a:xfrm>
              <a:off x="1488" y="3360"/>
              <a:ext cx="240" cy="240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>
                <a:ea typeface="宋体" charset="-122"/>
              </a:endParaRPr>
            </a:p>
          </p:txBody>
        </p:sp>
        <p:sp>
          <p:nvSpPr>
            <p:cNvPr id="11279" name="Oval 10"/>
            <p:cNvSpPr>
              <a:spLocks noChangeArrowheads="1"/>
            </p:cNvSpPr>
            <p:nvPr/>
          </p:nvSpPr>
          <p:spPr bwMode="auto">
            <a:xfrm>
              <a:off x="2064" y="3360"/>
              <a:ext cx="240" cy="240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>
                <a:ea typeface="宋体" charset="-122"/>
              </a:endParaRPr>
            </a:p>
          </p:txBody>
        </p:sp>
        <p:sp>
          <p:nvSpPr>
            <p:cNvPr id="11280" name="Oval 11"/>
            <p:cNvSpPr>
              <a:spLocks noChangeArrowheads="1"/>
            </p:cNvSpPr>
            <p:nvPr/>
          </p:nvSpPr>
          <p:spPr bwMode="auto">
            <a:xfrm>
              <a:off x="2832" y="2640"/>
              <a:ext cx="240" cy="240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>
                <a:ea typeface="宋体" charset="-122"/>
              </a:endParaRPr>
            </a:p>
          </p:txBody>
        </p:sp>
        <p:sp>
          <p:nvSpPr>
            <p:cNvPr id="11281" name="Oval 12"/>
            <p:cNvSpPr>
              <a:spLocks noChangeArrowheads="1"/>
            </p:cNvSpPr>
            <p:nvPr/>
          </p:nvSpPr>
          <p:spPr bwMode="auto">
            <a:xfrm>
              <a:off x="3408" y="2640"/>
              <a:ext cx="240" cy="240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>
                <a:ea typeface="宋体" charset="-122"/>
              </a:endParaRPr>
            </a:p>
          </p:txBody>
        </p:sp>
        <p:sp>
          <p:nvSpPr>
            <p:cNvPr id="11282" name="Oval 13"/>
            <p:cNvSpPr>
              <a:spLocks noChangeArrowheads="1"/>
            </p:cNvSpPr>
            <p:nvPr/>
          </p:nvSpPr>
          <p:spPr bwMode="auto">
            <a:xfrm>
              <a:off x="4032" y="2640"/>
              <a:ext cx="240" cy="240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>
                <a:ea typeface="宋体" charset="-122"/>
              </a:endParaRPr>
            </a:p>
          </p:txBody>
        </p:sp>
        <p:sp>
          <p:nvSpPr>
            <p:cNvPr id="11283" name="Oval 14"/>
            <p:cNvSpPr>
              <a:spLocks noChangeArrowheads="1"/>
            </p:cNvSpPr>
            <p:nvPr/>
          </p:nvSpPr>
          <p:spPr bwMode="auto">
            <a:xfrm>
              <a:off x="2832" y="3360"/>
              <a:ext cx="240" cy="240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>
                <a:ea typeface="宋体" charset="-122"/>
              </a:endParaRPr>
            </a:p>
          </p:txBody>
        </p:sp>
        <p:sp>
          <p:nvSpPr>
            <p:cNvPr id="11284" name="Oval 15"/>
            <p:cNvSpPr>
              <a:spLocks noChangeArrowheads="1"/>
            </p:cNvSpPr>
            <p:nvPr/>
          </p:nvSpPr>
          <p:spPr bwMode="auto">
            <a:xfrm>
              <a:off x="4368" y="3360"/>
              <a:ext cx="240" cy="240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>
                <a:ea typeface="宋体" charset="-122"/>
              </a:endParaRPr>
            </a:p>
          </p:txBody>
        </p:sp>
        <p:sp>
          <p:nvSpPr>
            <p:cNvPr id="11285" name="Oval 16"/>
            <p:cNvSpPr>
              <a:spLocks noChangeArrowheads="1"/>
            </p:cNvSpPr>
            <p:nvPr/>
          </p:nvSpPr>
          <p:spPr bwMode="auto">
            <a:xfrm>
              <a:off x="3744" y="3360"/>
              <a:ext cx="240" cy="240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>
                <a:ea typeface="宋体" charset="-122"/>
              </a:endParaRPr>
            </a:p>
          </p:txBody>
        </p:sp>
        <p:cxnSp>
          <p:nvCxnSpPr>
            <p:cNvPr id="11286" name="AutoShape 17"/>
            <p:cNvCxnSpPr>
              <a:cxnSpLocks noChangeShapeType="1"/>
              <a:stCxn id="11273" idx="3"/>
              <a:endCxn id="11274" idx="7"/>
            </p:cNvCxnSpPr>
            <p:nvPr/>
          </p:nvCxnSpPr>
          <p:spPr bwMode="auto">
            <a:xfrm flipH="1">
              <a:off x="2029" y="1453"/>
              <a:ext cx="598" cy="454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ffectLst/>
          </p:spPr>
        </p:cxnSp>
        <p:cxnSp>
          <p:nvCxnSpPr>
            <p:cNvPr id="11287" name="AutoShape 18"/>
            <p:cNvCxnSpPr>
              <a:cxnSpLocks noChangeShapeType="1"/>
              <a:stCxn id="11273" idx="4"/>
              <a:endCxn id="11275" idx="0"/>
            </p:cNvCxnSpPr>
            <p:nvPr/>
          </p:nvCxnSpPr>
          <p:spPr bwMode="auto">
            <a:xfrm>
              <a:off x="2712" y="1488"/>
              <a:ext cx="0" cy="384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ffectLst/>
          </p:spPr>
        </p:cxnSp>
        <p:cxnSp>
          <p:nvCxnSpPr>
            <p:cNvPr id="11288" name="AutoShape 19"/>
            <p:cNvCxnSpPr>
              <a:cxnSpLocks noChangeShapeType="1"/>
              <a:stCxn id="11273" idx="5"/>
              <a:endCxn id="11276" idx="1"/>
            </p:cNvCxnSpPr>
            <p:nvPr/>
          </p:nvCxnSpPr>
          <p:spPr bwMode="auto">
            <a:xfrm>
              <a:off x="2797" y="1453"/>
              <a:ext cx="646" cy="454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ffectLst/>
          </p:spPr>
        </p:cxnSp>
        <p:cxnSp>
          <p:nvCxnSpPr>
            <p:cNvPr id="11289" name="AutoShape 20"/>
            <p:cNvCxnSpPr>
              <a:cxnSpLocks noChangeShapeType="1"/>
              <a:stCxn id="11274" idx="4"/>
              <a:endCxn id="11277" idx="0"/>
            </p:cNvCxnSpPr>
            <p:nvPr/>
          </p:nvCxnSpPr>
          <p:spPr bwMode="auto">
            <a:xfrm>
              <a:off x="1944" y="2112"/>
              <a:ext cx="0" cy="480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ffectLst/>
          </p:spPr>
        </p:cxnSp>
        <p:cxnSp>
          <p:nvCxnSpPr>
            <p:cNvPr id="11290" name="AutoShape 21"/>
            <p:cNvCxnSpPr>
              <a:cxnSpLocks noChangeShapeType="1"/>
              <a:stCxn id="11276" idx="4"/>
              <a:endCxn id="11280" idx="0"/>
            </p:cNvCxnSpPr>
            <p:nvPr/>
          </p:nvCxnSpPr>
          <p:spPr bwMode="auto">
            <a:xfrm flipH="1">
              <a:off x="2952" y="2112"/>
              <a:ext cx="576" cy="528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ffectLst/>
          </p:spPr>
        </p:cxnSp>
        <p:cxnSp>
          <p:nvCxnSpPr>
            <p:cNvPr id="11291" name="AutoShape 22"/>
            <p:cNvCxnSpPr>
              <a:cxnSpLocks noChangeShapeType="1"/>
              <a:stCxn id="11276" idx="4"/>
              <a:endCxn id="11281" idx="0"/>
            </p:cNvCxnSpPr>
            <p:nvPr/>
          </p:nvCxnSpPr>
          <p:spPr bwMode="auto">
            <a:xfrm>
              <a:off x="3528" y="2112"/>
              <a:ext cx="0" cy="528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ffectLst/>
          </p:spPr>
        </p:cxnSp>
        <p:cxnSp>
          <p:nvCxnSpPr>
            <p:cNvPr id="11292" name="AutoShape 23"/>
            <p:cNvCxnSpPr>
              <a:cxnSpLocks noChangeShapeType="1"/>
              <a:stCxn id="11276" idx="4"/>
              <a:endCxn id="11282" idx="0"/>
            </p:cNvCxnSpPr>
            <p:nvPr/>
          </p:nvCxnSpPr>
          <p:spPr bwMode="auto">
            <a:xfrm>
              <a:off x="3528" y="2112"/>
              <a:ext cx="624" cy="528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ffectLst/>
          </p:spPr>
        </p:cxnSp>
        <p:cxnSp>
          <p:nvCxnSpPr>
            <p:cNvPr id="11293" name="AutoShape 24"/>
            <p:cNvCxnSpPr>
              <a:cxnSpLocks noChangeShapeType="1"/>
              <a:stCxn id="11277" idx="4"/>
              <a:endCxn id="11278" idx="0"/>
            </p:cNvCxnSpPr>
            <p:nvPr/>
          </p:nvCxnSpPr>
          <p:spPr bwMode="auto">
            <a:xfrm flipH="1">
              <a:off x="1608" y="2832"/>
              <a:ext cx="336" cy="528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ffectLst/>
          </p:spPr>
        </p:cxnSp>
        <p:cxnSp>
          <p:nvCxnSpPr>
            <p:cNvPr id="11294" name="AutoShape 25"/>
            <p:cNvCxnSpPr>
              <a:cxnSpLocks noChangeShapeType="1"/>
              <a:stCxn id="11277" idx="4"/>
              <a:endCxn id="11279" idx="0"/>
            </p:cNvCxnSpPr>
            <p:nvPr/>
          </p:nvCxnSpPr>
          <p:spPr bwMode="auto">
            <a:xfrm>
              <a:off x="1944" y="2832"/>
              <a:ext cx="240" cy="528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ffectLst/>
          </p:spPr>
        </p:cxnSp>
        <p:cxnSp>
          <p:nvCxnSpPr>
            <p:cNvPr id="11295" name="AutoShape 26"/>
            <p:cNvCxnSpPr>
              <a:cxnSpLocks noChangeShapeType="1"/>
              <a:stCxn id="11280" idx="4"/>
              <a:endCxn id="11283" idx="0"/>
            </p:cNvCxnSpPr>
            <p:nvPr/>
          </p:nvCxnSpPr>
          <p:spPr bwMode="auto">
            <a:xfrm>
              <a:off x="2952" y="2880"/>
              <a:ext cx="0" cy="480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ffectLst/>
          </p:spPr>
        </p:cxnSp>
        <p:cxnSp>
          <p:nvCxnSpPr>
            <p:cNvPr id="11296" name="AutoShape 27"/>
            <p:cNvCxnSpPr>
              <a:cxnSpLocks noChangeShapeType="1"/>
              <a:stCxn id="11282" idx="4"/>
              <a:endCxn id="11285" idx="0"/>
            </p:cNvCxnSpPr>
            <p:nvPr/>
          </p:nvCxnSpPr>
          <p:spPr bwMode="auto">
            <a:xfrm flipH="1">
              <a:off x="3864" y="2880"/>
              <a:ext cx="288" cy="480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ffectLst/>
          </p:spPr>
        </p:cxnSp>
        <p:cxnSp>
          <p:nvCxnSpPr>
            <p:cNvPr id="11297" name="AutoShape 28"/>
            <p:cNvCxnSpPr>
              <a:cxnSpLocks noChangeShapeType="1"/>
              <a:stCxn id="11282" idx="4"/>
              <a:endCxn id="11284" idx="0"/>
            </p:cNvCxnSpPr>
            <p:nvPr/>
          </p:nvCxnSpPr>
          <p:spPr bwMode="auto">
            <a:xfrm>
              <a:off x="4152" y="2880"/>
              <a:ext cx="336" cy="480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ffectLst/>
          </p:spPr>
        </p:cxnSp>
        <p:sp>
          <p:nvSpPr>
            <p:cNvPr id="11298" name="Text Box 29"/>
            <p:cNvSpPr txBox="1">
              <a:spLocks noChangeArrowheads="1"/>
            </p:cNvSpPr>
            <p:nvPr/>
          </p:nvSpPr>
          <p:spPr bwMode="auto">
            <a:xfrm>
              <a:off x="1142" y="1130"/>
              <a:ext cx="3283" cy="2358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sz="2400" i="1">
                  <a:latin typeface="Times New Roman" pitchFamily="18" charset="0"/>
                  <a:ea typeface="宋体" charset="-122"/>
                </a:rPr>
                <a:t>                         a</a:t>
              </a:r>
            </a:p>
            <a:p>
              <a:r>
                <a:rPr lang="en-US" altLang="zh-CN" sz="2400" i="1">
                  <a:latin typeface="Times New Roman" pitchFamily="18" charset="0"/>
                  <a:ea typeface="宋体" charset="-122"/>
                </a:rPr>
                <a:t> </a:t>
              </a:r>
            </a:p>
            <a:p>
              <a:endParaRPr lang="en-US" altLang="zh-CN" sz="2400" i="1">
                <a:latin typeface="Times New Roman" pitchFamily="18" charset="0"/>
                <a:ea typeface="宋体" charset="-122"/>
              </a:endParaRPr>
            </a:p>
            <a:p>
              <a:r>
                <a:rPr lang="en-US" altLang="zh-CN" sz="2400" i="1">
                  <a:latin typeface="Times New Roman" pitchFamily="18" charset="0"/>
                  <a:ea typeface="宋体" charset="-122"/>
                </a:rPr>
                <a:t>          b               c              d </a:t>
              </a:r>
            </a:p>
            <a:p>
              <a:endParaRPr lang="en-US" altLang="zh-CN" sz="2400" i="1">
                <a:latin typeface="Times New Roman" pitchFamily="18" charset="0"/>
                <a:ea typeface="宋体" charset="-122"/>
              </a:endParaRPr>
            </a:p>
            <a:p>
              <a:endParaRPr lang="en-US" altLang="zh-CN" sz="2400" i="1">
                <a:latin typeface="Times New Roman" pitchFamily="18" charset="0"/>
                <a:ea typeface="宋体" charset="-122"/>
              </a:endParaRPr>
            </a:p>
            <a:p>
              <a:r>
                <a:rPr lang="en-US" altLang="zh-CN" sz="2400" i="1">
                  <a:latin typeface="Times New Roman" pitchFamily="18" charset="0"/>
                  <a:ea typeface="宋体" charset="-122"/>
                </a:rPr>
                <a:t>           e                   f           g           h</a:t>
              </a:r>
            </a:p>
            <a:p>
              <a:endParaRPr lang="en-US" altLang="zh-CN" sz="2400" i="1">
                <a:latin typeface="Times New Roman" pitchFamily="18" charset="0"/>
                <a:ea typeface="宋体" charset="-122"/>
              </a:endParaRPr>
            </a:p>
            <a:p>
              <a:endParaRPr lang="en-US" altLang="zh-CN" sz="2400" i="1">
                <a:latin typeface="Times New Roman" pitchFamily="18" charset="0"/>
                <a:ea typeface="宋体" charset="-122"/>
              </a:endParaRPr>
            </a:p>
            <a:p>
              <a:r>
                <a:rPr lang="en-US" altLang="zh-CN" sz="2400" i="1">
                  <a:latin typeface="Times New Roman" pitchFamily="18" charset="0"/>
                  <a:ea typeface="宋体" charset="-122"/>
                </a:rPr>
                <a:t>   i            j               k                 l           m</a:t>
              </a:r>
            </a:p>
          </p:txBody>
        </p:sp>
      </p:grpSp>
      <p:sp>
        <p:nvSpPr>
          <p:cNvPr id="565278" name="Text Box 30"/>
          <p:cNvSpPr txBox="1">
            <a:spLocks noChangeArrowheads="1"/>
          </p:cNvSpPr>
          <p:nvPr/>
        </p:nvSpPr>
        <p:spPr bwMode="auto">
          <a:xfrm>
            <a:off x="534988" y="3060700"/>
            <a:ext cx="1516062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 sz="3200">
                <a:solidFill>
                  <a:schemeClr val="tx2"/>
                </a:solidFill>
                <a:latin typeface="Times New Roman" pitchFamily="18" charset="0"/>
                <a:ea typeface="宋体" charset="-122"/>
              </a:rPr>
              <a:t>Siblings</a:t>
            </a:r>
          </a:p>
        </p:txBody>
      </p:sp>
      <p:sp>
        <p:nvSpPr>
          <p:cNvPr id="565279" name="Oval 31"/>
          <p:cNvSpPr>
            <a:spLocks noChangeArrowheads="1"/>
          </p:cNvSpPr>
          <p:nvPr/>
        </p:nvSpPr>
        <p:spPr bwMode="auto">
          <a:xfrm>
            <a:off x="2436813" y="3019425"/>
            <a:ext cx="4343400" cy="838200"/>
          </a:xfrm>
          <a:prstGeom prst="ellipse">
            <a:avLst/>
          </a:prstGeom>
          <a:noFill/>
          <a:ln w="28575">
            <a:solidFill>
              <a:schemeClr val="tx2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>
              <a:ea typeface="宋体" charset="-122"/>
            </a:endParaRPr>
          </a:p>
        </p:txBody>
      </p:sp>
      <p:sp>
        <p:nvSpPr>
          <p:cNvPr id="565280" name="Oval 32"/>
          <p:cNvSpPr>
            <a:spLocks noChangeArrowheads="1"/>
          </p:cNvSpPr>
          <p:nvPr/>
        </p:nvSpPr>
        <p:spPr bwMode="auto">
          <a:xfrm>
            <a:off x="4037013" y="4162425"/>
            <a:ext cx="3581400" cy="914400"/>
          </a:xfrm>
          <a:prstGeom prst="ellipse">
            <a:avLst/>
          </a:prstGeom>
          <a:noFill/>
          <a:ln w="28575">
            <a:solidFill>
              <a:schemeClr val="tx2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>
              <a:ea typeface="宋体" charset="-122"/>
            </a:endParaRPr>
          </a:p>
        </p:txBody>
      </p:sp>
      <p:sp>
        <p:nvSpPr>
          <p:cNvPr id="565281" name="Oval 33"/>
          <p:cNvSpPr>
            <a:spLocks noChangeArrowheads="1"/>
          </p:cNvSpPr>
          <p:nvPr/>
        </p:nvSpPr>
        <p:spPr bwMode="auto">
          <a:xfrm>
            <a:off x="2208213" y="5229225"/>
            <a:ext cx="2209800" cy="990600"/>
          </a:xfrm>
          <a:prstGeom prst="ellipse">
            <a:avLst/>
          </a:prstGeom>
          <a:noFill/>
          <a:ln w="28575">
            <a:solidFill>
              <a:schemeClr val="tx2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>
              <a:ea typeface="宋体" charset="-122"/>
            </a:endParaRPr>
          </a:p>
        </p:txBody>
      </p:sp>
      <p:sp>
        <p:nvSpPr>
          <p:cNvPr id="565282" name="Oval 34"/>
          <p:cNvSpPr>
            <a:spLocks noChangeArrowheads="1"/>
          </p:cNvSpPr>
          <p:nvPr/>
        </p:nvSpPr>
        <p:spPr bwMode="auto">
          <a:xfrm>
            <a:off x="5737225" y="5221288"/>
            <a:ext cx="2209800" cy="990600"/>
          </a:xfrm>
          <a:prstGeom prst="ellipse">
            <a:avLst/>
          </a:prstGeom>
          <a:noFill/>
          <a:ln w="28575">
            <a:solidFill>
              <a:schemeClr val="tx2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>
              <a:ea typeface="宋体" charset="-122"/>
            </a:endParaRPr>
          </a:p>
        </p:txBody>
      </p:sp>
      <p:sp>
        <p:nvSpPr>
          <p:cNvPr id="35" name="Slide Number Placeholder 3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B66DE-703E-461C-82AF-C942A54373C1}" type="slidenum">
              <a:rPr lang="en-US" altLang="zh-CN" smtClean="0"/>
              <a:pPr/>
              <a:t>10</a:t>
            </a:fld>
            <a:endParaRPr lang="en-US" altLang="zh-CN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5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6527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6527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5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56527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56527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5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56528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56528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52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56528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56528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5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56528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56528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65278" grpId="0" autoUpdateAnimBg="0"/>
      <p:bldP spid="565279" grpId="0" animBg="1"/>
      <p:bldP spid="565280" grpId="0" animBg="1"/>
      <p:bldP spid="565281" grpId="0" animBg="1"/>
      <p:bldP spid="565282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>
          <a:xfrm>
            <a:off x="152400" y="152400"/>
            <a:ext cx="8810625" cy="990600"/>
          </a:xfrm>
        </p:spPr>
        <p:txBody>
          <a:bodyPr/>
          <a:lstStyle/>
          <a:p>
            <a:pPr eaLnBrk="1" hangingPunct="1"/>
            <a:r>
              <a:rPr lang="en-US" altLang="zh-CN" smtClean="0">
                <a:latin typeface="Times New Roman" pitchFamily="18" charset="0"/>
                <a:ea typeface="宋体" charset="-122"/>
              </a:rPr>
              <a:t>Tree Terminology (Cont.)</a:t>
            </a:r>
          </a:p>
        </p:txBody>
      </p:sp>
      <p:sp>
        <p:nvSpPr>
          <p:cNvPr id="5662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382000" cy="4525963"/>
          </a:xfrm>
        </p:spPr>
        <p:txBody>
          <a:bodyPr/>
          <a:lstStyle/>
          <a:p>
            <a:pPr eaLnBrk="1" hangingPunct="1"/>
            <a:r>
              <a:rPr lang="en-US" altLang="zh-CN" sz="3600" smtClean="0">
                <a:latin typeface="Times New Roman" pitchFamily="18" charset="0"/>
                <a:ea typeface="宋体" charset="-122"/>
              </a:rPr>
              <a:t>The </a:t>
            </a:r>
            <a:r>
              <a:rPr lang="en-US" altLang="zh-CN" sz="3600" i="1" smtClean="0">
                <a:solidFill>
                  <a:schemeClr val="tx2"/>
                </a:solidFill>
                <a:latin typeface="Times New Roman" pitchFamily="18" charset="0"/>
                <a:ea typeface="宋体" charset="-122"/>
              </a:rPr>
              <a:t>ancestors</a:t>
            </a:r>
            <a:r>
              <a:rPr lang="en-US" altLang="zh-CN" sz="3600" smtClean="0">
                <a:latin typeface="Times New Roman" pitchFamily="18" charset="0"/>
                <a:ea typeface="宋体" charset="-122"/>
              </a:rPr>
              <a:t> of a vertex other than the root are the vertices in the path from the root to this vertex, excluding the vertex itself and including the root.</a:t>
            </a:r>
          </a:p>
          <a:p>
            <a:pPr eaLnBrk="1" hangingPunct="1"/>
            <a:r>
              <a:rPr lang="en-US" altLang="zh-CN" sz="3600" smtClean="0">
                <a:latin typeface="Times New Roman" pitchFamily="18" charset="0"/>
                <a:ea typeface="宋体" charset="-122"/>
              </a:rPr>
              <a:t>The </a:t>
            </a:r>
            <a:r>
              <a:rPr lang="en-US" altLang="zh-CN" sz="3600" i="1" smtClean="0">
                <a:solidFill>
                  <a:schemeClr val="tx2"/>
                </a:solidFill>
                <a:latin typeface="Times New Roman" pitchFamily="18" charset="0"/>
                <a:ea typeface="宋体" charset="-122"/>
              </a:rPr>
              <a:t>descendants</a:t>
            </a:r>
            <a:r>
              <a:rPr lang="en-US" altLang="zh-CN" sz="3600" smtClean="0">
                <a:latin typeface="Times New Roman" pitchFamily="18" charset="0"/>
                <a:ea typeface="宋体" charset="-122"/>
              </a:rPr>
              <a:t> of a vertex </a:t>
            </a:r>
            <a:r>
              <a:rPr lang="en-US" altLang="zh-CN" sz="3600" i="1" smtClean="0">
                <a:latin typeface="Times New Roman" pitchFamily="18" charset="0"/>
                <a:ea typeface="宋体" charset="-122"/>
              </a:rPr>
              <a:t>v</a:t>
            </a:r>
            <a:r>
              <a:rPr lang="en-US" altLang="zh-CN" sz="3600" smtClean="0">
                <a:latin typeface="Times New Roman" pitchFamily="18" charset="0"/>
                <a:ea typeface="宋体" charset="-122"/>
              </a:rPr>
              <a:t> are those vertices that have </a:t>
            </a:r>
            <a:r>
              <a:rPr lang="en-US" altLang="zh-CN" sz="3600" i="1" smtClean="0">
                <a:latin typeface="Times New Roman" pitchFamily="18" charset="0"/>
                <a:ea typeface="宋体" charset="-122"/>
              </a:rPr>
              <a:t>v</a:t>
            </a:r>
            <a:r>
              <a:rPr lang="en-US" altLang="zh-CN" sz="3600" smtClean="0">
                <a:latin typeface="Times New Roman" pitchFamily="18" charset="0"/>
                <a:ea typeface="宋体" charset="-122"/>
              </a:rPr>
              <a:t> as an ancestor.</a:t>
            </a:r>
          </a:p>
          <a:p>
            <a:pPr eaLnBrk="1" hangingPunct="1"/>
            <a:endParaRPr lang="en-US" altLang="zh-CN" sz="3600" smtClean="0">
              <a:latin typeface="Times New Roman" pitchFamily="18" charset="0"/>
              <a:ea typeface="宋体" charset="-122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B66DE-703E-461C-82AF-C942A54373C1}" type="slidenum">
              <a:rPr lang="en-US" altLang="zh-CN" smtClean="0"/>
              <a:pPr/>
              <a:t>11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62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662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662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62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662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662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66275" grpId="0" build="p" autoUpdateAnimBg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52400"/>
            <a:ext cx="8229600" cy="838200"/>
          </a:xfrm>
        </p:spPr>
        <p:txBody>
          <a:bodyPr/>
          <a:lstStyle/>
          <a:p>
            <a:pPr eaLnBrk="1" hangingPunct="1"/>
            <a:r>
              <a:rPr lang="en-US" altLang="zh-CN" smtClean="0">
                <a:latin typeface="Times New Roman" pitchFamily="18" charset="0"/>
                <a:ea typeface="宋体" charset="-122"/>
              </a:rPr>
              <a:t>Example</a:t>
            </a:r>
          </a:p>
        </p:txBody>
      </p:sp>
      <p:grpSp>
        <p:nvGrpSpPr>
          <p:cNvPr id="13315" name="Group 3"/>
          <p:cNvGrpSpPr>
            <a:grpSpLocks/>
          </p:cNvGrpSpPr>
          <p:nvPr/>
        </p:nvGrpSpPr>
        <p:grpSpPr bwMode="auto">
          <a:xfrm>
            <a:off x="2097088" y="2014538"/>
            <a:ext cx="5502275" cy="3921125"/>
            <a:chOff x="1142" y="1130"/>
            <a:chExt cx="3466" cy="2470"/>
          </a:xfrm>
        </p:grpSpPr>
        <p:sp>
          <p:nvSpPr>
            <p:cNvPr id="13320" name="Oval 4"/>
            <p:cNvSpPr>
              <a:spLocks noChangeArrowheads="1"/>
            </p:cNvSpPr>
            <p:nvPr/>
          </p:nvSpPr>
          <p:spPr bwMode="auto">
            <a:xfrm>
              <a:off x="2592" y="1248"/>
              <a:ext cx="240" cy="240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>
                <a:ea typeface="宋体" charset="-122"/>
              </a:endParaRPr>
            </a:p>
          </p:txBody>
        </p:sp>
        <p:sp>
          <p:nvSpPr>
            <p:cNvPr id="13321" name="Oval 5"/>
            <p:cNvSpPr>
              <a:spLocks noChangeArrowheads="1"/>
            </p:cNvSpPr>
            <p:nvPr/>
          </p:nvSpPr>
          <p:spPr bwMode="auto">
            <a:xfrm>
              <a:off x="1824" y="1872"/>
              <a:ext cx="240" cy="240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>
                <a:ea typeface="宋体" charset="-122"/>
              </a:endParaRPr>
            </a:p>
          </p:txBody>
        </p:sp>
        <p:sp>
          <p:nvSpPr>
            <p:cNvPr id="13322" name="Oval 6"/>
            <p:cNvSpPr>
              <a:spLocks noChangeArrowheads="1"/>
            </p:cNvSpPr>
            <p:nvPr/>
          </p:nvSpPr>
          <p:spPr bwMode="auto">
            <a:xfrm>
              <a:off x="2592" y="1872"/>
              <a:ext cx="240" cy="240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>
                <a:ea typeface="宋体" charset="-122"/>
              </a:endParaRPr>
            </a:p>
          </p:txBody>
        </p:sp>
        <p:sp>
          <p:nvSpPr>
            <p:cNvPr id="13323" name="Oval 7"/>
            <p:cNvSpPr>
              <a:spLocks noChangeArrowheads="1"/>
            </p:cNvSpPr>
            <p:nvPr/>
          </p:nvSpPr>
          <p:spPr bwMode="auto">
            <a:xfrm>
              <a:off x="3408" y="1872"/>
              <a:ext cx="240" cy="240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>
                <a:ea typeface="宋体" charset="-122"/>
              </a:endParaRPr>
            </a:p>
          </p:txBody>
        </p:sp>
        <p:sp>
          <p:nvSpPr>
            <p:cNvPr id="13324" name="Oval 8"/>
            <p:cNvSpPr>
              <a:spLocks noChangeArrowheads="1"/>
            </p:cNvSpPr>
            <p:nvPr/>
          </p:nvSpPr>
          <p:spPr bwMode="auto">
            <a:xfrm>
              <a:off x="1824" y="2592"/>
              <a:ext cx="240" cy="240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>
                <a:ea typeface="宋体" charset="-122"/>
              </a:endParaRPr>
            </a:p>
          </p:txBody>
        </p:sp>
        <p:sp>
          <p:nvSpPr>
            <p:cNvPr id="13325" name="Oval 9"/>
            <p:cNvSpPr>
              <a:spLocks noChangeArrowheads="1"/>
            </p:cNvSpPr>
            <p:nvPr/>
          </p:nvSpPr>
          <p:spPr bwMode="auto">
            <a:xfrm>
              <a:off x="1488" y="3360"/>
              <a:ext cx="240" cy="240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>
                <a:ea typeface="宋体" charset="-122"/>
              </a:endParaRPr>
            </a:p>
          </p:txBody>
        </p:sp>
        <p:sp>
          <p:nvSpPr>
            <p:cNvPr id="13326" name="Oval 10"/>
            <p:cNvSpPr>
              <a:spLocks noChangeArrowheads="1"/>
            </p:cNvSpPr>
            <p:nvPr/>
          </p:nvSpPr>
          <p:spPr bwMode="auto">
            <a:xfrm>
              <a:off x="2064" y="3360"/>
              <a:ext cx="240" cy="240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>
                <a:ea typeface="宋体" charset="-122"/>
              </a:endParaRPr>
            </a:p>
          </p:txBody>
        </p:sp>
        <p:sp>
          <p:nvSpPr>
            <p:cNvPr id="13327" name="Oval 11"/>
            <p:cNvSpPr>
              <a:spLocks noChangeArrowheads="1"/>
            </p:cNvSpPr>
            <p:nvPr/>
          </p:nvSpPr>
          <p:spPr bwMode="auto">
            <a:xfrm>
              <a:off x="2832" y="2640"/>
              <a:ext cx="240" cy="240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>
                <a:ea typeface="宋体" charset="-122"/>
              </a:endParaRPr>
            </a:p>
          </p:txBody>
        </p:sp>
        <p:sp>
          <p:nvSpPr>
            <p:cNvPr id="13328" name="Oval 12"/>
            <p:cNvSpPr>
              <a:spLocks noChangeArrowheads="1"/>
            </p:cNvSpPr>
            <p:nvPr/>
          </p:nvSpPr>
          <p:spPr bwMode="auto">
            <a:xfrm>
              <a:off x="3408" y="2640"/>
              <a:ext cx="240" cy="240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>
                <a:ea typeface="宋体" charset="-122"/>
              </a:endParaRPr>
            </a:p>
          </p:txBody>
        </p:sp>
        <p:sp>
          <p:nvSpPr>
            <p:cNvPr id="13329" name="Oval 13"/>
            <p:cNvSpPr>
              <a:spLocks noChangeArrowheads="1"/>
            </p:cNvSpPr>
            <p:nvPr/>
          </p:nvSpPr>
          <p:spPr bwMode="auto">
            <a:xfrm>
              <a:off x="4032" y="2640"/>
              <a:ext cx="240" cy="240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>
                <a:ea typeface="宋体" charset="-122"/>
              </a:endParaRPr>
            </a:p>
          </p:txBody>
        </p:sp>
        <p:sp>
          <p:nvSpPr>
            <p:cNvPr id="13330" name="Oval 14"/>
            <p:cNvSpPr>
              <a:spLocks noChangeArrowheads="1"/>
            </p:cNvSpPr>
            <p:nvPr/>
          </p:nvSpPr>
          <p:spPr bwMode="auto">
            <a:xfrm>
              <a:off x="2832" y="3360"/>
              <a:ext cx="240" cy="240"/>
            </a:xfrm>
            <a:prstGeom prst="ellipse">
              <a:avLst/>
            </a:prstGeom>
            <a:solidFill>
              <a:srgbClr val="008080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>
                <a:ea typeface="宋体" charset="-122"/>
              </a:endParaRPr>
            </a:p>
          </p:txBody>
        </p:sp>
        <p:sp>
          <p:nvSpPr>
            <p:cNvPr id="13331" name="Oval 15"/>
            <p:cNvSpPr>
              <a:spLocks noChangeArrowheads="1"/>
            </p:cNvSpPr>
            <p:nvPr/>
          </p:nvSpPr>
          <p:spPr bwMode="auto">
            <a:xfrm>
              <a:off x="4368" y="3360"/>
              <a:ext cx="240" cy="240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>
                <a:ea typeface="宋体" charset="-122"/>
              </a:endParaRPr>
            </a:p>
          </p:txBody>
        </p:sp>
        <p:sp>
          <p:nvSpPr>
            <p:cNvPr id="13332" name="Oval 16"/>
            <p:cNvSpPr>
              <a:spLocks noChangeArrowheads="1"/>
            </p:cNvSpPr>
            <p:nvPr/>
          </p:nvSpPr>
          <p:spPr bwMode="auto">
            <a:xfrm>
              <a:off x="3744" y="3360"/>
              <a:ext cx="240" cy="240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>
                <a:ea typeface="宋体" charset="-122"/>
              </a:endParaRPr>
            </a:p>
          </p:txBody>
        </p:sp>
        <p:cxnSp>
          <p:nvCxnSpPr>
            <p:cNvPr id="13333" name="AutoShape 17"/>
            <p:cNvCxnSpPr>
              <a:cxnSpLocks noChangeShapeType="1"/>
              <a:stCxn id="13320" idx="3"/>
              <a:endCxn id="13321" idx="7"/>
            </p:cNvCxnSpPr>
            <p:nvPr/>
          </p:nvCxnSpPr>
          <p:spPr bwMode="auto">
            <a:xfrm flipH="1">
              <a:off x="2029" y="1453"/>
              <a:ext cx="598" cy="454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ffectLst/>
          </p:spPr>
        </p:cxnSp>
        <p:cxnSp>
          <p:nvCxnSpPr>
            <p:cNvPr id="13334" name="AutoShape 18"/>
            <p:cNvCxnSpPr>
              <a:cxnSpLocks noChangeShapeType="1"/>
              <a:stCxn id="13320" idx="4"/>
              <a:endCxn id="13322" idx="0"/>
            </p:cNvCxnSpPr>
            <p:nvPr/>
          </p:nvCxnSpPr>
          <p:spPr bwMode="auto">
            <a:xfrm>
              <a:off x="2712" y="1488"/>
              <a:ext cx="0" cy="384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ffectLst/>
          </p:spPr>
        </p:cxnSp>
        <p:cxnSp>
          <p:nvCxnSpPr>
            <p:cNvPr id="13335" name="AutoShape 19"/>
            <p:cNvCxnSpPr>
              <a:cxnSpLocks noChangeShapeType="1"/>
              <a:stCxn id="13320" idx="5"/>
              <a:endCxn id="13323" idx="1"/>
            </p:cNvCxnSpPr>
            <p:nvPr/>
          </p:nvCxnSpPr>
          <p:spPr bwMode="auto">
            <a:xfrm>
              <a:off x="2797" y="1453"/>
              <a:ext cx="646" cy="454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ffectLst/>
          </p:spPr>
        </p:cxnSp>
        <p:cxnSp>
          <p:nvCxnSpPr>
            <p:cNvPr id="13336" name="AutoShape 20"/>
            <p:cNvCxnSpPr>
              <a:cxnSpLocks noChangeShapeType="1"/>
              <a:stCxn id="13321" idx="4"/>
              <a:endCxn id="13324" idx="0"/>
            </p:cNvCxnSpPr>
            <p:nvPr/>
          </p:nvCxnSpPr>
          <p:spPr bwMode="auto">
            <a:xfrm>
              <a:off x="1944" y="2112"/>
              <a:ext cx="0" cy="480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ffectLst/>
          </p:spPr>
        </p:cxnSp>
        <p:cxnSp>
          <p:nvCxnSpPr>
            <p:cNvPr id="13337" name="AutoShape 21"/>
            <p:cNvCxnSpPr>
              <a:cxnSpLocks noChangeShapeType="1"/>
              <a:stCxn id="13323" idx="4"/>
              <a:endCxn id="13327" idx="0"/>
            </p:cNvCxnSpPr>
            <p:nvPr/>
          </p:nvCxnSpPr>
          <p:spPr bwMode="auto">
            <a:xfrm flipH="1">
              <a:off x="2952" y="2112"/>
              <a:ext cx="576" cy="528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ffectLst/>
          </p:spPr>
        </p:cxnSp>
        <p:cxnSp>
          <p:nvCxnSpPr>
            <p:cNvPr id="13338" name="AutoShape 22"/>
            <p:cNvCxnSpPr>
              <a:cxnSpLocks noChangeShapeType="1"/>
              <a:stCxn id="13323" idx="4"/>
              <a:endCxn id="13328" idx="0"/>
            </p:cNvCxnSpPr>
            <p:nvPr/>
          </p:nvCxnSpPr>
          <p:spPr bwMode="auto">
            <a:xfrm>
              <a:off x="3528" y="2112"/>
              <a:ext cx="0" cy="528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ffectLst/>
          </p:spPr>
        </p:cxnSp>
        <p:cxnSp>
          <p:nvCxnSpPr>
            <p:cNvPr id="13339" name="AutoShape 23"/>
            <p:cNvCxnSpPr>
              <a:cxnSpLocks noChangeShapeType="1"/>
              <a:stCxn id="13323" idx="4"/>
              <a:endCxn id="13329" idx="0"/>
            </p:cNvCxnSpPr>
            <p:nvPr/>
          </p:nvCxnSpPr>
          <p:spPr bwMode="auto">
            <a:xfrm>
              <a:off x="3528" y="2112"/>
              <a:ext cx="624" cy="528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ffectLst/>
          </p:spPr>
        </p:cxnSp>
        <p:cxnSp>
          <p:nvCxnSpPr>
            <p:cNvPr id="13340" name="AutoShape 24"/>
            <p:cNvCxnSpPr>
              <a:cxnSpLocks noChangeShapeType="1"/>
              <a:stCxn id="13324" idx="4"/>
              <a:endCxn id="13325" idx="0"/>
            </p:cNvCxnSpPr>
            <p:nvPr/>
          </p:nvCxnSpPr>
          <p:spPr bwMode="auto">
            <a:xfrm flipH="1">
              <a:off x="1608" y="2832"/>
              <a:ext cx="336" cy="528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ffectLst/>
          </p:spPr>
        </p:cxnSp>
        <p:cxnSp>
          <p:nvCxnSpPr>
            <p:cNvPr id="13341" name="AutoShape 25"/>
            <p:cNvCxnSpPr>
              <a:cxnSpLocks noChangeShapeType="1"/>
              <a:stCxn id="13324" idx="4"/>
              <a:endCxn id="13326" idx="0"/>
            </p:cNvCxnSpPr>
            <p:nvPr/>
          </p:nvCxnSpPr>
          <p:spPr bwMode="auto">
            <a:xfrm>
              <a:off x="1944" y="2832"/>
              <a:ext cx="240" cy="528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ffectLst/>
          </p:spPr>
        </p:cxnSp>
        <p:cxnSp>
          <p:nvCxnSpPr>
            <p:cNvPr id="13342" name="AutoShape 26"/>
            <p:cNvCxnSpPr>
              <a:cxnSpLocks noChangeShapeType="1"/>
              <a:stCxn id="13327" idx="4"/>
              <a:endCxn id="13330" idx="0"/>
            </p:cNvCxnSpPr>
            <p:nvPr/>
          </p:nvCxnSpPr>
          <p:spPr bwMode="auto">
            <a:xfrm>
              <a:off x="2952" y="2880"/>
              <a:ext cx="0" cy="480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ffectLst/>
          </p:spPr>
        </p:cxnSp>
        <p:cxnSp>
          <p:nvCxnSpPr>
            <p:cNvPr id="13343" name="AutoShape 27"/>
            <p:cNvCxnSpPr>
              <a:cxnSpLocks noChangeShapeType="1"/>
              <a:stCxn id="13329" idx="4"/>
              <a:endCxn id="13332" idx="0"/>
            </p:cNvCxnSpPr>
            <p:nvPr/>
          </p:nvCxnSpPr>
          <p:spPr bwMode="auto">
            <a:xfrm flipH="1">
              <a:off x="3864" y="2880"/>
              <a:ext cx="288" cy="480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ffectLst/>
          </p:spPr>
        </p:cxnSp>
        <p:cxnSp>
          <p:nvCxnSpPr>
            <p:cNvPr id="13344" name="AutoShape 28"/>
            <p:cNvCxnSpPr>
              <a:cxnSpLocks noChangeShapeType="1"/>
              <a:stCxn id="13329" idx="4"/>
              <a:endCxn id="13331" idx="0"/>
            </p:cNvCxnSpPr>
            <p:nvPr/>
          </p:nvCxnSpPr>
          <p:spPr bwMode="auto">
            <a:xfrm>
              <a:off x="4152" y="2880"/>
              <a:ext cx="336" cy="480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ffectLst/>
          </p:spPr>
        </p:cxnSp>
        <p:sp>
          <p:nvSpPr>
            <p:cNvPr id="13345" name="Text Box 29"/>
            <p:cNvSpPr txBox="1">
              <a:spLocks noChangeArrowheads="1"/>
            </p:cNvSpPr>
            <p:nvPr/>
          </p:nvSpPr>
          <p:spPr bwMode="auto">
            <a:xfrm>
              <a:off x="1142" y="1130"/>
              <a:ext cx="3283" cy="2358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sz="2400" i="1">
                  <a:latin typeface="Times New Roman" pitchFamily="18" charset="0"/>
                  <a:ea typeface="宋体" charset="-122"/>
                </a:rPr>
                <a:t>                         a</a:t>
              </a:r>
            </a:p>
            <a:p>
              <a:r>
                <a:rPr lang="en-US" altLang="zh-CN" sz="2400" i="1">
                  <a:latin typeface="Times New Roman" pitchFamily="18" charset="0"/>
                  <a:ea typeface="宋体" charset="-122"/>
                </a:rPr>
                <a:t> </a:t>
              </a:r>
            </a:p>
            <a:p>
              <a:endParaRPr lang="en-US" altLang="zh-CN" sz="2400" i="1">
                <a:latin typeface="Times New Roman" pitchFamily="18" charset="0"/>
                <a:ea typeface="宋体" charset="-122"/>
              </a:endParaRPr>
            </a:p>
            <a:p>
              <a:r>
                <a:rPr lang="en-US" altLang="zh-CN" sz="2400" i="1">
                  <a:latin typeface="Times New Roman" pitchFamily="18" charset="0"/>
                  <a:ea typeface="宋体" charset="-122"/>
                </a:rPr>
                <a:t>          b               c              d </a:t>
              </a:r>
            </a:p>
            <a:p>
              <a:endParaRPr lang="en-US" altLang="zh-CN" sz="2400" i="1">
                <a:latin typeface="Times New Roman" pitchFamily="18" charset="0"/>
                <a:ea typeface="宋体" charset="-122"/>
              </a:endParaRPr>
            </a:p>
            <a:p>
              <a:endParaRPr lang="en-US" altLang="zh-CN" sz="2400" i="1">
                <a:latin typeface="Times New Roman" pitchFamily="18" charset="0"/>
                <a:ea typeface="宋体" charset="-122"/>
              </a:endParaRPr>
            </a:p>
            <a:p>
              <a:r>
                <a:rPr lang="en-US" altLang="zh-CN" sz="2400" i="1">
                  <a:latin typeface="Times New Roman" pitchFamily="18" charset="0"/>
                  <a:ea typeface="宋体" charset="-122"/>
                </a:rPr>
                <a:t>           e                   f           g           h</a:t>
              </a:r>
            </a:p>
            <a:p>
              <a:endParaRPr lang="en-US" altLang="zh-CN" sz="2400" i="1">
                <a:latin typeface="Times New Roman" pitchFamily="18" charset="0"/>
                <a:ea typeface="宋体" charset="-122"/>
              </a:endParaRPr>
            </a:p>
            <a:p>
              <a:endParaRPr lang="en-US" altLang="zh-CN" sz="2400" i="1">
                <a:latin typeface="Times New Roman" pitchFamily="18" charset="0"/>
                <a:ea typeface="宋体" charset="-122"/>
              </a:endParaRPr>
            </a:p>
            <a:p>
              <a:r>
                <a:rPr lang="en-US" altLang="zh-CN" sz="2400" i="1">
                  <a:latin typeface="Times New Roman" pitchFamily="18" charset="0"/>
                  <a:ea typeface="宋体" charset="-122"/>
                </a:rPr>
                <a:t>   i            j               k                 l           m</a:t>
              </a:r>
            </a:p>
          </p:txBody>
        </p:sp>
      </p:grpSp>
      <p:sp>
        <p:nvSpPr>
          <p:cNvPr id="567326" name="Text Box 30"/>
          <p:cNvSpPr txBox="1">
            <a:spLocks noChangeArrowheads="1"/>
          </p:cNvSpPr>
          <p:nvPr/>
        </p:nvSpPr>
        <p:spPr bwMode="auto">
          <a:xfrm>
            <a:off x="376238" y="2073275"/>
            <a:ext cx="3357562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altLang="zh-CN" sz="3200">
                <a:solidFill>
                  <a:schemeClr val="tx2"/>
                </a:solidFill>
                <a:latin typeface="Times New Roman" pitchFamily="18" charset="0"/>
                <a:ea typeface="宋体" charset="-122"/>
              </a:rPr>
              <a:t>Ancestors of </a:t>
            </a:r>
            <a:r>
              <a:rPr lang="en-US" altLang="zh-CN" sz="3200" i="1">
                <a:solidFill>
                  <a:schemeClr val="tx2"/>
                </a:solidFill>
                <a:latin typeface="Times New Roman" pitchFamily="18" charset="0"/>
                <a:ea typeface="宋体" charset="-122"/>
              </a:rPr>
              <a:t>k</a:t>
            </a:r>
            <a:endParaRPr lang="en-US" altLang="zh-CN" sz="3200">
              <a:solidFill>
                <a:schemeClr val="tx2"/>
              </a:solidFill>
              <a:latin typeface="Times New Roman" pitchFamily="18" charset="0"/>
              <a:ea typeface="宋体" charset="-122"/>
            </a:endParaRPr>
          </a:p>
        </p:txBody>
      </p:sp>
      <p:sp>
        <p:nvSpPr>
          <p:cNvPr id="567327" name="Oval 31"/>
          <p:cNvSpPr>
            <a:spLocks noChangeArrowheads="1"/>
          </p:cNvSpPr>
          <p:nvPr/>
        </p:nvSpPr>
        <p:spPr bwMode="auto">
          <a:xfrm>
            <a:off x="4398963" y="2201863"/>
            <a:ext cx="381000" cy="381000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>
              <a:ea typeface="宋体" charset="-122"/>
            </a:endParaRPr>
          </a:p>
        </p:txBody>
      </p:sp>
      <p:sp>
        <p:nvSpPr>
          <p:cNvPr id="567328" name="Oval 32"/>
          <p:cNvSpPr>
            <a:spLocks noChangeArrowheads="1"/>
          </p:cNvSpPr>
          <p:nvPr/>
        </p:nvSpPr>
        <p:spPr bwMode="auto">
          <a:xfrm>
            <a:off x="5694363" y="3192463"/>
            <a:ext cx="381000" cy="381000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>
              <a:ea typeface="宋体" charset="-122"/>
            </a:endParaRPr>
          </a:p>
        </p:txBody>
      </p:sp>
      <p:sp>
        <p:nvSpPr>
          <p:cNvPr id="567329" name="Oval 33"/>
          <p:cNvSpPr>
            <a:spLocks noChangeArrowheads="1"/>
          </p:cNvSpPr>
          <p:nvPr/>
        </p:nvSpPr>
        <p:spPr bwMode="auto">
          <a:xfrm>
            <a:off x="4779963" y="4411663"/>
            <a:ext cx="381000" cy="381000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>
              <a:ea typeface="宋体" charset="-122"/>
            </a:endParaRPr>
          </a:p>
        </p:txBody>
      </p:sp>
      <p:sp>
        <p:nvSpPr>
          <p:cNvPr id="34" name="Slide Number Placeholder 3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B66DE-703E-461C-82AF-C942A54373C1}" type="slidenum">
              <a:rPr lang="en-US" altLang="zh-CN" smtClean="0"/>
              <a:pPr/>
              <a:t>12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73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673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673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73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3" dur="500"/>
                                        <p:tgtEl>
                                          <p:spTgt spid="5673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73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8" dur="500"/>
                                        <p:tgtEl>
                                          <p:spTgt spid="5673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73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3" dur="500"/>
                                        <p:tgtEl>
                                          <p:spTgt spid="5673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67326" grpId="0" autoUpdateAnimBg="0"/>
      <p:bldP spid="567327" grpId="0" animBg="1"/>
      <p:bldP spid="567328" grpId="0" animBg="1"/>
      <p:bldP spid="567329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338" name="Group 3"/>
          <p:cNvGrpSpPr>
            <a:grpSpLocks/>
          </p:cNvGrpSpPr>
          <p:nvPr/>
        </p:nvGrpSpPr>
        <p:grpSpPr bwMode="auto">
          <a:xfrm>
            <a:off x="2097088" y="2014538"/>
            <a:ext cx="5502275" cy="3921125"/>
            <a:chOff x="1142" y="1130"/>
            <a:chExt cx="3466" cy="2470"/>
          </a:xfrm>
        </p:grpSpPr>
        <p:sp>
          <p:nvSpPr>
            <p:cNvPr id="14347" name="Oval 4"/>
            <p:cNvSpPr>
              <a:spLocks noChangeArrowheads="1"/>
            </p:cNvSpPr>
            <p:nvPr/>
          </p:nvSpPr>
          <p:spPr bwMode="auto">
            <a:xfrm>
              <a:off x="2592" y="1248"/>
              <a:ext cx="240" cy="240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>
                <a:ea typeface="宋体" charset="-122"/>
              </a:endParaRPr>
            </a:p>
          </p:txBody>
        </p:sp>
        <p:sp>
          <p:nvSpPr>
            <p:cNvPr id="14348" name="Oval 5"/>
            <p:cNvSpPr>
              <a:spLocks noChangeArrowheads="1"/>
            </p:cNvSpPr>
            <p:nvPr/>
          </p:nvSpPr>
          <p:spPr bwMode="auto">
            <a:xfrm>
              <a:off x="1824" y="1872"/>
              <a:ext cx="240" cy="240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>
                <a:ea typeface="宋体" charset="-122"/>
              </a:endParaRPr>
            </a:p>
          </p:txBody>
        </p:sp>
        <p:sp>
          <p:nvSpPr>
            <p:cNvPr id="14349" name="Oval 6"/>
            <p:cNvSpPr>
              <a:spLocks noChangeArrowheads="1"/>
            </p:cNvSpPr>
            <p:nvPr/>
          </p:nvSpPr>
          <p:spPr bwMode="auto">
            <a:xfrm>
              <a:off x="2592" y="1872"/>
              <a:ext cx="240" cy="240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>
                <a:ea typeface="宋体" charset="-122"/>
              </a:endParaRPr>
            </a:p>
          </p:txBody>
        </p:sp>
        <p:sp>
          <p:nvSpPr>
            <p:cNvPr id="14350" name="Oval 7"/>
            <p:cNvSpPr>
              <a:spLocks noChangeArrowheads="1"/>
            </p:cNvSpPr>
            <p:nvPr/>
          </p:nvSpPr>
          <p:spPr bwMode="auto">
            <a:xfrm>
              <a:off x="3408" y="1872"/>
              <a:ext cx="240" cy="240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>
                <a:ea typeface="宋体" charset="-122"/>
              </a:endParaRPr>
            </a:p>
          </p:txBody>
        </p:sp>
        <p:sp>
          <p:nvSpPr>
            <p:cNvPr id="14351" name="Oval 8"/>
            <p:cNvSpPr>
              <a:spLocks noChangeArrowheads="1"/>
            </p:cNvSpPr>
            <p:nvPr/>
          </p:nvSpPr>
          <p:spPr bwMode="auto">
            <a:xfrm>
              <a:off x="1824" y="2592"/>
              <a:ext cx="240" cy="240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>
                <a:ea typeface="宋体" charset="-122"/>
              </a:endParaRPr>
            </a:p>
          </p:txBody>
        </p:sp>
        <p:sp>
          <p:nvSpPr>
            <p:cNvPr id="14352" name="Oval 9"/>
            <p:cNvSpPr>
              <a:spLocks noChangeArrowheads="1"/>
            </p:cNvSpPr>
            <p:nvPr/>
          </p:nvSpPr>
          <p:spPr bwMode="auto">
            <a:xfrm>
              <a:off x="1488" y="3360"/>
              <a:ext cx="240" cy="240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>
                <a:ea typeface="宋体" charset="-122"/>
              </a:endParaRPr>
            </a:p>
          </p:txBody>
        </p:sp>
        <p:sp>
          <p:nvSpPr>
            <p:cNvPr id="14353" name="Oval 10"/>
            <p:cNvSpPr>
              <a:spLocks noChangeArrowheads="1"/>
            </p:cNvSpPr>
            <p:nvPr/>
          </p:nvSpPr>
          <p:spPr bwMode="auto">
            <a:xfrm>
              <a:off x="2064" y="3360"/>
              <a:ext cx="240" cy="240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>
                <a:ea typeface="宋体" charset="-122"/>
              </a:endParaRPr>
            </a:p>
          </p:txBody>
        </p:sp>
        <p:sp>
          <p:nvSpPr>
            <p:cNvPr id="14354" name="Oval 11"/>
            <p:cNvSpPr>
              <a:spLocks noChangeArrowheads="1"/>
            </p:cNvSpPr>
            <p:nvPr/>
          </p:nvSpPr>
          <p:spPr bwMode="auto">
            <a:xfrm>
              <a:off x="2832" y="2640"/>
              <a:ext cx="240" cy="240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>
                <a:ea typeface="宋体" charset="-122"/>
              </a:endParaRPr>
            </a:p>
          </p:txBody>
        </p:sp>
        <p:sp>
          <p:nvSpPr>
            <p:cNvPr id="14355" name="Oval 12"/>
            <p:cNvSpPr>
              <a:spLocks noChangeArrowheads="1"/>
            </p:cNvSpPr>
            <p:nvPr/>
          </p:nvSpPr>
          <p:spPr bwMode="auto">
            <a:xfrm>
              <a:off x="3408" y="2640"/>
              <a:ext cx="240" cy="240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>
                <a:ea typeface="宋体" charset="-122"/>
              </a:endParaRPr>
            </a:p>
          </p:txBody>
        </p:sp>
        <p:sp>
          <p:nvSpPr>
            <p:cNvPr id="14356" name="Oval 13"/>
            <p:cNvSpPr>
              <a:spLocks noChangeArrowheads="1"/>
            </p:cNvSpPr>
            <p:nvPr/>
          </p:nvSpPr>
          <p:spPr bwMode="auto">
            <a:xfrm>
              <a:off x="4032" y="2640"/>
              <a:ext cx="240" cy="240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>
                <a:ea typeface="宋体" charset="-122"/>
              </a:endParaRPr>
            </a:p>
          </p:txBody>
        </p:sp>
        <p:sp>
          <p:nvSpPr>
            <p:cNvPr id="14357" name="Oval 14"/>
            <p:cNvSpPr>
              <a:spLocks noChangeArrowheads="1"/>
            </p:cNvSpPr>
            <p:nvPr/>
          </p:nvSpPr>
          <p:spPr bwMode="auto">
            <a:xfrm>
              <a:off x="2832" y="3360"/>
              <a:ext cx="240" cy="240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>
                <a:ea typeface="宋体" charset="-122"/>
              </a:endParaRPr>
            </a:p>
          </p:txBody>
        </p:sp>
        <p:sp>
          <p:nvSpPr>
            <p:cNvPr id="14358" name="Oval 15"/>
            <p:cNvSpPr>
              <a:spLocks noChangeArrowheads="1"/>
            </p:cNvSpPr>
            <p:nvPr/>
          </p:nvSpPr>
          <p:spPr bwMode="auto">
            <a:xfrm>
              <a:off x="4368" y="3360"/>
              <a:ext cx="240" cy="240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>
                <a:ea typeface="宋体" charset="-122"/>
              </a:endParaRPr>
            </a:p>
          </p:txBody>
        </p:sp>
        <p:sp>
          <p:nvSpPr>
            <p:cNvPr id="14359" name="Oval 16"/>
            <p:cNvSpPr>
              <a:spLocks noChangeArrowheads="1"/>
            </p:cNvSpPr>
            <p:nvPr/>
          </p:nvSpPr>
          <p:spPr bwMode="auto">
            <a:xfrm>
              <a:off x="3744" y="3360"/>
              <a:ext cx="240" cy="240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>
                <a:ea typeface="宋体" charset="-122"/>
              </a:endParaRPr>
            </a:p>
          </p:txBody>
        </p:sp>
        <p:cxnSp>
          <p:nvCxnSpPr>
            <p:cNvPr id="14360" name="AutoShape 17"/>
            <p:cNvCxnSpPr>
              <a:cxnSpLocks noChangeShapeType="1"/>
              <a:stCxn id="14347" idx="3"/>
              <a:endCxn id="14348" idx="7"/>
            </p:cNvCxnSpPr>
            <p:nvPr/>
          </p:nvCxnSpPr>
          <p:spPr bwMode="auto">
            <a:xfrm flipH="1">
              <a:off x="2029" y="1453"/>
              <a:ext cx="598" cy="454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ffectLst/>
          </p:spPr>
        </p:cxnSp>
        <p:cxnSp>
          <p:nvCxnSpPr>
            <p:cNvPr id="14361" name="AutoShape 18"/>
            <p:cNvCxnSpPr>
              <a:cxnSpLocks noChangeShapeType="1"/>
              <a:stCxn id="14347" idx="4"/>
              <a:endCxn id="14349" idx="0"/>
            </p:cNvCxnSpPr>
            <p:nvPr/>
          </p:nvCxnSpPr>
          <p:spPr bwMode="auto">
            <a:xfrm>
              <a:off x="2712" y="1488"/>
              <a:ext cx="0" cy="384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ffectLst/>
          </p:spPr>
        </p:cxnSp>
        <p:cxnSp>
          <p:nvCxnSpPr>
            <p:cNvPr id="14362" name="AutoShape 19"/>
            <p:cNvCxnSpPr>
              <a:cxnSpLocks noChangeShapeType="1"/>
              <a:stCxn id="14347" idx="5"/>
              <a:endCxn id="14350" idx="1"/>
            </p:cNvCxnSpPr>
            <p:nvPr/>
          </p:nvCxnSpPr>
          <p:spPr bwMode="auto">
            <a:xfrm>
              <a:off x="2797" y="1453"/>
              <a:ext cx="646" cy="454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ffectLst/>
          </p:spPr>
        </p:cxnSp>
        <p:cxnSp>
          <p:nvCxnSpPr>
            <p:cNvPr id="14363" name="AutoShape 20"/>
            <p:cNvCxnSpPr>
              <a:cxnSpLocks noChangeShapeType="1"/>
              <a:stCxn id="14348" idx="4"/>
              <a:endCxn id="14351" idx="0"/>
            </p:cNvCxnSpPr>
            <p:nvPr/>
          </p:nvCxnSpPr>
          <p:spPr bwMode="auto">
            <a:xfrm>
              <a:off x="1944" y="2112"/>
              <a:ext cx="0" cy="480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ffectLst/>
          </p:spPr>
        </p:cxnSp>
        <p:cxnSp>
          <p:nvCxnSpPr>
            <p:cNvPr id="14364" name="AutoShape 21"/>
            <p:cNvCxnSpPr>
              <a:cxnSpLocks noChangeShapeType="1"/>
              <a:stCxn id="14350" idx="4"/>
              <a:endCxn id="14354" idx="0"/>
            </p:cNvCxnSpPr>
            <p:nvPr/>
          </p:nvCxnSpPr>
          <p:spPr bwMode="auto">
            <a:xfrm flipH="1">
              <a:off x="2952" y="2112"/>
              <a:ext cx="576" cy="528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ffectLst/>
          </p:spPr>
        </p:cxnSp>
        <p:cxnSp>
          <p:nvCxnSpPr>
            <p:cNvPr id="14365" name="AutoShape 22"/>
            <p:cNvCxnSpPr>
              <a:cxnSpLocks noChangeShapeType="1"/>
              <a:stCxn id="14350" idx="4"/>
              <a:endCxn id="14355" idx="0"/>
            </p:cNvCxnSpPr>
            <p:nvPr/>
          </p:nvCxnSpPr>
          <p:spPr bwMode="auto">
            <a:xfrm>
              <a:off x="3528" y="2112"/>
              <a:ext cx="0" cy="528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ffectLst/>
          </p:spPr>
        </p:cxnSp>
        <p:cxnSp>
          <p:nvCxnSpPr>
            <p:cNvPr id="14366" name="AutoShape 23"/>
            <p:cNvCxnSpPr>
              <a:cxnSpLocks noChangeShapeType="1"/>
              <a:stCxn id="14350" idx="4"/>
              <a:endCxn id="14356" idx="0"/>
            </p:cNvCxnSpPr>
            <p:nvPr/>
          </p:nvCxnSpPr>
          <p:spPr bwMode="auto">
            <a:xfrm>
              <a:off x="3528" y="2112"/>
              <a:ext cx="624" cy="528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ffectLst/>
          </p:spPr>
        </p:cxnSp>
        <p:cxnSp>
          <p:nvCxnSpPr>
            <p:cNvPr id="14367" name="AutoShape 24"/>
            <p:cNvCxnSpPr>
              <a:cxnSpLocks noChangeShapeType="1"/>
              <a:stCxn id="14351" idx="4"/>
              <a:endCxn id="14352" idx="0"/>
            </p:cNvCxnSpPr>
            <p:nvPr/>
          </p:nvCxnSpPr>
          <p:spPr bwMode="auto">
            <a:xfrm flipH="1">
              <a:off x="1608" y="2832"/>
              <a:ext cx="336" cy="528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ffectLst/>
          </p:spPr>
        </p:cxnSp>
        <p:cxnSp>
          <p:nvCxnSpPr>
            <p:cNvPr id="14368" name="AutoShape 25"/>
            <p:cNvCxnSpPr>
              <a:cxnSpLocks noChangeShapeType="1"/>
              <a:stCxn id="14351" idx="4"/>
              <a:endCxn id="14353" idx="0"/>
            </p:cNvCxnSpPr>
            <p:nvPr/>
          </p:nvCxnSpPr>
          <p:spPr bwMode="auto">
            <a:xfrm>
              <a:off x="1944" y="2832"/>
              <a:ext cx="240" cy="528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ffectLst/>
          </p:spPr>
        </p:cxnSp>
        <p:cxnSp>
          <p:nvCxnSpPr>
            <p:cNvPr id="14369" name="AutoShape 26"/>
            <p:cNvCxnSpPr>
              <a:cxnSpLocks noChangeShapeType="1"/>
              <a:stCxn id="14354" idx="4"/>
              <a:endCxn id="14357" idx="0"/>
            </p:cNvCxnSpPr>
            <p:nvPr/>
          </p:nvCxnSpPr>
          <p:spPr bwMode="auto">
            <a:xfrm>
              <a:off x="2952" y="2880"/>
              <a:ext cx="0" cy="480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ffectLst/>
          </p:spPr>
        </p:cxnSp>
        <p:cxnSp>
          <p:nvCxnSpPr>
            <p:cNvPr id="14370" name="AutoShape 27"/>
            <p:cNvCxnSpPr>
              <a:cxnSpLocks noChangeShapeType="1"/>
              <a:stCxn id="14356" idx="4"/>
              <a:endCxn id="14359" idx="0"/>
            </p:cNvCxnSpPr>
            <p:nvPr/>
          </p:nvCxnSpPr>
          <p:spPr bwMode="auto">
            <a:xfrm flipH="1">
              <a:off x="3864" y="2880"/>
              <a:ext cx="288" cy="480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ffectLst/>
          </p:spPr>
        </p:cxnSp>
        <p:cxnSp>
          <p:nvCxnSpPr>
            <p:cNvPr id="14371" name="AutoShape 28"/>
            <p:cNvCxnSpPr>
              <a:cxnSpLocks noChangeShapeType="1"/>
              <a:stCxn id="14356" idx="4"/>
              <a:endCxn id="14358" idx="0"/>
            </p:cNvCxnSpPr>
            <p:nvPr/>
          </p:nvCxnSpPr>
          <p:spPr bwMode="auto">
            <a:xfrm>
              <a:off x="4152" y="2880"/>
              <a:ext cx="336" cy="480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ffectLst/>
          </p:spPr>
        </p:cxnSp>
        <p:sp>
          <p:nvSpPr>
            <p:cNvPr id="14372" name="Text Box 29"/>
            <p:cNvSpPr txBox="1">
              <a:spLocks noChangeArrowheads="1"/>
            </p:cNvSpPr>
            <p:nvPr/>
          </p:nvSpPr>
          <p:spPr bwMode="auto">
            <a:xfrm>
              <a:off x="1142" y="1130"/>
              <a:ext cx="3283" cy="2358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sz="2400" i="1">
                  <a:latin typeface="Times New Roman" pitchFamily="18" charset="0"/>
                  <a:ea typeface="宋体" charset="-122"/>
                </a:rPr>
                <a:t>                         a</a:t>
              </a:r>
            </a:p>
            <a:p>
              <a:r>
                <a:rPr lang="en-US" altLang="zh-CN" sz="2400" i="1">
                  <a:latin typeface="Times New Roman" pitchFamily="18" charset="0"/>
                  <a:ea typeface="宋体" charset="-122"/>
                </a:rPr>
                <a:t> </a:t>
              </a:r>
            </a:p>
            <a:p>
              <a:endParaRPr lang="en-US" altLang="zh-CN" sz="2400" i="1">
                <a:latin typeface="Times New Roman" pitchFamily="18" charset="0"/>
                <a:ea typeface="宋体" charset="-122"/>
              </a:endParaRPr>
            </a:p>
            <a:p>
              <a:r>
                <a:rPr lang="en-US" altLang="zh-CN" sz="2400" i="1">
                  <a:latin typeface="Times New Roman" pitchFamily="18" charset="0"/>
                  <a:ea typeface="宋体" charset="-122"/>
                </a:rPr>
                <a:t>          b               c              d </a:t>
              </a:r>
            </a:p>
            <a:p>
              <a:endParaRPr lang="en-US" altLang="zh-CN" sz="2400" i="1">
                <a:latin typeface="Times New Roman" pitchFamily="18" charset="0"/>
                <a:ea typeface="宋体" charset="-122"/>
              </a:endParaRPr>
            </a:p>
            <a:p>
              <a:endParaRPr lang="en-US" altLang="zh-CN" sz="2400" i="1">
                <a:latin typeface="Times New Roman" pitchFamily="18" charset="0"/>
                <a:ea typeface="宋体" charset="-122"/>
              </a:endParaRPr>
            </a:p>
            <a:p>
              <a:r>
                <a:rPr lang="en-US" altLang="zh-CN" sz="2400" i="1">
                  <a:latin typeface="Times New Roman" pitchFamily="18" charset="0"/>
                  <a:ea typeface="宋体" charset="-122"/>
                </a:rPr>
                <a:t>           e                   f           g           h</a:t>
              </a:r>
            </a:p>
            <a:p>
              <a:endParaRPr lang="en-US" altLang="zh-CN" sz="2400" i="1">
                <a:latin typeface="Times New Roman" pitchFamily="18" charset="0"/>
                <a:ea typeface="宋体" charset="-122"/>
              </a:endParaRPr>
            </a:p>
            <a:p>
              <a:endParaRPr lang="en-US" altLang="zh-CN" sz="2400" i="1">
                <a:latin typeface="Times New Roman" pitchFamily="18" charset="0"/>
                <a:ea typeface="宋体" charset="-122"/>
              </a:endParaRPr>
            </a:p>
            <a:p>
              <a:r>
                <a:rPr lang="en-US" altLang="zh-CN" sz="2400" i="1">
                  <a:latin typeface="Times New Roman" pitchFamily="18" charset="0"/>
                  <a:ea typeface="宋体" charset="-122"/>
                </a:rPr>
                <a:t>   i            j               k                 l           m</a:t>
              </a:r>
            </a:p>
          </p:txBody>
        </p:sp>
      </p:grpSp>
      <p:sp>
        <p:nvSpPr>
          <p:cNvPr id="14339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52400"/>
            <a:ext cx="8229600" cy="838200"/>
          </a:xfrm>
        </p:spPr>
        <p:txBody>
          <a:bodyPr/>
          <a:lstStyle/>
          <a:p>
            <a:pPr eaLnBrk="1" hangingPunct="1"/>
            <a:r>
              <a:rPr lang="en-US" altLang="zh-CN" smtClean="0">
                <a:latin typeface="Times New Roman" pitchFamily="18" charset="0"/>
                <a:ea typeface="宋体" charset="-122"/>
              </a:rPr>
              <a:t>Example</a:t>
            </a:r>
          </a:p>
        </p:txBody>
      </p:sp>
      <p:sp>
        <p:nvSpPr>
          <p:cNvPr id="568350" name="Text Box 30"/>
          <p:cNvSpPr txBox="1">
            <a:spLocks noChangeArrowheads="1"/>
          </p:cNvSpPr>
          <p:nvPr/>
        </p:nvSpPr>
        <p:spPr bwMode="auto">
          <a:xfrm>
            <a:off x="376238" y="2025650"/>
            <a:ext cx="3433762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altLang="zh-CN" sz="3200">
                <a:solidFill>
                  <a:schemeClr val="tx2"/>
                </a:solidFill>
                <a:latin typeface="Times New Roman" pitchFamily="18" charset="0"/>
                <a:ea typeface="宋体" charset="-122"/>
              </a:rPr>
              <a:t>Descendants of </a:t>
            </a:r>
            <a:r>
              <a:rPr lang="en-US" altLang="zh-CN" sz="3200" i="1">
                <a:solidFill>
                  <a:schemeClr val="tx2"/>
                </a:solidFill>
                <a:latin typeface="Times New Roman" pitchFamily="18" charset="0"/>
                <a:ea typeface="宋体" charset="-122"/>
              </a:rPr>
              <a:t>d</a:t>
            </a:r>
            <a:endParaRPr lang="en-US" altLang="zh-CN" sz="3200">
              <a:solidFill>
                <a:schemeClr val="tx2"/>
              </a:solidFill>
              <a:latin typeface="Times New Roman" pitchFamily="18" charset="0"/>
              <a:ea typeface="宋体" charset="-122"/>
            </a:endParaRPr>
          </a:p>
        </p:txBody>
      </p:sp>
      <p:sp>
        <p:nvSpPr>
          <p:cNvPr id="568351" name="Oval 31"/>
          <p:cNvSpPr>
            <a:spLocks noChangeArrowheads="1"/>
          </p:cNvSpPr>
          <p:nvPr/>
        </p:nvSpPr>
        <p:spPr bwMode="auto">
          <a:xfrm>
            <a:off x="4779963" y="4411663"/>
            <a:ext cx="381000" cy="381000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0" hangingPunct="0"/>
            <a:endParaRPr lang="zh-CN" altLang="zh-CN" sz="2400">
              <a:solidFill>
                <a:schemeClr val="tx2"/>
              </a:solidFill>
              <a:latin typeface="Book Antiqua" pitchFamily="18" charset="0"/>
              <a:ea typeface="宋体" charset="-122"/>
            </a:endParaRPr>
          </a:p>
        </p:txBody>
      </p:sp>
      <p:sp>
        <p:nvSpPr>
          <p:cNvPr id="568352" name="Oval 32"/>
          <p:cNvSpPr>
            <a:spLocks noChangeArrowheads="1"/>
          </p:cNvSpPr>
          <p:nvPr/>
        </p:nvSpPr>
        <p:spPr bwMode="auto">
          <a:xfrm>
            <a:off x="5694363" y="4411663"/>
            <a:ext cx="381000" cy="381000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>
              <a:ea typeface="宋体" charset="-122"/>
            </a:endParaRPr>
          </a:p>
        </p:txBody>
      </p:sp>
      <p:sp>
        <p:nvSpPr>
          <p:cNvPr id="568353" name="Oval 33"/>
          <p:cNvSpPr>
            <a:spLocks noChangeArrowheads="1"/>
          </p:cNvSpPr>
          <p:nvPr/>
        </p:nvSpPr>
        <p:spPr bwMode="auto">
          <a:xfrm>
            <a:off x="6684963" y="4411663"/>
            <a:ext cx="381000" cy="381000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>
              <a:ea typeface="宋体" charset="-122"/>
            </a:endParaRPr>
          </a:p>
        </p:txBody>
      </p:sp>
      <p:sp>
        <p:nvSpPr>
          <p:cNvPr id="568354" name="Oval 34"/>
          <p:cNvSpPr>
            <a:spLocks noChangeArrowheads="1"/>
          </p:cNvSpPr>
          <p:nvPr/>
        </p:nvSpPr>
        <p:spPr bwMode="auto">
          <a:xfrm>
            <a:off x="4779963" y="5554663"/>
            <a:ext cx="381000" cy="381000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>
              <a:ea typeface="宋体" charset="-122"/>
            </a:endParaRPr>
          </a:p>
        </p:txBody>
      </p:sp>
      <p:sp>
        <p:nvSpPr>
          <p:cNvPr id="568355" name="Oval 35"/>
          <p:cNvSpPr>
            <a:spLocks noChangeArrowheads="1"/>
          </p:cNvSpPr>
          <p:nvPr/>
        </p:nvSpPr>
        <p:spPr bwMode="auto">
          <a:xfrm>
            <a:off x="7218363" y="5554663"/>
            <a:ext cx="381000" cy="381000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>
              <a:ea typeface="宋体" charset="-122"/>
            </a:endParaRPr>
          </a:p>
        </p:txBody>
      </p:sp>
      <p:sp>
        <p:nvSpPr>
          <p:cNvPr id="568356" name="Oval 36"/>
          <p:cNvSpPr>
            <a:spLocks noChangeArrowheads="1"/>
          </p:cNvSpPr>
          <p:nvPr/>
        </p:nvSpPr>
        <p:spPr bwMode="auto">
          <a:xfrm>
            <a:off x="6227763" y="5554663"/>
            <a:ext cx="381000" cy="381000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>
              <a:ea typeface="宋体" charset="-122"/>
            </a:endParaRPr>
          </a:p>
        </p:txBody>
      </p:sp>
      <p:sp>
        <p:nvSpPr>
          <p:cNvPr id="37" name="Slide Number Placeholder 3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B66DE-703E-461C-82AF-C942A54373C1}" type="slidenum">
              <a:rPr lang="en-US" altLang="zh-CN" smtClean="0"/>
              <a:pPr/>
              <a:t>13</a:t>
            </a:fld>
            <a:endParaRPr lang="en-US" altLang="zh-CN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83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683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683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83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3" dur="500"/>
                                        <p:tgtEl>
                                          <p:spTgt spid="5683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83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8" dur="500"/>
                                        <p:tgtEl>
                                          <p:spTgt spid="5683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83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3" dur="500"/>
                                        <p:tgtEl>
                                          <p:spTgt spid="5683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83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8" dur="500"/>
                                        <p:tgtEl>
                                          <p:spTgt spid="5683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83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3" dur="500"/>
                                        <p:tgtEl>
                                          <p:spTgt spid="5683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83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8" dur="500"/>
                                        <p:tgtEl>
                                          <p:spTgt spid="5683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68350" grpId="0" autoUpdateAnimBg="0"/>
      <p:bldP spid="568351" grpId="0" animBg="1" autoUpdateAnimBg="0"/>
      <p:bldP spid="568352" grpId="0" animBg="1"/>
      <p:bldP spid="568353" grpId="0" animBg="1"/>
      <p:bldP spid="568354" grpId="0" animBg="1"/>
      <p:bldP spid="568355" grpId="0" animBg="1"/>
      <p:bldP spid="568356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152400"/>
            <a:ext cx="8610600" cy="914400"/>
          </a:xfrm>
        </p:spPr>
        <p:txBody>
          <a:bodyPr/>
          <a:lstStyle/>
          <a:p>
            <a:pPr eaLnBrk="1" hangingPunct="1"/>
            <a:r>
              <a:rPr lang="en-US" altLang="zh-CN" smtClean="0">
                <a:latin typeface="Times New Roman" pitchFamily="18" charset="0"/>
                <a:ea typeface="宋体" charset="-122"/>
              </a:rPr>
              <a:t>Tree Terminology (Cont.)</a:t>
            </a:r>
          </a:p>
        </p:txBody>
      </p:sp>
      <p:sp>
        <p:nvSpPr>
          <p:cNvPr id="5693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8600" y="1524000"/>
            <a:ext cx="8115300" cy="4114800"/>
          </a:xfrm>
        </p:spPr>
        <p:txBody>
          <a:bodyPr/>
          <a:lstStyle/>
          <a:p>
            <a:pPr eaLnBrk="1" hangingPunct="1"/>
            <a:r>
              <a:rPr lang="en-US" altLang="zh-CN" sz="3600" smtClean="0">
                <a:latin typeface="Times New Roman" pitchFamily="18" charset="0"/>
                <a:ea typeface="宋体" charset="-122"/>
              </a:rPr>
              <a:t>A vertex with no children is called a </a:t>
            </a:r>
            <a:r>
              <a:rPr lang="en-US" altLang="zh-CN" sz="3600" i="1" smtClean="0">
                <a:solidFill>
                  <a:schemeClr val="tx2"/>
                </a:solidFill>
                <a:latin typeface="Times New Roman" pitchFamily="18" charset="0"/>
                <a:ea typeface="宋体" charset="-122"/>
              </a:rPr>
              <a:t>leaf</a:t>
            </a:r>
            <a:r>
              <a:rPr lang="en-US" altLang="zh-CN" sz="3600" smtClean="0">
                <a:latin typeface="Times New Roman" pitchFamily="18" charset="0"/>
                <a:ea typeface="宋体" charset="-122"/>
              </a:rPr>
              <a:t>.</a:t>
            </a:r>
          </a:p>
          <a:p>
            <a:pPr eaLnBrk="1" hangingPunct="1">
              <a:buFontTx/>
              <a:buNone/>
            </a:pPr>
            <a:endParaRPr lang="en-US" altLang="zh-CN" sz="1400" smtClean="0">
              <a:latin typeface="Times New Roman" pitchFamily="18" charset="0"/>
              <a:ea typeface="宋体" charset="-122"/>
            </a:endParaRPr>
          </a:p>
          <a:p>
            <a:pPr eaLnBrk="1" hangingPunct="1"/>
            <a:r>
              <a:rPr lang="en-US" altLang="zh-CN" sz="3600" smtClean="0">
                <a:latin typeface="Times New Roman" pitchFamily="18" charset="0"/>
                <a:ea typeface="宋体" charset="-122"/>
              </a:rPr>
              <a:t>Vertices with children are called </a:t>
            </a:r>
            <a:r>
              <a:rPr lang="en-US" altLang="zh-CN" sz="3600" i="1" smtClean="0">
                <a:solidFill>
                  <a:schemeClr val="tx2"/>
                </a:solidFill>
                <a:latin typeface="Times New Roman" pitchFamily="18" charset="0"/>
                <a:ea typeface="宋体" charset="-122"/>
              </a:rPr>
              <a:t>internal vertices</a:t>
            </a:r>
            <a:r>
              <a:rPr lang="en-US" altLang="zh-CN" sz="3600" smtClean="0">
                <a:latin typeface="Times New Roman" pitchFamily="18" charset="0"/>
                <a:ea typeface="宋体" charset="-122"/>
              </a:rPr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B66DE-703E-461C-82AF-C942A54373C1}" type="slidenum">
              <a:rPr lang="en-US" altLang="zh-CN" smtClean="0"/>
              <a:pPr/>
              <a:t>14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93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693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693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93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693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693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69347" grpId="0" build="p" autoUpdateAnimBg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52400"/>
            <a:ext cx="8229600" cy="914400"/>
          </a:xfrm>
        </p:spPr>
        <p:txBody>
          <a:bodyPr/>
          <a:lstStyle/>
          <a:p>
            <a:pPr eaLnBrk="1" hangingPunct="1"/>
            <a:r>
              <a:rPr lang="en-US" altLang="zh-CN" smtClean="0">
                <a:latin typeface="Times New Roman" pitchFamily="18" charset="0"/>
                <a:ea typeface="宋体" charset="-122"/>
              </a:rPr>
              <a:t>Example</a:t>
            </a:r>
          </a:p>
        </p:txBody>
      </p:sp>
      <p:grpSp>
        <p:nvGrpSpPr>
          <p:cNvPr id="16387" name="Group 3"/>
          <p:cNvGrpSpPr>
            <a:grpSpLocks/>
          </p:cNvGrpSpPr>
          <p:nvPr/>
        </p:nvGrpSpPr>
        <p:grpSpPr bwMode="auto">
          <a:xfrm>
            <a:off x="2097088" y="2014538"/>
            <a:ext cx="5502275" cy="3921125"/>
            <a:chOff x="1142" y="1130"/>
            <a:chExt cx="3466" cy="2470"/>
          </a:xfrm>
        </p:grpSpPr>
        <p:sp>
          <p:nvSpPr>
            <p:cNvPr id="16396" name="Oval 4"/>
            <p:cNvSpPr>
              <a:spLocks noChangeArrowheads="1"/>
            </p:cNvSpPr>
            <p:nvPr/>
          </p:nvSpPr>
          <p:spPr bwMode="auto">
            <a:xfrm>
              <a:off x="2592" y="1248"/>
              <a:ext cx="240" cy="240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>
                <a:ea typeface="宋体" charset="-122"/>
              </a:endParaRPr>
            </a:p>
          </p:txBody>
        </p:sp>
        <p:sp>
          <p:nvSpPr>
            <p:cNvPr id="16397" name="Oval 5"/>
            <p:cNvSpPr>
              <a:spLocks noChangeArrowheads="1"/>
            </p:cNvSpPr>
            <p:nvPr/>
          </p:nvSpPr>
          <p:spPr bwMode="auto">
            <a:xfrm>
              <a:off x="1824" y="1872"/>
              <a:ext cx="240" cy="240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>
                <a:ea typeface="宋体" charset="-122"/>
              </a:endParaRPr>
            </a:p>
          </p:txBody>
        </p:sp>
        <p:sp>
          <p:nvSpPr>
            <p:cNvPr id="16398" name="Oval 6"/>
            <p:cNvSpPr>
              <a:spLocks noChangeArrowheads="1"/>
            </p:cNvSpPr>
            <p:nvPr/>
          </p:nvSpPr>
          <p:spPr bwMode="auto">
            <a:xfrm>
              <a:off x="2592" y="1872"/>
              <a:ext cx="240" cy="240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>
                <a:ea typeface="宋体" charset="-122"/>
              </a:endParaRPr>
            </a:p>
          </p:txBody>
        </p:sp>
        <p:sp>
          <p:nvSpPr>
            <p:cNvPr id="16399" name="Oval 7"/>
            <p:cNvSpPr>
              <a:spLocks noChangeArrowheads="1"/>
            </p:cNvSpPr>
            <p:nvPr/>
          </p:nvSpPr>
          <p:spPr bwMode="auto">
            <a:xfrm>
              <a:off x="3408" y="1872"/>
              <a:ext cx="240" cy="240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>
                <a:ea typeface="宋体" charset="-122"/>
              </a:endParaRPr>
            </a:p>
          </p:txBody>
        </p:sp>
        <p:sp>
          <p:nvSpPr>
            <p:cNvPr id="16400" name="Oval 8"/>
            <p:cNvSpPr>
              <a:spLocks noChangeArrowheads="1"/>
            </p:cNvSpPr>
            <p:nvPr/>
          </p:nvSpPr>
          <p:spPr bwMode="auto">
            <a:xfrm>
              <a:off x="1824" y="2592"/>
              <a:ext cx="240" cy="240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>
                <a:ea typeface="宋体" charset="-122"/>
              </a:endParaRPr>
            </a:p>
          </p:txBody>
        </p:sp>
        <p:sp>
          <p:nvSpPr>
            <p:cNvPr id="16401" name="Oval 9"/>
            <p:cNvSpPr>
              <a:spLocks noChangeArrowheads="1"/>
            </p:cNvSpPr>
            <p:nvPr/>
          </p:nvSpPr>
          <p:spPr bwMode="auto">
            <a:xfrm>
              <a:off x="1488" y="3360"/>
              <a:ext cx="240" cy="240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>
                <a:ea typeface="宋体" charset="-122"/>
              </a:endParaRPr>
            </a:p>
          </p:txBody>
        </p:sp>
        <p:sp>
          <p:nvSpPr>
            <p:cNvPr id="16402" name="Oval 10"/>
            <p:cNvSpPr>
              <a:spLocks noChangeArrowheads="1"/>
            </p:cNvSpPr>
            <p:nvPr/>
          </p:nvSpPr>
          <p:spPr bwMode="auto">
            <a:xfrm>
              <a:off x="2064" y="3360"/>
              <a:ext cx="240" cy="240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>
                <a:ea typeface="宋体" charset="-122"/>
              </a:endParaRPr>
            </a:p>
          </p:txBody>
        </p:sp>
        <p:sp>
          <p:nvSpPr>
            <p:cNvPr id="16403" name="Oval 11"/>
            <p:cNvSpPr>
              <a:spLocks noChangeArrowheads="1"/>
            </p:cNvSpPr>
            <p:nvPr/>
          </p:nvSpPr>
          <p:spPr bwMode="auto">
            <a:xfrm>
              <a:off x="2832" y="2640"/>
              <a:ext cx="240" cy="240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>
                <a:ea typeface="宋体" charset="-122"/>
              </a:endParaRPr>
            </a:p>
          </p:txBody>
        </p:sp>
        <p:sp>
          <p:nvSpPr>
            <p:cNvPr id="16404" name="Oval 12"/>
            <p:cNvSpPr>
              <a:spLocks noChangeArrowheads="1"/>
            </p:cNvSpPr>
            <p:nvPr/>
          </p:nvSpPr>
          <p:spPr bwMode="auto">
            <a:xfrm>
              <a:off x="3408" y="2640"/>
              <a:ext cx="240" cy="240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>
                <a:ea typeface="宋体" charset="-122"/>
              </a:endParaRPr>
            </a:p>
          </p:txBody>
        </p:sp>
        <p:sp>
          <p:nvSpPr>
            <p:cNvPr id="16405" name="Oval 13"/>
            <p:cNvSpPr>
              <a:spLocks noChangeArrowheads="1"/>
            </p:cNvSpPr>
            <p:nvPr/>
          </p:nvSpPr>
          <p:spPr bwMode="auto">
            <a:xfrm>
              <a:off x="4032" y="2640"/>
              <a:ext cx="240" cy="240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>
                <a:ea typeface="宋体" charset="-122"/>
              </a:endParaRPr>
            </a:p>
          </p:txBody>
        </p:sp>
        <p:sp>
          <p:nvSpPr>
            <p:cNvPr id="16406" name="Oval 14"/>
            <p:cNvSpPr>
              <a:spLocks noChangeArrowheads="1"/>
            </p:cNvSpPr>
            <p:nvPr/>
          </p:nvSpPr>
          <p:spPr bwMode="auto">
            <a:xfrm>
              <a:off x="2832" y="3360"/>
              <a:ext cx="240" cy="240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>
                <a:ea typeface="宋体" charset="-122"/>
              </a:endParaRPr>
            </a:p>
          </p:txBody>
        </p:sp>
        <p:sp>
          <p:nvSpPr>
            <p:cNvPr id="16407" name="Oval 15"/>
            <p:cNvSpPr>
              <a:spLocks noChangeArrowheads="1"/>
            </p:cNvSpPr>
            <p:nvPr/>
          </p:nvSpPr>
          <p:spPr bwMode="auto">
            <a:xfrm>
              <a:off x="4368" y="3360"/>
              <a:ext cx="240" cy="240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>
                <a:ea typeface="宋体" charset="-122"/>
              </a:endParaRPr>
            </a:p>
          </p:txBody>
        </p:sp>
        <p:sp>
          <p:nvSpPr>
            <p:cNvPr id="16408" name="Oval 16"/>
            <p:cNvSpPr>
              <a:spLocks noChangeArrowheads="1"/>
            </p:cNvSpPr>
            <p:nvPr/>
          </p:nvSpPr>
          <p:spPr bwMode="auto">
            <a:xfrm>
              <a:off x="3744" y="3360"/>
              <a:ext cx="240" cy="240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>
                <a:ea typeface="宋体" charset="-122"/>
              </a:endParaRPr>
            </a:p>
          </p:txBody>
        </p:sp>
        <p:cxnSp>
          <p:nvCxnSpPr>
            <p:cNvPr id="16409" name="AutoShape 17"/>
            <p:cNvCxnSpPr>
              <a:cxnSpLocks noChangeShapeType="1"/>
              <a:stCxn id="16396" idx="3"/>
              <a:endCxn id="16397" idx="7"/>
            </p:cNvCxnSpPr>
            <p:nvPr/>
          </p:nvCxnSpPr>
          <p:spPr bwMode="auto">
            <a:xfrm flipH="1">
              <a:off x="2029" y="1453"/>
              <a:ext cx="598" cy="454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ffectLst/>
          </p:spPr>
        </p:cxnSp>
        <p:cxnSp>
          <p:nvCxnSpPr>
            <p:cNvPr id="16410" name="AutoShape 18"/>
            <p:cNvCxnSpPr>
              <a:cxnSpLocks noChangeShapeType="1"/>
              <a:stCxn id="16396" idx="4"/>
              <a:endCxn id="16398" idx="0"/>
            </p:cNvCxnSpPr>
            <p:nvPr/>
          </p:nvCxnSpPr>
          <p:spPr bwMode="auto">
            <a:xfrm>
              <a:off x="2712" y="1488"/>
              <a:ext cx="0" cy="384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ffectLst/>
          </p:spPr>
        </p:cxnSp>
        <p:cxnSp>
          <p:nvCxnSpPr>
            <p:cNvPr id="16411" name="AutoShape 19"/>
            <p:cNvCxnSpPr>
              <a:cxnSpLocks noChangeShapeType="1"/>
              <a:stCxn id="16396" idx="5"/>
              <a:endCxn id="16399" idx="1"/>
            </p:cNvCxnSpPr>
            <p:nvPr/>
          </p:nvCxnSpPr>
          <p:spPr bwMode="auto">
            <a:xfrm>
              <a:off x="2797" y="1453"/>
              <a:ext cx="646" cy="454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ffectLst/>
          </p:spPr>
        </p:cxnSp>
        <p:cxnSp>
          <p:nvCxnSpPr>
            <p:cNvPr id="16412" name="AutoShape 20"/>
            <p:cNvCxnSpPr>
              <a:cxnSpLocks noChangeShapeType="1"/>
              <a:stCxn id="16397" idx="4"/>
              <a:endCxn id="16400" idx="0"/>
            </p:cNvCxnSpPr>
            <p:nvPr/>
          </p:nvCxnSpPr>
          <p:spPr bwMode="auto">
            <a:xfrm>
              <a:off x="1944" y="2112"/>
              <a:ext cx="0" cy="480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ffectLst/>
          </p:spPr>
        </p:cxnSp>
        <p:cxnSp>
          <p:nvCxnSpPr>
            <p:cNvPr id="16413" name="AutoShape 21"/>
            <p:cNvCxnSpPr>
              <a:cxnSpLocks noChangeShapeType="1"/>
              <a:stCxn id="16399" idx="4"/>
              <a:endCxn id="16403" idx="0"/>
            </p:cNvCxnSpPr>
            <p:nvPr/>
          </p:nvCxnSpPr>
          <p:spPr bwMode="auto">
            <a:xfrm flipH="1">
              <a:off x="2952" y="2112"/>
              <a:ext cx="576" cy="528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ffectLst/>
          </p:spPr>
        </p:cxnSp>
        <p:cxnSp>
          <p:nvCxnSpPr>
            <p:cNvPr id="16414" name="AutoShape 22"/>
            <p:cNvCxnSpPr>
              <a:cxnSpLocks noChangeShapeType="1"/>
              <a:stCxn id="16399" idx="4"/>
              <a:endCxn id="16404" idx="0"/>
            </p:cNvCxnSpPr>
            <p:nvPr/>
          </p:nvCxnSpPr>
          <p:spPr bwMode="auto">
            <a:xfrm>
              <a:off x="3528" y="2112"/>
              <a:ext cx="0" cy="528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ffectLst/>
          </p:spPr>
        </p:cxnSp>
        <p:cxnSp>
          <p:nvCxnSpPr>
            <p:cNvPr id="16415" name="AutoShape 23"/>
            <p:cNvCxnSpPr>
              <a:cxnSpLocks noChangeShapeType="1"/>
              <a:stCxn id="16399" idx="4"/>
              <a:endCxn id="16405" idx="0"/>
            </p:cNvCxnSpPr>
            <p:nvPr/>
          </p:nvCxnSpPr>
          <p:spPr bwMode="auto">
            <a:xfrm>
              <a:off x="3528" y="2112"/>
              <a:ext cx="624" cy="528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ffectLst/>
          </p:spPr>
        </p:cxnSp>
        <p:cxnSp>
          <p:nvCxnSpPr>
            <p:cNvPr id="16416" name="AutoShape 24"/>
            <p:cNvCxnSpPr>
              <a:cxnSpLocks noChangeShapeType="1"/>
              <a:stCxn id="16400" idx="4"/>
              <a:endCxn id="16401" idx="0"/>
            </p:cNvCxnSpPr>
            <p:nvPr/>
          </p:nvCxnSpPr>
          <p:spPr bwMode="auto">
            <a:xfrm flipH="1">
              <a:off x="1608" y="2832"/>
              <a:ext cx="336" cy="528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ffectLst/>
          </p:spPr>
        </p:cxnSp>
        <p:cxnSp>
          <p:nvCxnSpPr>
            <p:cNvPr id="16417" name="AutoShape 25"/>
            <p:cNvCxnSpPr>
              <a:cxnSpLocks noChangeShapeType="1"/>
              <a:stCxn id="16400" idx="4"/>
              <a:endCxn id="16402" idx="0"/>
            </p:cNvCxnSpPr>
            <p:nvPr/>
          </p:nvCxnSpPr>
          <p:spPr bwMode="auto">
            <a:xfrm>
              <a:off x="1944" y="2832"/>
              <a:ext cx="240" cy="528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ffectLst/>
          </p:spPr>
        </p:cxnSp>
        <p:cxnSp>
          <p:nvCxnSpPr>
            <p:cNvPr id="16418" name="AutoShape 26"/>
            <p:cNvCxnSpPr>
              <a:cxnSpLocks noChangeShapeType="1"/>
              <a:stCxn id="16403" idx="4"/>
              <a:endCxn id="16406" idx="0"/>
            </p:cNvCxnSpPr>
            <p:nvPr/>
          </p:nvCxnSpPr>
          <p:spPr bwMode="auto">
            <a:xfrm>
              <a:off x="2952" y="2880"/>
              <a:ext cx="0" cy="480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ffectLst/>
          </p:spPr>
        </p:cxnSp>
        <p:cxnSp>
          <p:nvCxnSpPr>
            <p:cNvPr id="16419" name="AutoShape 27"/>
            <p:cNvCxnSpPr>
              <a:cxnSpLocks noChangeShapeType="1"/>
              <a:stCxn id="16405" idx="4"/>
              <a:endCxn id="16408" idx="0"/>
            </p:cNvCxnSpPr>
            <p:nvPr/>
          </p:nvCxnSpPr>
          <p:spPr bwMode="auto">
            <a:xfrm flipH="1">
              <a:off x="3864" y="2880"/>
              <a:ext cx="288" cy="480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ffectLst/>
          </p:spPr>
        </p:cxnSp>
        <p:cxnSp>
          <p:nvCxnSpPr>
            <p:cNvPr id="16420" name="AutoShape 28"/>
            <p:cNvCxnSpPr>
              <a:cxnSpLocks noChangeShapeType="1"/>
              <a:stCxn id="16405" idx="4"/>
              <a:endCxn id="16407" idx="0"/>
            </p:cNvCxnSpPr>
            <p:nvPr/>
          </p:nvCxnSpPr>
          <p:spPr bwMode="auto">
            <a:xfrm>
              <a:off x="4152" y="2880"/>
              <a:ext cx="336" cy="480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ffectLst/>
          </p:spPr>
        </p:cxnSp>
        <p:sp>
          <p:nvSpPr>
            <p:cNvPr id="16421" name="Text Box 29"/>
            <p:cNvSpPr txBox="1">
              <a:spLocks noChangeArrowheads="1"/>
            </p:cNvSpPr>
            <p:nvPr/>
          </p:nvSpPr>
          <p:spPr bwMode="auto">
            <a:xfrm>
              <a:off x="1142" y="1130"/>
              <a:ext cx="3283" cy="2358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sz="2400" i="1">
                  <a:latin typeface="Times New Roman" pitchFamily="18" charset="0"/>
                  <a:ea typeface="宋体" charset="-122"/>
                </a:rPr>
                <a:t>                         a</a:t>
              </a:r>
            </a:p>
            <a:p>
              <a:r>
                <a:rPr lang="en-US" altLang="zh-CN" sz="2400" i="1">
                  <a:latin typeface="Times New Roman" pitchFamily="18" charset="0"/>
                  <a:ea typeface="宋体" charset="-122"/>
                </a:rPr>
                <a:t> </a:t>
              </a:r>
            </a:p>
            <a:p>
              <a:endParaRPr lang="en-US" altLang="zh-CN" sz="2400" i="1">
                <a:latin typeface="Times New Roman" pitchFamily="18" charset="0"/>
                <a:ea typeface="宋体" charset="-122"/>
              </a:endParaRPr>
            </a:p>
            <a:p>
              <a:r>
                <a:rPr lang="en-US" altLang="zh-CN" sz="2400" i="1">
                  <a:latin typeface="Times New Roman" pitchFamily="18" charset="0"/>
                  <a:ea typeface="宋体" charset="-122"/>
                </a:rPr>
                <a:t>          b               c              d </a:t>
              </a:r>
            </a:p>
            <a:p>
              <a:endParaRPr lang="en-US" altLang="zh-CN" sz="2400" i="1">
                <a:latin typeface="Times New Roman" pitchFamily="18" charset="0"/>
                <a:ea typeface="宋体" charset="-122"/>
              </a:endParaRPr>
            </a:p>
            <a:p>
              <a:endParaRPr lang="en-US" altLang="zh-CN" sz="2400" i="1">
                <a:latin typeface="Times New Roman" pitchFamily="18" charset="0"/>
                <a:ea typeface="宋体" charset="-122"/>
              </a:endParaRPr>
            </a:p>
            <a:p>
              <a:r>
                <a:rPr lang="en-US" altLang="zh-CN" sz="2400" i="1">
                  <a:latin typeface="Times New Roman" pitchFamily="18" charset="0"/>
                  <a:ea typeface="宋体" charset="-122"/>
                </a:rPr>
                <a:t>           e                   f           g           h</a:t>
              </a:r>
            </a:p>
            <a:p>
              <a:endParaRPr lang="en-US" altLang="zh-CN" sz="2400" i="1">
                <a:latin typeface="Times New Roman" pitchFamily="18" charset="0"/>
                <a:ea typeface="宋体" charset="-122"/>
              </a:endParaRPr>
            </a:p>
            <a:p>
              <a:endParaRPr lang="en-US" altLang="zh-CN" sz="2400" i="1">
                <a:latin typeface="Times New Roman" pitchFamily="18" charset="0"/>
                <a:ea typeface="宋体" charset="-122"/>
              </a:endParaRPr>
            </a:p>
            <a:p>
              <a:r>
                <a:rPr lang="en-US" altLang="zh-CN" sz="2400" i="1">
                  <a:latin typeface="Times New Roman" pitchFamily="18" charset="0"/>
                  <a:ea typeface="宋体" charset="-122"/>
                </a:rPr>
                <a:t>   i            j               k                 l           m</a:t>
              </a:r>
            </a:p>
          </p:txBody>
        </p:sp>
      </p:grpSp>
      <p:sp>
        <p:nvSpPr>
          <p:cNvPr id="16388" name="Text Box 30"/>
          <p:cNvSpPr txBox="1">
            <a:spLocks noChangeArrowheads="1"/>
          </p:cNvSpPr>
          <p:nvPr/>
        </p:nvSpPr>
        <p:spPr bwMode="auto">
          <a:xfrm>
            <a:off x="828675" y="2009775"/>
            <a:ext cx="1336675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 sz="3200">
                <a:solidFill>
                  <a:schemeClr val="tx2"/>
                </a:solidFill>
                <a:latin typeface="Times New Roman" pitchFamily="18" charset="0"/>
                <a:ea typeface="宋体" charset="-122"/>
              </a:rPr>
              <a:t>Leaves</a:t>
            </a:r>
          </a:p>
        </p:txBody>
      </p:sp>
      <p:sp>
        <p:nvSpPr>
          <p:cNvPr id="570399" name="Oval 31"/>
          <p:cNvSpPr>
            <a:spLocks noChangeArrowheads="1"/>
          </p:cNvSpPr>
          <p:nvPr/>
        </p:nvSpPr>
        <p:spPr bwMode="auto">
          <a:xfrm>
            <a:off x="4398963" y="3192463"/>
            <a:ext cx="381000" cy="381000"/>
          </a:xfrm>
          <a:prstGeom prst="ellipse">
            <a:avLst/>
          </a:prstGeom>
          <a:solidFill>
            <a:schemeClr val="tx2"/>
          </a:solidFill>
          <a:ln w="9525">
            <a:solidFill>
              <a:srgbClr val="A5002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>
              <a:ea typeface="宋体" charset="-122"/>
            </a:endParaRPr>
          </a:p>
        </p:txBody>
      </p:sp>
      <p:sp>
        <p:nvSpPr>
          <p:cNvPr id="570400" name="Oval 32"/>
          <p:cNvSpPr>
            <a:spLocks noChangeArrowheads="1"/>
          </p:cNvSpPr>
          <p:nvPr/>
        </p:nvSpPr>
        <p:spPr bwMode="auto">
          <a:xfrm>
            <a:off x="5694363" y="4411663"/>
            <a:ext cx="381000" cy="381000"/>
          </a:xfrm>
          <a:prstGeom prst="ellipse">
            <a:avLst/>
          </a:prstGeom>
          <a:solidFill>
            <a:schemeClr val="tx2"/>
          </a:solidFill>
          <a:ln w="9525">
            <a:solidFill>
              <a:srgbClr val="A5002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>
              <a:ea typeface="宋体" charset="-122"/>
            </a:endParaRPr>
          </a:p>
        </p:txBody>
      </p:sp>
      <p:sp>
        <p:nvSpPr>
          <p:cNvPr id="570401" name="Oval 33"/>
          <p:cNvSpPr>
            <a:spLocks noChangeArrowheads="1"/>
          </p:cNvSpPr>
          <p:nvPr/>
        </p:nvSpPr>
        <p:spPr bwMode="auto">
          <a:xfrm>
            <a:off x="7218363" y="5554663"/>
            <a:ext cx="381000" cy="381000"/>
          </a:xfrm>
          <a:prstGeom prst="ellipse">
            <a:avLst/>
          </a:prstGeom>
          <a:solidFill>
            <a:schemeClr val="tx2"/>
          </a:solidFill>
          <a:ln w="9525">
            <a:solidFill>
              <a:srgbClr val="A5002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>
              <a:ea typeface="宋体" charset="-122"/>
            </a:endParaRPr>
          </a:p>
        </p:txBody>
      </p:sp>
      <p:sp>
        <p:nvSpPr>
          <p:cNvPr id="570402" name="Oval 34"/>
          <p:cNvSpPr>
            <a:spLocks noChangeArrowheads="1"/>
          </p:cNvSpPr>
          <p:nvPr/>
        </p:nvSpPr>
        <p:spPr bwMode="auto">
          <a:xfrm>
            <a:off x="6227763" y="5554663"/>
            <a:ext cx="381000" cy="381000"/>
          </a:xfrm>
          <a:prstGeom prst="ellipse">
            <a:avLst/>
          </a:prstGeom>
          <a:solidFill>
            <a:schemeClr val="tx2"/>
          </a:solidFill>
          <a:ln w="9525">
            <a:solidFill>
              <a:srgbClr val="A5002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>
              <a:ea typeface="宋体" charset="-122"/>
            </a:endParaRPr>
          </a:p>
        </p:txBody>
      </p:sp>
      <p:sp>
        <p:nvSpPr>
          <p:cNvPr id="570403" name="Oval 35"/>
          <p:cNvSpPr>
            <a:spLocks noChangeArrowheads="1"/>
          </p:cNvSpPr>
          <p:nvPr/>
        </p:nvSpPr>
        <p:spPr bwMode="auto">
          <a:xfrm>
            <a:off x="4779963" y="5554663"/>
            <a:ext cx="381000" cy="381000"/>
          </a:xfrm>
          <a:prstGeom prst="ellipse">
            <a:avLst/>
          </a:prstGeom>
          <a:solidFill>
            <a:schemeClr val="tx2"/>
          </a:solidFill>
          <a:ln w="9525">
            <a:solidFill>
              <a:srgbClr val="A5002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>
              <a:ea typeface="宋体" charset="-122"/>
            </a:endParaRPr>
          </a:p>
        </p:txBody>
      </p:sp>
      <p:sp>
        <p:nvSpPr>
          <p:cNvPr id="570404" name="Oval 36"/>
          <p:cNvSpPr>
            <a:spLocks noChangeArrowheads="1"/>
          </p:cNvSpPr>
          <p:nvPr/>
        </p:nvSpPr>
        <p:spPr bwMode="auto">
          <a:xfrm>
            <a:off x="3560763" y="5554663"/>
            <a:ext cx="381000" cy="381000"/>
          </a:xfrm>
          <a:prstGeom prst="ellipse">
            <a:avLst/>
          </a:prstGeom>
          <a:solidFill>
            <a:schemeClr val="tx2"/>
          </a:solidFill>
          <a:ln w="9525">
            <a:solidFill>
              <a:srgbClr val="A5002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>
              <a:ea typeface="宋体" charset="-122"/>
            </a:endParaRPr>
          </a:p>
        </p:txBody>
      </p:sp>
      <p:sp>
        <p:nvSpPr>
          <p:cNvPr id="570405" name="Oval 37"/>
          <p:cNvSpPr>
            <a:spLocks noChangeArrowheads="1"/>
          </p:cNvSpPr>
          <p:nvPr/>
        </p:nvSpPr>
        <p:spPr bwMode="auto">
          <a:xfrm>
            <a:off x="2646363" y="5554663"/>
            <a:ext cx="381000" cy="381000"/>
          </a:xfrm>
          <a:prstGeom prst="ellipse">
            <a:avLst/>
          </a:prstGeom>
          <a:solidFill>
            <a:schemeClr val="tx2"/>
          </a:solidFill>
          <a:ln w="9525">
            <a:solidFill>
              <a:srgbClr val="A5002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>
              <a:ea typeface="宋体" charset="-122"/>
            </a:endParaRPr>
          </a:p>
        </p:txBody>
      </p:sp>
      <p:sp>
        <p:nvSpPr>
          <p:cNvPr id="38" name="Slide Number Placeholder 3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94BF74-4D1E-471C-8549-12F0AD34FC1A}" type="slidenum">
              <a:rPr lang="en-US" altLang="zh-CN" smtClean="0"/>
              <a:pPr/>
              <a:t>15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03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5703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04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" dur="500"/>
                                        <p:tgtEl>
                                          <p:spTgt spid="5704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04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7" dur="500"/>
                                        <p:tgtEl>
                                          <p:spTgt spid="5704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04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2" dur="500"/>
                                        <p:tgtEl>
                                          <p:spTgt spid="5704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04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7" dur="500"/>
                                        <p:tgtEl>
                                          <p:spTgt spid="5704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04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2" dur="500"/>
                                        <p:tgtEl>
                                          <p:spTgt spid="5704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04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7" dur="500"/>
                                        <p:tgtEl>
                                          <p:spTgt spid="5704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70399" grpId="0" animBg="1"/>
      <p:bldP spid="570400" grpId="0" animBg="1"/>
      <p:bldP spid="570401" grpId="0" animBg="1"/>
      <p:bldP spid="570402" grpId="0" animBg="1"/>
      <p:bldP spid="570403" grpId="0" animBg="1"/>
      <p:bldP spid="570404" grpId="0" animBg="1"/>
      <p:bldP spid="570405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52400"/>
            <a:ext cx="8229600" cy="838200"/>
          </a:xfrm>
        </p:spPr>
        <p:txBody>
          <a:bodyPr/>
          <a:lstStyle/>
          <a:p>
            <a:pPr eaLnBrk="1" hangingPunct="1"/>
            <a:r>
              <a:rPr lang="en-US" altLang="zh-CN" smtClean="0">
                <a:latin typeface="Times New Roman" pitchFamily="18" charset="0"/>
                <a:ea typeface="宋体" charset="-122"/>
              </a:rPr>
              <a:t>Example</a:t>
            </a:r>
          </a:p>
        </p:txBody>
      </p:sp>
      <p:grpSp>
        <p:nvGrpSpPr>
          <p:cNvPr id="17411" name="Group 3"/>
          <p:cNvGrpSpPr>
            <a:grpSpLocks/>
          </p:cNvGrpSpPr>
          <p:nvPr/>
        </p:nvGrpSpPr>
        <p:grpSpPr bwMode="auto">
          <a:xfrm>
            <a:off x="2097088" y="2014538"/>
            <a:ext cx="5502275" cy="3921125"/>
            <a:chOff x="1142" y="1130"/>
            <a:chExt cx="3466" cy="2470"/>
          </a:xfrm>
        </p:grpSpPr>
        <p:sp>
          <p:nvSpPr>
            <p:cNvPr id="17419" name="Oval 4"/>
            <p:cNvSpPr>
              <a:spLocks noChangeArrowheads="1"/>
            </p:cNvSpPr>
            <p:nvPr/>
          </p:nvSpPr>
          <p:spPr bwMode="auto">
            <a:xfrm>
              <a:off x="2592" y="1248"/>
              <a:ext cx="240" cy="240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>
                <a:ea typeface="宋体" charset="-122"/>
              </a:endParaRPr>
            </a:p>
          </p:txBody>
        </p:sp>
        <p:sp>
          <p:nvSpPr>
            <p:cNvPr id="17420" name="Oval 5"/>
            <p:cNvSpPr>
              <a:spLocks noChangeArrowheads="1"/>
            </p:cNvSpPr>
            <p:nvPr/>
          </p:nvSpPr>
          <p:spPr bwMode="auto">
            <a:xfrm>
              <a:off x="1824" y="1872"/>
              <a:ext cx="240" cy="240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>
                <a:ea typeface="宋体" charset="-122"/>
              </a:endParaRPr>
            </a:p>
          </p:txBody>
        </p:sp>
        <p:sp>
          <p:nvSpPr>
            <p:cNvPr id="17421" name="Oval 6"/>
            <p:cNvSpPr>
              <a:spLocks noChangeArrowheads="1"/>
            </p:cNvSpPr>
            <p:nvPr/>
          </p:nvSpPr>
          <p:spPr bwMode="auto">
            <a:xfrm>
              <a:off x="2592" y="1872"/>
              <a:ext cx="240" cy="240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>
                <a:ea typeface="宋体" charset="-122"/>
              </a:endParaRPr>
            </a:p>
          </p:txBody>
        </p:sp>
        <p:sp>
          <p:nvSpPr>
            <p:cNvPr id="17422" name="Oval 7"/>
            <p:cNvSpPr>
              <a:spLocks noChangeArrowheads="1"/>
            </p:cNvSpPr>
            <p:nvPr/>
          </p:nvSpPr>
          <p:spPr bwMode="auto">
            <a:xfrm>
              <a:off x="3408" y="1872"/>
              <a:ext cx="240" cy="240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>
                <a:ea typeface="宋体" charset="-122"/>
              </a:endParaRPr>
            </a:p>
          </p:txBody>
        </p:sp>
        <p:sp>
          <p:nvSpPr>
            <p:cNvPr id="17423" name="Oval 8"/>
            <p:cNvSpPr>
              <a:spLocks noChangeArrowheads="1"/>
            </p:cNvSpPr>
            <p:nvPr/>
          </p:nvSpPr>
          <p:spPr bwMode="auto">
            <a:xfrm>
              <a:off x="1824" y="2592"/>
              <a:ext cx="240" cy="240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>
                <a:ea typeface="宋体" charset="-122"/>
              </a:endParaRPr>
            </a:p>
          </p:txBody>
        </p:sp>
        <p:sp>
          <p:nvSpPr>
            <p:cNvPr id="17424" name="Oval 9"/>
            <p:cNvSpPr>
              <a:spLocks noChangeArrowheads="1"/>
            </p:cNvSpPr>
            <p:nvPr/>
          </p:nvSpPr>
          <p:spPr bwMode="auto">
            <a:xfrm>
              <a:off x="1488" y="3360"/>
              <a:ext cx="240" cy="240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>
                <a:ea typeface="宋体" charset="-122"/>
              </a:endParaRPr>
            </a:p>
          </p:txBody>
        </p:sp>
        <p:sp>
          <p:nvSpPr>
            <p:cNvPr id="17425" name="Oval 10"/>
            <p:cNvSpPr>
              <a:spLocks noChangeArrowheads="1"/>
            </p:cNvSpPr>
            <p:nvPr/>
          </p:nvSpPr>
          <p:spPr bwMode="auto">
            <a:xfrm>
              <a:off x="2064" y="3360"/>
              <a:ext cx="240" cy="240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>
                <a:ea typeface="宋体" charset="-122"/>
              </a:endParaRPr>
            </a:p>
          </p:txBody>
        </p:sp>
        <p:sp>
          <p:nvSpPr>
            <p:cNvPr id="17426" name="Oval 11"/>
            <p:cNvSpPr>
              <a:spLocks noChangeArrowheads="1"/>
            </p:cNvSpPr>
            <p:nvPr/>
          </p:nvSpPr>
          <p:spPr bwMode="auto">
            <a:xfrm>
              <a:off x="2832" y="2640"/>
              <a:ext cx="240" cy="240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>
                <a:ea typeface="宋体" charset="-122"/>
              </a:endParaRPr>
            </a:p>
          </p:txBody>
        </p:sp>
        <p:sp>
          <p:nvSpPr>
            <p:cNvPr id="17427" name="Oval 12"/>
            <p:cNvSpPr>
              <a:spLocks noChangeArrowheads="1"/>
            </p:cNvSpPr>
            <p:nvPr/>
          </p:nvSpPr>
          <p:spPr bwMode="auto">
            <a:xfrm>
              <a:off x="3408" y="2640"/>
              <a:ext cx="240" cy="240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>
                <a:ea typeface="宋体" charset="-122"/>
              </a:endParaRPr>
            </a:p>
          </p:txBody>
        </p:sp>
        <p:sp>
          <p:nvSpPr>
            <p:cNvPr id="17428" name="Oval 13"/>
            <p:cNvSpPr>
              <a:spLocks noChangeArrowheads="1"/>
            </p:cNvSpPr>
            <p:nvPr/>
          </p:nvSpPr>
          <p:spPr bwMode="auto">
            <a:xfrm>
              <a:off x="4032" y="2640"/>
              <a:ext cx="240" cy="240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>
                <a:ea typeface="宋体" charset="-122"/>
              </a:endParaRPr>
            </a:p>
          </p:txBody>
        </p:sp>
        <p:sp>
          <p:nvSpPr>
            <p:cNvPr id="17429" name="Oval 14"/>
            <p:cNvSpPr>
              <a:spLocks noChangeArrowheads="1"/>
            </p:cNvSpPr>
            <p:nvPr/>
          </p:nvSpPr>
          <p:spPr bwMode="auto">
            <a:xfrm>
              <a:off x="2832" y="3360"/>
              <a:ext cx="240" cy="240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>
                <a:ea typeface="宋体" charset="-122"/>
              </a:endParaRPr>
            </a:p>
          </p:txBody>
        </p:sp>
        <p:sp>
          <p:nvSpPr>
            <p:cNvPr id="17430" name="Oval 15"/>
            <p:cNvSpPr>
              <a:spLocks noChangeArrowheads="1"/>
            </p:cNvSpPr>
            <p:nvPr/>
          </p:nvSpPr>
          <p:spPr bwMode="auto">
            <a:xfrm>
              <a:off x="4368" y="3360"/>
              <a:ext cx="240" cy="240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>
                <a:ea typeface="宋体" charset="-122"/>
              </a:endParaRPr>
            </a:p>
          </p:txBody>
        </p:sp>
        <p:sp>
          <p:nvSpPr>
            <p:cNvPr id="17431" name="Oval 16"/>
            <p:cNvSpPr>
              <a:spLocks noChangeArrowheads="1"/>
            </p:cNvSpPr>
            <p:nvPr/>
          </p:nvSpPr>
          <p:spPr bwMode="auto">
            <a:xfrm>
              <a:off x="3744" y="3360"/>
              <a:ext cx="240" cy="240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>
                <a:ea typeface="宋体" charset="-122"/>
              </a:endParaRPr>
            </a:p>
          </p:txBody>
        </p:sp>
        <p:cxnSp>
          <p:nvCxnSpPr>
            <p:cNvPr id="17432" name="AutoShape 17"/>
            <p:cNvCxnSpPr>
              <a:cxnSpLocks noChangeShapeType="1"/>
              <a:stCxn id="17419" idx="3"/>
              <a:endCxn id="17420" idx="7"/>
            </p:cNvCxnSpPr>
            <p:nvPr/>
          </p:nvCxnSpPr>
          <p:spPr bwMode="auto">
            <a:xfrm flipH="1">
              <a:off x="2029" y="1453"/>
              <a:ext cx="598" cy="454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ffectLst/>
          </p:spPr>
        </p:cxnSp>
        <p:cxnSp>
          <p:nvCxnSpPr>
            <p:cNvPr id="17433" name="AutoShape 18"/>
            <p:cNvCxnSpPr>
              <a:cxnSpLocks noChangeShapeType="1"/>
              <a:stCxn id="17419" idx="4"/>
              <a:endCxn id="17421" idx="0"/>
            </p:cNvCxnSpPr>
            <p:nvPr/>
          </p:nvCxnSpPr>
          <p:spPr bwMode="auto">
            <a:xfrm>
              <a:off x="2712" y="1488"/>
              <a:ext cx="0" cy="384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ffectLst/>
          </p:spPr>
        </p:cxnSp>
        <p:cxnSp>
          <p:nvCxnSpPr>
            <p:cNvPr id="17434" name="AutoShape 19"/>
            <p:cNvCxnSpPr>
              <a:cxnSpLocks noChangeShapeType="1"/>
              <a:stCxn id="17419" idx="5"/>
              <a:endCxn id="17422" idx="1"/>
            </p:cNvCxnSpPr>
            <p:nvPr/>
          </p:nvCxnSpPr>
          <p:spPr bwMode="auto">
            <a:xfrm>
              <a:off x="2797" y="1453"/>
              <a:ext cx="646" cy="454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ffectLst/>
          </p:spPr>
        </p:cxnSp>
        <p:cxnSp>
          <p:nvCxnSpPr>
            <p:cNvPr id="17435" name="AutoShape 20"/>
            <p:cNvCxnSpPr>
              <a:cxnSpLocks noChangeShapeType="1"/>
              <a:stCxn id="17420" idx="4"/>
              <a:endCxn id="17423" idx="0"/>
            </p:cNvCxnSpPr>
            <p:nvPr/>
          </p:nvCxnSpPr>
          <p:spPr bwMode="auto">
            <a:xfrm>
              <a:off x="1944" y="2112"/>
              <a:ext cx="0" cy="480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ffectLst/>
          </p:spPr>
        </p:cxnSp>
        <p:cxnSp>
          <p:nvCxnSpPr>
            <p:cNvPr id="17436" name="AutoShape 21"/>
            <p:cNvCxnSpPr>
              <a:cxnSpLocks noChangeShapeType="1"/>
              <a:stCxn id="17422" idx="4"/>
              <a:endCxn id="17426" idx="0"/>
            </p:cNvCxnSpPr>
            <p:nvPr/>
          </p:nvCxnSpPr>
          <p:spPr bwMode="auto">
            <a:xfrm flipH="1">
              <a:off x="2952" y="2112"/>
              <a:ext cx="576" cy="528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ffectLst/>
          </p:spPr>
        </p:cxnSp>
        <p:cxnSp>
          <p:nvCxnSpPr>
            <p:cNvPr id="17437" name="AutoShape 22"/>
            <p:cNvCxnSpPr>
              <a:cxnSpLocks noChangeShapeType="1"/>
              <a:stCxn id="17422" idx="4"/>
              <a:endCxn id="17427" idx="0"/>
            </p:cNvCxnSpPr>
            <p:nvPr/>
          </p:nvCxnSpPr>
          <p:spPr bwMode="auto">
            <a:xfrm>
              <a:off x="3528" y="2112"/>
              <a:ext cx="0" cy="528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ffectLst/>
          </p:spPr>
        </p:cxnSp>
        <p:cxnSp>
          <p:nvCxnSpPr>
            <p:cNvPr id="17438" name="AutoShape 23"/>
            <p:cNvCxnSpPr>
              <a:cxnSpLocks noChangeShapeType="1"/>
              <a:stCxn id="17422" idx="4"/>
              <a:endCxn id="17428" idx="0"/>
            </p:cNvCxnSpPr>
            <p:nvPr/>
          </p:nvCxnSpPr>
          <p:spPr bwMode="auto">
            <a:xfrm>
              <a:off x="3528" y="2112"/>
              <a:ext cx="624" cy="528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ffectLst/>
          </p:spPr>
        </p:cxnSp>
        <p:cxnSp>
          <p:nvCxnSpPr>
            <p:cNvPr id="17439" name="AutoShape 24"/>
            <p:cNvCxnSpPr>
              <a:cxnSpLocks noChangeShapeType="1"/>
              <a:stCxn id="17423" idx="4"/>
              <a:endCxn id="17424" idx="0"/>
            </p:cNvCxnSpPr>
            <p:nvPr/>
          </p:nvCxnSpPr>
          <p:spPr bwMode="auto">
            <a:xfrm flipH="1">
              <a:off x="1608" y="2832"/>
              <a:ext cx="336" cy="528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ffectLst/>
          </p:spPr>
        </p:cxnSp>
        <p:cxnSp>
          <p:nvCxnSpPr>
            <p:cNvPr id="17440" name="AutoShape 25"/>
            <p:cNvCxnSpPr>
              <a:cxnSpLocks noChangeShapeType="1"/>
              <a:stCxn id="17423" idx="4"/>
              <a:endCxn id="17425" idx="0"/>
            </p:cNvCxnSpPr>
            <p:nvPr/>
          </p:nvCxnSpPr>
          <p:spPr bwMode="auto">
            <a:xfrm>
              <a:off x="1944" y="2832"/>
              <a:ext cx="240" cy="528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ffectLst/>
          </p:spPr>
        </p:cxnSp>
        <p:cxnSp>
          <p:nvCxnSpPr>
            <p:cNvPr id="17441" name="AutoShape 26"/>
            <p:cNvCxnSpPr>
              <a:cxnSpLocks noChangeShapeType="1"/>
              <a:stCxn id="17426" idx="4"/>
              <a:endCxn id="17429" idx="0"/>
            </p:cNvCxnSpPr>
            <p:nvPr/>
          </p:nvCxnSpPr>
          <p:spPr bwMode="auto">
            <a:xfrm>
              <a:off x="2952" y="2880"/>
              <a:ext cx="0" cy="480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ffectLst/>
          </p:spPr>
        </p:cxnSp>
        <p:cxnSp>
          <p:nvCxnSpPr>
            <p:cNvPr id="17442" name="AutoShape 27"/>
            <p:cNvCxnSpPr>
              <a:cxnSpLocks noChangeShapeType="1"/>
              <a:stCxn id="17428" idx="4"/>
              <a:endCxn id="17431" idx="0"/>
            </p:cNvCxnSpPr>
            <p:nvPr/>
          </p:nvCxnSpPr>
          <p:spPr bwMode="auto">
            <a:xfrm flipH="1">
              <a:off x="3864" y="2880"/>
              <a:ext cx="288" cy="480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ffectLst/>
          </p:spPr>
        </p:cxnSp>
        <p:cxnSp>
          <p:nvCxnSpPr>
            <p:cNvPr id="17443" name="AutoShape 28"/>
            <p:cNvCxnSpPr>
              <a:cxnSpLocks noChangeShapeType="1"/>
              <a:stCxn id="17428" idx="4"/>
              <a:endCxn id="17430" idx="0"/>
            </p:cNvCxnSpPr>
            <p:nvPr/>
          </p:nvCxnSpPr>
          <p:spPr bwMode="auto">
            <a:xfrm>
              <a:off x="4152" y="2880"/>
              <a:ext cx="336" cy="480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ffectLst/>
          </p:spPr>
        </p:cxnSp>
        <p:sp>
          <p:nvSpPr>
            <p:cNvPr id="17444" name="Text Box 29"/>
            <p:cNvSpPr txBox="1">
              <a:spLocks noChangeArrowheads="1"/>
            </p:cNvSpPr>
            <p:nvPr/>
          </p:nvSpPr>
          <p:spPr bwMode="auto">
            <a:xfrm>
              <a:off x="1142" y="1130"/>
              <a:ext cx="3283" cy="2358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sz="2400" i="1">
                  <a:latin typeface="Times New Roman" pitchFamily="18" charset="0"/>
                  <a:ea typeface="宋体" charset="-122"/>
                </a:rPr>
                <a:t>                         a</a:t>
              </a:r>
            </a:p>
            <a:p>
              <a:r>
                <a:rPr lang="en-US" altLang="zh-CN" sz="2400" i="1">
                  <a:latin typeface="Times New Roman" pitchFamily="18" charset="0"/>
                  <a:ea typeface="宋体" charset="-122"/>
                </a:rPr>
                <a:t> </a:t>
              </a:r>
            </a:p>
            <a:p>
              <a:endParaRPr lang="en-US" altLang="zh-CN" sz="2400" i="1">
                <a:latin typeface="Times New Roman" pitchFamily="18" charset="0"/>
                <a:ea typeface="宋体" charset="-122"/>
              </a:endParaRPr>
            </a:p>
            <a:p>
              <a:r>
                <a:rPr lang="en-US" altLang="zh-CN" sz="2400" i="1">
                  <a:latin typeface="Times New Roman" pitchFamily="18" charset="0"/>
                  <a:ea typeface="宋体" charset="-122"/>
                </a:rPr>
                <a:t>          b               c              d </a:t>
              </a:r>
            </a:p>
            <a:p>
              <a:endParaRPr lang="en-US" altLang="zh-CN" sz="2400" i="1">
                <a:latin typeface="Times New Roman" pitchFamily="18" charset="0"/>
                <a:ea typeface="宋体" charset="-122"/>
              </a:endParaRPr>
            </a:p>
            <a:p>
              <a:endParaRPr lang="en-US" altLang="zh-CN" sz="2400" i="1">
                <a:latin typeface="Times New Roman" pitchFamily="18" charset="0"/>
                <a:ea typeface="宋体" charset="-122"/>
              </a:endParaRPr>
            </a:p>
            <a:p>
              <a:r>
                <a:rPr lang="en-US" altLang="zh-CN" sz="2400" i="1">
                  <a:latin typeface="Times New Roman" pitchFamily="18" charset="0"/>
                  <a:ea typeface="宋体" charset="-122"/>
                </a:rPr>
                <a:t>           e                   f           g           h</a:t>
              </a:r>
            </a:p>
            <a:p>
              <a:endParaRPr lang="en-US" altLang="zh-CN" sz="2400" i="1">
                <a:latin typeface="Times New Roman" pitchFamily="18" charset="0"/>
                <a:ea typeface="宋体" charset="-122"/>
              </a:endParaRPr>
            </a:p>
            <a:p>
              <a:endParaRPr lang="en-US" altLang="zh-CN" sz="2400" i="1">
                <a:latin typeface="Times New Roman" pitchFamily="18" charset="0"/>
                <a:ea typeface="宋体" charset="-122"/>
              </a:endParaRPr>
            </a:p>
            <a:p>
              <a:r>
                <a:rPr lang="en-US" altLang="zh-CN" sz="2400" i="1">
                  <a:latin typeface="Times New Roman" pitchFamily="18" charset="0"/>
                  <a:ea typeface="宋体" charset="-122"/>
                </a:rPr>
                <a:t>   i            j               k                 l           m</a:t>
              </a:r>
            </a:p>
          </p:txBody>
        </p:sp>
      </p:grpSp>
      <p:sp>
        <p:nvSpPr>
          <p:cNvPr id="17412" name="Text Box 30"/>
          <p:cNvSpPr txBox="1">
            <a:spLocks noChangeArrowheads="1"/>
          </p:cNvSpPr>
          <p:nvPr/>
        </p:nvSpPr>
        <p:spPr bwMode="auto">
          <a:xfrm>
            <a:off x="468313" y="2068513"/>
            <a:ext cx="2814637" cy="579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 sz="3200">
                <a:solidFill>
                  <a:schemeClr val="tx2"/>
                </a:solidFill>
                <a:latin typeface="Times New Roman" pitchFamily="18" charset="0"/>
                <a:ea typeface="宋体" charset="-122"/>
              </a:rPr>
              <a:t>Internal vertices</a:t>
            </a:r>
          </a:p>
        </p:txBody>
      </p:sp>
      <p:sp>
        <p:nvSpPr>
          <p:cNvPr id="571423" name="Oval 31"/>
          <p:cNvSpPr>
            <a:spLocks noChangeArrowheads="1"/>
          </p:cNvSpPr>
          <p:nvPr/>
        </p:nvSpPr>
        <p:spPr bwMode="auto">
          <a:xfrm>
            <a:off x="4398963" y="2201863"/>
            <a:ext cx="381000" cy="381000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>
              <a:ea typeface="宋体" charset="-122"/>
            </a:endParaRPr>
          </a:p>
        </p:txBody>
      </p:sp>
      <p:sp>
        <p:nvSpPr>
          <p:cNvPr id="571424" name="Oval 32"/>
          <p:cNvSpPr>
            <a:spLocks noChangeArrowheads="1"/>
          </p:cNvSpPr>
          <p:nvPr/>
        </p:nvSpPr>
        <p:spPr bwMode="auto">
          <a:xfrm>
            <a:off x="3179763" y="3192463"/>
            <a:ext cx="381000" cy="381000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>
              <a:ea typeface="宋体" charset="-122"/>
            </a:endParaRPr>
          </a:p>
        </p:txBody>
      </p:sp>
      <p:sp>
        <p:nvSpPr>
          <p:cNvPr id="571425" name="Oval 33"/>
          <p:cNvSpPr>
            <a:spLocks noChangeArrowheads="1"/>
          </p:cNvSpPr>
          <p:nvPr/>
        </p:nvSpPr>
        <p:spPr bwMode="auto">
          <a:xfrm>
            <a:off x="5694363" y="3192463"/>
            <a:ext cx="381000" cy="381000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>
              <a:ea typeface="宋体" charset="-122"/>
            </a:endParaRPr>
          </a:p>
        </p:txBody>
      </p:sp>
      <p:sp>
        <p:nvSpPr>
          <p:cNvPr id="571426" name="Oval 34"/>
          <p:cNvSpPr>
            <a:spLocks noChangeArrowheads="1"/>
          </p:cNvSpPr>
          <p:nvPr/>
        </p:nvSpPr>
        <p:spPr bwMode="auto">
          <a:xfrm>
            <a:off x="3179763" y="4335463"/>
            <a:ext cx="381000" cy="381000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>
              <a:ea typeface="宋体" charset="-122"/>
            </a:endParaRPr>
          </a:p>
        </p:txBody>
      </p:sp>
      <p:sp>
        <p:nvSpPr>
          <p:cNvPr id="571427" name="Oval 35"/>
          <p:cNvSpPr>
            <a:spLocks noChangeArrowheads="1"/>
          </p:cNvSpPr>
          <p:nvPr/>
        </p:nvSpPr>
        <p:spPr bwMode="auto">
          <a:xfrm>
            <a:off x="4779963" y="4411663"/>
            <a:ext cx="381000" cy="381000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>
              <a:ea typeface="宋体" charset="-122"/>
            </a:endParaRPr>
          </a:p>
        </p:txBody>
      </p:sp>
      <p:sp>
        <p:nvSpPr>
          <p:cNvPr id="571428" name="Oval 36"/>
          <p:cNvSpPr>
            <a:spLocks noChangeArrowheads="1"/>
          </p:cNvSpPr>
          <p:nvPr/>
        </p:nvSpPr>
        <p:spPr bwMode="auto">
          <a:xfrm>
            <a:off x="6684963" y="4411663"/>
            <a:ext cx="381000" cy="381000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>
              <a:ea typeface="宋体" charset="-122"/>
            </a:endParaRPr>
          </a:p>
        </p:txBody>
      </p:sp>
      <p:sp>
        <p:nvSpPr>
          <p:cNvPr id="37" name="Slide Number Placeholder 3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94BF74-4D1E-471C-8549-12F0AD34FC1A}" type="slidenum">
              <a:rPr lang="en-US" altLang="zh-CN" smtClean="0"/>
              <a:pPr/>
              <a:t>16</a:t>
            </a:fld>
            <a:endParaRPr lang="en-US" altLang="zh-CN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14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5714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14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" dur="500"/>
                                        <p:tgtEl>
                                          <p:spTgt spid="5714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14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7" dur="500"/>
                                        <p:tgtEl>
                                          <p:spTgt spid="5714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14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2" dur="500"/>
                                        <p:tgtEl>
                                          <p:spTgt spid="5714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14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7" dur="500"/>
                                        <p:tgtEl>
                                          <p:spTgt spid="5714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14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2" dur="500"/>
                                        <p:tgtEl>
                                          <p:spTgt spid="5714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71423" grpId="0" animBg="1"/>
      <p:bldP spid="571424" grpId="0" animBg="1"/>
      <p:bldP spid="571425" grpId="0" animBg="1"/>
      <p:bldP spid="571426" grpId="0" animBg="1"/>
      <p:bldP spid="571427" grpId="0" animBg="1"/>
      <p:bldP spid="571428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152400"/>
            <a:ext cx="8763000" cy="914400"/>
          </a:xfrm>
        </p:spPr>
        <p:txBody>
          <a:bodyPr/>
          <a:lstStyle/>
          <a:p>
            <a:pPr eaLnBrk="1" hangingPunct="1"/>
            <a:r>
              <a:rPr lang="en-US" altLang="zh-CN" smtClean="0">
                <a:latin typeface="Times New Roman" pitchFamily="18" charset="0"/>
                <a:ea typeface="宋体" charset="-122"/>
              </a:rPr>
              <a:t>Tree Terminology (Cont.)</a:t>
            </a:r>
          </a:p>
        </p:txBody>
      </p:sp>
      <p:sp>
        <p:nvSpPr>
          <p:cNvPr id="184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229600" cy="31242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zh-CN" sz="3600" smtClean="0">
                <a:latin typeface="Times New Roman" pitchFamily="18" charset="0"/>
                <a:ea typeface="宋体" charset="-122"/>
              </a:rPr>
              <a:t>If </a:t>
            </a:r>
            <a:r>
              <a:rPr lang="en-US" altLang="zh-CN" sz="3600" i="1" smtClean="0">
                <a:latin typeface="Times New Roman" pitchFamily="18" charset="0"/>
                <a:ea typeface="宋体" charset="-122"/>
              </a:rPr>
              <a:t>a</a:t>
            </a:r>
            <a:r>
              <a:rPr lang="en-US" altLang="zh-CN" sz="3600" smtClean="0">
                <a:latin typeface="Times New Roman" pitchFamily="18" charset="0"/>
                <a:ea typeface="宋体" charset="-122"/>
              </a:rPr>
              <a:t> is a vertex in a tree, the </a:t>
            </a:r>
            <a:r>
              <a:rPr lang="en-US" altLang="zh-CN" sz="3600" i="1" smtClean="0">
                <a:solidFill>
                  <a:schemeClr val="tx2"/>
                </a:solidFill>
                <a:latin typeface="Times New Roman" pitchFamily="18" charset="0"/>
                <a:ea typeface="宋体" charset="-122"/>
              </a:rPr>
              <a:t>subtree</a:t>
            </a:r>
            <a:r>
              <a:rPr lang="en-US" altLang="zh-CN" sz="3600" smtClean="0">
                <a:latin typeface="Times New Roman" pitchFamily="18" charset="0"/>
                <a:ea typeface="宋体" charset="-122"/>
              </a:rPr>
              <a:t> with </a:t>
            </a:r>
            <a:r>
              <a:rPr lang="en-US" altLang="zh-CN" sz="3600" i="1" smtClean="0">
                <a:latin typeface="Times New Roman" pitchFamily="18" charset="0"/>
                <a:ea typeface="宋体" charset="-122"/>
              </a:rPr>
              <a:t>a</a:t>
            </a:r>
            <a:r>
              <a:rPr lang="en-US" altLang="zh-CN" sz="3600" smtClean="0">
                <a:latin typeface="Times New Roman" pitchFamily="18" charset="0"/>
                <a:ea typeface="宋体" charset="-122"/>
              </a:rPr>
              <a:t> as its root is: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CN" sz="3200" smtClean="0">
                <a:latin typeface="Times New Roman" pitchFamily="18" charset="0"/>
                <a:ea typeface="宋体" charset="-122"/>
              </a:rPr>
              <a:t> </a:t>
            </a:r>
            <a:r>
              <a:rPr lang="en-US" altLang="zh-CN" sz="3600" smtClean="0">
                <a:latin typeface="Times New Roman" pitchFamily="18" charset="0"/>
                <a:ea typeface="宋体" charset="-122"/>
              </a:rPr>
              <a:t>the subgraph of the tree consisting of </a:t>
            </a:r>
            <a:r>
              <a:rPr lang="en-US" altLang="zh-CN" sz="3600" i="1" smtClean="0">
                <a:latin typeface="Times New Roman" pitchFamily="18" charset="0"/>
                <a:ea typeface="宋体" charset="-122"/>
              </a:rPr>
              <a:t>a</a:t>
            </a:r>
            <a:r>
              <a:rPr lang="en-US" altLang="zh-CN" sz="3600" smtClean="0">
                <a:latin typeface="Times New Roman" pitchFamily="18" charset="0"/>
                <a:ea typeface="宋体" charset="-122"/>
              </a:rPr>
              <a:t> and its descendants, and 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CN" sz="3600" smtClean="0">
                <a:latin typeface="Times New Roman" pitchFamily="18" charset="0"/>
                <a:ea typeface="宋体" charset="-122"/>
              </a:rPr>
              <a:t>all edges incident to these descendants.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B66DE-703E-461C-82AF-C942A54373C1}" type="slidenum">
              <a:rPr lang="en-US" altLang="zh-CN" smtClean="0"/>
              <a:pPr/>
              <a:t>17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52400"/>
            <a:ext cx="8229600" cy="838200"/>
          </a:xfrm>
        </p:spPr>
        <p:txBody>
          <a:bodyPr/>
          <a:lstStyle/>
          <a:p>
            <a:pPr eaLnBrk="1" hangingPunct="1"/>
            <a:r>
              <a:rPr lang="en-US" altLang="zh-CN" smtClean="0">
                <a:latin typeface="Times New Roman" pitchFamily="18" charset="0"/>
                <a:ea typeface="宋体" charset="-122"/>
              </a:rPr>
              <a:t>Example</a:t>
            </a:r>
          </a:p>
        </p:txBody>
      </p:sp>
      <p:grpSp>
        <p:nvGrpSpPr>
          <p:cNvPr id="19459" name="Group 3"/>
          <p:cNvGrpSpPr>
            <a:grpSpLocks/>
          </p:cNvGrpSpPr>
          <p:nvPr/>
        </p:nvGrpSpPr>
        <p:grpSpPr bwMode="auto">
          <a:xfrm>
            <a:off x="1812925" y="1793875"/>
            <a:ext cx="5502275" cy="3921125"/>
            <a:chOff x="1142" y="1130"/>
            <a:chExt cx="3466" cy="2470"/>
          </a:xfrm>
        </p:grpSpPr>
        <p:sp>
          <p:nvSpPr>
            <p:cNvPr id="19466" name="Oval 4"/>
            <p:cNvSpPr>
              <a:spLocks noChangeArrowheads="1"/>
            </p:cNvSpPr>
            <p:nvPr/>
          </p:nvSpPr>
          <p:spPr bwMode="auto">
            <a:xfrm>
              <a:off x="2592" y="1248"/>
              <a:ext cx="240" cy="240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>
                <a:ea typeface="宋体" charset="-122"/>
              </a:endParaRPr>
            </a:p>
          </p:txBody>
        </p:sp>
        <p:sp>
          <p:nvSpPr>
            <p:cNvPr id="19467" name="Oval 5"/>
            <p:cNvSpPr>
              <a:spLocks noChangeArrowheads="1"/>
            </p:cNvSpPr>
            <p:nvPr/>
          </p:nvSpPr>
          <p:spPr bwMode="auto">
            <a:xfrm>
              <a:off x="1824" y="1872"/>
              <a:ext cx="240" cy="240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>
                <a:ea typeface="宋体" charset="-122"/>
              </a:endParaRPr>
            </a:p>
          </p:txBody>
        </p:sp>
        <p:sp>
          <p:nvSpPr>
            <p:cNvPr id="19468" name="Oval 6"/>
            <p:cNvSpPr>
              <a:spLocks noChangeArrowheads="1"/>
            </p:cNvSpPr>
            <p:nvPr/>
          </p:nvSpPr>
          <p:spPr bwMode="auto">
            <a:xfrm>
              <a:off x="2592" y="1872"/>
              <a:ext cx="240" cy="240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>
                <a:ea typeface="宋体" charset="-122"/>
              </a:endParaRPr>
            </a:p>
          </p:txBody>
        </p:sp>
        <p:sp>
          <p:nvSpPr>
            <p:cNvPr id="19469" name="Oval 7"/>
            <p:cNvSpPr>
              <a:spLocks noChangeArrowheads="1"/>
            </p:cNvSpPr>
            <p:nvPr/>
          </p:nvSpPr>
          <p:spPr bwMode="auto">
            <a:xfrm>
              <a:off x="3408" y="1872"/>
              <a:ext cx="240" cy="240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>
                <a:ea typeface="宋体" charset="-122"/>
              </a:endParaRPr>
            </a:p>
          </p:txBody>
        </p:sp>
        <p:sp>
          <p:nvSpPr>
            <p:cNvPr id="19470" name="Oval 8"/>
            <p:cNvSpPr>
              <a:spLocks noChangeArrowheads="1"/>
            </p:cNvSpPr>
            <p:nvPr/>
          </p:nvSpPr>
          <p:spPr bwMode="auto">
            <a:xfrm>
              <a:off x="1824" y="2592"/>
              <a:ext cx="240" cy="240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>
                <a:ea typeface="宋体" charset="-122"/>
              </a:endParaRPr>
            </a:p>
          </p:txBody>
        </p:sp>
        <p:sp>
          <p:nvSpPr>
            <p:cNvPr id="19471" name="Oval 9"/>
            <p:cNvSpPr>
              <a:spLocks noChangeArrowheads="1"/>
            </p:cNvSpPr>
            <p:nvPr/>
          </p:nvSpPr>
          <p:spPr bwMode="auto">
            <a:xfrm>
              <a:off x="1488" y="3360"/>
              <a:ext cx="240" cy="240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>
                <a:ea typeface="宋体" charset="-122"/>
              </a:endParaRPr>
            </a:p>
          </p:txBody>
        </p:sp>
        <p:sp>
          <p:nvSpPr>
            <p:cNvPr id="19472" name="Oval 10"/>
            <p:cNvSpPr>
              <a:spLocks noChangeArrowheads="1"/>
            </p:cNvSpPr>
            <p:nvPr/>
          </p:nvSpPr>
          <p:spPr bwMode="auto">
            <a:xfrm>
              <a:off x="2064" y="3360"/>
              <a:ext cx="240" cy="240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>
                <a:ea typeface="宋体" charset="-122"/>
              </a:endParaRPr>
            </a:p>
          </p:txBody>
        </p:sp>
        <p:sp>
          <p:nvSpPr>
            <p:cNvPr id="19473" name="Oval 11"/>
            <p:cNvSpPr>
              <a:spLocks noChangeArrowheads="1"/>
            </p:cNvSpPr>
            <p:nvPr/>
          </p:nvSpPr>
          <p:spPr bwMode="auto">
            <a:xfrm>
              <a:off x="2832" y="2640"/>
              <a:ext cx="240" cy="240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>
                <a:ea typeface="宋体" charset="-122"/>
              </a:endParaRPr>
            </a:p>
          </p:txBody>
        </p:sp>
        <p:sp>
          <p:nvSpPr>
            <p:cNvPr id="19474" name="Oval 12"/>
            <p:cNvSpPr>
              <a:spLocks noChangeArrowheads="1"/>
            </p:cNvSpPr>
            <p:nvPr/>
          </p:nvSpPr>
          <p:spPr bwMode="auto">
            <a:xfrm>
              <a:off x="3408" y="2640"/>
              <a:ext cx="240" cy="240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>
                <a:ea typeface="宋体" charset="-122"/>
              </a:endParaRPr>
            </a:p>
          </p:txBody>
        </p:sp>
        <p:sp>
          <p:nvSpPr>
            <p:cNvPr id="19475" name="Oval 13"/>
            <p:cNvSpPr>
              <a:spLocks noChangeArrowheads="1"/>
            </p:cNvSpPr>
            <p:nvPr/>
          </p:nvSpPr>
          <p:spPr bwMode="auto">
            <a:xfrm>
              <a:off x="4032" y="2640"/>
              <a:ext cx="240" cy="240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>
                <a:ea typeface="宋体" charset="-122"/>
              </a:endParaRPr>
            </a:p>
          </p:txBody>
        </p:sp>
        <p:sp>
          <p:nvSpPr>
            <p:cNvPr id="19476" name="Oval 14"/>
            <p:cNvSpPr>
              <a:spLocks noChangeArrowheads="1"/>
            </p:cNvSpPr>
            <p:nvPr/>
          </p:nvSpPr>
          <p:spPr bwMode="auto">
            <a:xfrm>
              <a:off x="2832" y="3360"/>
              <a:ext cx="240" cy="240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>
                <a:ea typeface="宋体" charset="-122"/>
              </a:endParaRPr>
            </a:p>
          </p:txBody>
        </p:sp>
        <p:sp>
          <p:nvSpPr>
            <p:cNvPr id="19477" name="Oval 15"/>
            <p:cNvSpPr>
              <a:spLocks noChangeArrowheads="1"/>
            </p:cNvSpPr>
            <p:nvPr/>
          </p:nvSpPr>
          <p:spPr bwMode="auto">
            <a:xfrm>
              <a:off x="4368" y="3360"/>
              <a:ext cx="240" cy="240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>
                <a:ea typeface="宋体" charset="-122"/>
              </a:endParaRPr>
            </a:p>
          </p:txBody>
        </p:sp>
        <p:sp>
          <p:nvSpPr>
            <p:cNvPr id="19478" name="Oval 16"/>
            <p:cNvSpPr>
              <a:spLocks noChangeArrowheads="1"/>
            </p:cNvSpPr>
            <p:nvPr/>
          </p:nvSpPr>
          <p:spPr bwMode="auto">
            <a:xfrm>
              <a:off x="3744" y="3360"/>
              <a:ext cx="240" cy="240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>
                <a:ea typeface="宋体" charset="-122"/>
              </a:endParaRPr>
            </a:p>
          </p:txBody>
        </p:sp>
        <p:cxnSp>
          <p:nvCxnSpPr>
            <p:cNvPr id="19479" name="AutoShape 17"/>
            <p:cNvCxnSpPr>
              <a:cxnSpLocks noChangeShapeType="1"/>
              <a:stCxn id="19466" idx="3"/>
              <a:endCxn id="19467" idx="7"/>
            </p:cNvCxnSpPr>
            <p:nvPr/>
          </p:nvCxnSpPr>
          <p:spPr bwMode="auto">
            <a:xfrm flipH="1">
              <a:off x="2029" y="1453"/>
              <a:ext cx="598" cy="454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ffectLst/>
          </p:spPr>
        </p:cxnSp>
        <p:cxnSp>
          <p:nvCxnSpPr>
            <p:cNvPr id="19480" name="AutoShape 18"/>
            <p:cNvCxnSpPr>
              <a:cxnSpLocks noChangeShapeType="1"/>
              <a:stCxn id="19466" idx="4"/>
              <a:endCxn id="19468" idx="0"/>
            </p:cNvCxnSpPr>
            <p:nvPr/>
          </p:nvCxnSpPr>
          <p:spPr bwMode="auto">
            <a:xfrm>
              <a:off x="2712" y="1488"/>
              <a:ext cx="0" cy="384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ffectLst/>
          </p:spPr>
        </p:cxnSp>
        <p:cxnSp>
          <p:nvCxnSpPr>
            <p:cNvPr id="19481" name="AutoShape 19"/>
            <p:cNvCxnSpPr>
              <a:cxnSpLocks noChangeShapeType="1"/>
              <a:stCxn id="19466" idx="5"/>
              <a:endCxn id="19469" idx="1"/>
            </p:cNvCxnSpPr>
            <p:nvPr/>
          </p:nvCxnSpPr>
          <p:spPr bwMode="auto">
            <a:xfrm>
              <a:off x="2797" y="1453"/>
              <a:ext cx="646" cy="454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ffectLst/>
          </p:spPr>
        </p:cxnSp>
        <p:cxnSp>
          <p:nvCxnSpPr>
            <p:cNvPr id="19482" name="AutoShape 20"/>
            <p:cNvCxnSpPr>
              <a:cxnSpLocks noChangeShapeType="1"/>
              <a:stCxn id="19467" idx="4"/>
              <a:endCxn id="19470" idx="0"/>
            </p:cNvCxnSpPr>
            <p:nvPr/>
          </p:nvCxnSpPr>
          <p:spPr bwMode="auto">
            <a:xfrm>
              <a:off x="1944" y="2112"/>
              <a:ext cx="0" cy="480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ffectLst/>
          </p:spPr>
        </p:cxnSp>
        <p:cxnSp>
          <p:nvCxnSpPr>
            <p:cNvPr id="19483" name="AutoShape 21"/>
            <p:cNvCxnSpPr>
              <a:cxnSpLocks noChangeShapeType="1"/>
              <a:stCxn id="19469" idx="4"/>
              <a:endCxn id="19473" idx="0"/>
            </p:cNvCxnSpPr>
            <p:nvPr/>
          </p:nvCxnSpPr>
          <p:spPr bwMode="auto">
            <a:xfrm flipH="1">
              <a:off x="2952" y="2112"/>
              <a:ext cx="576" cy="528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ffectLst/>
          </p:spPr>
        </p:cxnSp>
        <p:cxnSp>
          <p:nvCxnSpPr>
            <p:cNvPr id="19484" name="AutoShape 22"/>
            <p:cNvCxnSpPr>
              <a:cxnSpLocks noChangeShapeType="1"/>
              <a:stCxn id="19469" idx="4"/>
              <a:endCxn id="19474" idx="0"/>
            </p:cNvCxnSpPr>
            <p:nvPr/>
          </p:nvCxnSpPr>
          <p:spPr bwMode="auto">
            <a:xfrm>
              <a:off x="3528" y="2112"/>
              <a:ext cx="0" cy="528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ffectLst/>
          </p:spPr>
        </p:cxnSp>
        <p:cxnSp>
          <p:nvCxnSpPr>
            <p:cNvPr id="19485" name="AutoShape 23"/>
            <p:cNvCxnSpPr>
              <a:cxnSpLocks noChangeShapeType="1"/>
              <a:stCxn id="19469" idx="4"/>
              <a:endCxn id="19475" idx="0"/>
            </p:cNvCxnSpPr>
            <p:nvPr/>
          </p:nvCxnSpPr>
          <p:spPr bwMode="auto">
            <a:xfrm>
              <a:off x="3528" y="2112"/>
              <a:ext cx="624" cy="528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ffectLst/>
          </p:spPr>
        </p:cxnSp>
        <p:cxnSp>
          <p:nvCxnSpPr>
            <p:cNvPr id="19486" name="AutoShape 24"/>
            <p:cNvCxnSpPr>
              <a:cxnSpLocks noChangeShapeType="1"/>
              <a:stCxn id="19470" idx="4"/>
              <a:endCxn id="19471" idx="0"/>
            </p:cNvCxnSpPr>
            <p:nvPr/>
          </p:nvCxnSpPr>
          <p:spPr bwMode="auto">
            <a:xfrm flipH="1">
              <a:off x="1608" y="2832"/>
              <a:ext cx="336" cy="528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ffectLst/>
          </p:spPr>
        </p:cxnSp>
        <p:cxnSp>
          <p:nvCxnSpPr>
            <p:cNvPr id="19487" name="AutoShape 25"/>
            <p:cNvCxnSpPr>
              <a:cxnSpLocks noChangeShapeType="1"/>
              <a:stCxn id="19470" idx="4"/>
              <a:endCxn id="19472" idx="0"/>
            </p:cNvCxnSpPr>
            <p:nvPr/>
          </p:nvCxnSpPr>
          <p:spPr bwMode="auto">
            <a:xfrm>
              <a:off x="1944" y="2832"/>
              <a:ext cx="240" cy="528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ffectLst/>
          </p:spPr>
        </p:cxnSp>
        <p:cxnSp>
          <p:nvCxnSpPr>
            <p:cNvPr id="19488" name="AutoShape 26"/>
            <p:cNvCxnSpPr>
              <a:cxnSpLocks noChangeShapeType="1"/>
              <a:stCxn id="19473" idx="4"/>
              <a:endCxn id="19476" idx="0"/>
            </p:cNvCxnSpPr>
            <p:nvPr/>
          </p:nvCxnSpPr>
          <p:spPr bwMode="auto">
            <a:xfrm>
              <a:off x="2952" y="2880"/>
              <a:ext cx="0" cy="480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ffectLst/>
          </p:spPr>
        </p:cxnSp>
        <p:cxnSp>
          <p:nvCxnSpPr>
            <p:cNvPr id="19489" name="AutoShape 27"/>
            <p:cNvCxnSpPr>
              <a:cxnSpLocks noChangeShapeType="1"/>
              <a:stCxn id="19475" idx="4"/>
              <a:endCxn id="19478" idx="0"/>
            </p:cNvCxnSpPr>
            <p:nvPr/>
          </p:nvCxnSpPr>
          <p:spPr bwMode="auto">
            <a:xfrm flipH="1">
              <a:off x="3864" y="2880"/>
              <a:ext cx="288" cy="480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ffectLst/>
          </p:spPr>
        </p:cxnSp>
        <p:cxnSp>
          <p:nvCxnSpPr>
            <p:cNvPr id="19490" name="AutoShape 28"/>
            <p:cNvCxnSpPr>
              <a:cxnSpLocks noChangeShapeType="1"/>
              <a:stCxn id="19475" idx="4"/>
              <a:endCxn id="19477" idx="0"/>
            </p:cNvCxnSpPr>
            <p:nvPr/>
          </p:nvCxnSpPr>
          <p:spPr bwMode="auto">
            <a:xfrm>
              <a:off x="4152" y="2880"/>
              <a:ext cx="336" cy="480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ffectLst/>
          </p:spPr>
        </p:cxnSp>
        <p:sp>
          <p:nvSpPr>
            <p:cNvPr id="19491" name="Text Box 29"/>
            <p:cNvSpPr txBox="1">
              <a:spLocks noChangeArrowheads="1"/>
            </p:cNvSpPr>
            <p:nvPr/>
          </p:nvSpPr>
          <p:spPr bwMode="auto">
            <a:xfrm>
              <a:off x="1142" y="1130"/>
              <a:ext cx="3283" cy="2358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sz="2400" i="1">
                  <a:latin typeface="Times New Roman" pitchFamily="18" charset="0"/>
                  <a:ea typeface="宋体" charset="-122"/>
                </a:rPr>
                <a:t>                         a</a:t>
              </a:r>
            </a:p>
            <a:p>
              <a:r>
                <a:rPr lang="en-US" altLang="zh-CN" sz="2400" i="1">
                  <a:latin typeface="Times New Roman" pitchFamily="18" charset="0"/>
                  <a:ea typeface="宋体" charset="-122"/>
                </a:rPr>
                <a:t> </a:t>
              </a:r>
            </a:p>
            <a:p>
              <a:endParaRPr lang="en-US" altLang="zh-CN" sz="2400" i="1">
                <a:latin typeface="Times New Roman" pitchFamily="18" charset="0"/>
                <a:ea typeface="宋体" charset="-122"/>
              </a:endParaRPr>
            </a:p>
            <a:p>
              <a:r>
                <a:rPr lang="en-US" altLang="zh-CN" sz="2400" i="1">
                  <a:latin typeface="Times New Roman" pitchFamily="18" charset="0"/>
                  <a:ea typeface="宋体" charset="-122"/>
                </a:rPr>
                <a:t>          b               c              d </a:t>
              </a:r>
            </a:p>
            <a:p>
              <a:endParaRPr lang="en-US" altLang="zh-CN" sz="2400" i="1">
                <a:latin typeface="Times New Roman" pitchFamily="18" charset="0"/>
                <a:ea typeface="宋体" charset="-122"/>
              </a:endParaRPr>
            </a:p>
            <a:p>
              <a:endParaRPr lang="en-US" altLang="zh-CN" sz="2400" i="1">
                <a:latin typeface="Times New Roman" pitchFamily="18" charset="0"/>
                <a:ea typeface="宋体" charset="-122"/>
              </a:endParaRPr>
            </a:p>
            <a:p>
              <a:r>
                <a:rPr lang="en-US" altLang="zh-CN" sz="2400" i="1">
                  <a:latin typeface="Times New Roman" pitchFamily="18" charset="0"/>
                  <a:ea typeface="宋体" charset="-122"/>
                </a:rPr>
                <a:t>           e                   f           g           h</a:t>
              </a:r>
            </a:p>
            <a:p>
              <a:endParaRPr lang="en-US" altLang="zh-CN" sz="2400" i="1">
                <a:latin typeface="Times New Roman" pitchFamily="18" charset="0"/>
                <a:ea typeface="宋体" charset="-122"/>
              </a:endParaRPr>
            </a:p>
            <a:p>
              <a:endParaRPr lang="en-US" altLang="zh-CN" sz="2400" i="1">
                <a:latin typeface="Times New Roman" pitchFamily="18" charset="0"/>
                <a:ea typeface="宋体" charset="-122"/>
              </a:endParaRPr>
            </a:p>
            <a:p>
              <a:r>
                <a:rPr lang="en-US" altLang="zh-CN" sz="2400" i="1">
                  <a:latin typeface="Times New Roman" pitchFamily="18" charset="0"/>
                  <a:ea typeface="宋体" charset="-122"/>
                </a:rPr>
                <a:t>   i            j               k                 l           m</a:t>
              </a:r>
            </a:p>
          </p:txBody>
        </p:sp>
      </p:grpSp>
      <p:sp>
        <p:nvSpPr>
          <p:cNvPr id="19460" name="Text Box 30"/>
          <p:cNvSpPr txBox="1">
            <a:spLocks noChangeArrowheads="1"/>
          </p:cNvSpPr>
          <p:nvPr/>
        </p:nvSpPr>
        <p:spPr bwMode="auto">
          <a:xfrm>
            <a:off x="6697663" y="1704975"/>
            <a:ext cx="18415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endParaRPr lang="zh-CN" altLang="zh-CN" sz="2800" b="1">
              <a:solidFill>
                <a:srgbClr val="0033CC"/>
              </a:solidFill>
              <a:latin typeface="Book Antiqua" pitchFamily="18" charset="0"/>
              <a:ea typeface="宋体" charset="-122"/>
            </a:endParaRPr>
          </a:p>
        </p:txBody>
      </p:sp>
      <p:sp>
        <p:nvSpPr>
          <p:cNvPr id="573471" name="Text Box 31"/>
          <p:cNvSpPr txBox="1">
            <a:spLocks noChangeArrowheads="1"/>
          </p:cNvSpPr>
          <p:nvPr/>
        </p:nvSpPr>
        <p:spPr bwMode="auto">
          <a:xfrm>
            <a:off x="6553200" y="2127250"/>
            <a:ext cx="2125663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 sz="3200">
                <a:latin typeface="Times New Roman" pitchFamily="18" charset="0"/>
                <a:ea typeface="宋体" charset="-122"/>
              </a:rPr>
              <a:t>Subtree at </a:t>
            </a:r>
            <a:r>
              <a:rPr lang="en-US" altLang="zh-CN" sz="3200" i="1">
                <a:latin typeface="Times New Roman" pitchFamily="18" charset="0"/>
                <a:ea typeface="宋体" charset="-122"/>
              </a:rPr>
              <a:t>d</a:t>
            </a:r>
            <a:endParaRPr lang="en-US" altLang="zh-CN" sz="2800" i="1">
              <a:latin typeface="Times New Roman" pitchFamily="18" charset="0"/>
              <a:ea typeface="宋体" charset="-122"/>
            </a:endParaRPr>
          </a:p>
        </p:txBody>
      </p:sp>
      <p:sp>
        <p:nvSpPr>
          <p:cNvPr id="19462" name="Text Box 32"/>
          <p:cNvSpPr txBox="1">
            <a:spLocks noChangeArrowheads="1"/>
          </p:cNvSpPr>
          <p:nvPr/>
        </p:nvSpPr>
        <p:spPr bwMode="auto">
          <a:xfrm>
            <a:off x="6700838" y="1684338"/>
            <a:ext cx="184150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endParaRPr lang="zh-CN" altLang="zh-CN" sz="2800" b="1">
              <a:solidFill>
                <a:srgbClr val="008000"/>
              </a:solidFill>
              <a:latin typeface="Book Antiqua" pitchFamily="18" charset="0"/>
              <a:ea typeface="宋体" charset="-122"/>
            </a:endParaRPr>
          </a:p>
        </p:txBody>
      </p:sp>
      <p:sp>
        <p:nvSpPr>
          <p:cNvPr id="573473" name="Text Box 33"/>
          <p:cNvSpPr txBox="1">
            <a:spLocks noChangeArrowheads="1"/>
          </p:cNvSpPr>
          <p:nvPr/>
        </p:nvSpPr>
        <p:spPr bwMode="auto">
          <a:xfrm>
            <a:off x="241300" y="2127250"/>
            <a:ext cx="2125663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 sz="3200">
                <a:solidFill>
                  <a:schemeClr val="tx2"/>
                </a:solidFill>
                <a:latin typeface="Times New Roman" pitchFamily="18" charset="0"/>
                <a:ea typeface="宋体" charset="-122"/>
              </a:rPr>
              <a:t>Subtree at </a:t>
            </a:r>
            <a:r>
              <a:rPr lang="en-US" altLang="zh-CN" sz="3200" i="1">
                <a:solidFill>
                  <a:schemeClr val="tx2"/>
                </a:solidFill>
                <a:latin typeface="Times New Roman" pitchFamily="18" charset="0"/>
                <a:ea typeface="宋体" charset="-122"/>
              </a:rPr>
              <a:t>b</a:t>
            </a:r>
          </a:p>
        </p:txBody>
      </p:sp>
      <p:sp>
        <p:nvSpPr>
          <p:cNvPr id="573474" name="Freeform 34"/>
          <p:cNvSpPr>
            <a:spLocks/>
          </p:cNvSpPr>
          <p:nvPr/>
        </p:nvSpPr>
        <p:spPr bwMode="auto">
          <a:xfrm>
            <a:off x="1665288" y="2085975"/>
            <a:ext cx="2481262" cy="4422775"/>
          </a:xfrm>
          <a:custGeom>
            <a:avLst/>
            <a:gdLst>
              <a:gd name="T0" fmla="*/ 1292225 w 1563"/>
              <a:gd name="T1" fmla="*/ 403225 h 2786"/>
              <a:gd name="T2" fmla="*/ 660400 w 1563"/>
              <a:gd name="T3" fmla="*/ 1285875 h 2786"/>
              <a:gd name="T4" fmla="*/ 4762 w 1563"/>
              <a:gd name="T5" fmla="*/ 3241675 h 2786"/>
              <a:gd name="T6" fmla="*/ 690562 w 1563"/>
              <a:gd name="T7" fmla="*/ 4003675 h 2786"/>
              <a:gd name="T8" fmla="*/ 2290762 w 1563"/>
              <a:gd name="T9" fmla="*/ 3851275 h 2786"/>
              <a:gd name="T10" fmla="*/ 1833562 w 1563"/>
              <a:gd name="T11" fmla="*/ 574675 h 2786"/>
              <a:gd name="T12" fmla="*/ 1292225 w 1563"/>
              <a:gd name="T13" fmla="*/ 403225 h 2786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1563" h="2786">
                <a:moveTo>
                  <a:pt x="814" y="254"/>
                </a:moveTo>
                <a:cubicBezTo>
                  <a:pt x="691" y="329"/>
                  <a:pt x="551" y="512"/>
                  <a:pt x="416" y="810"/>
                </a:cubicBezTo>
                <a:cubicBezTo>
                  <a:pt x="281" y="1108"/>
                  <a:pt x="0" y="1757"/>
                  <a:pt x="3" y="2042"/>
                </a:cubicBezTo>
                <a:cubicBezTo>
                  <a:pt x="6" y="2327"/>
                  <a:pt x="195" y="2458"/>
                  <a:pt x="435" y="2522"/>
                </a:cubicBezTo>
                <a:cubicBezTo>
                  <a:pt x="675" y="2586"/>
                  <a:pt x="1323" y="2786"/>
                  <a:pt x="1443" y="2426"/>
                </a:cubicBezTo>
                <a:cubicBezTo>
                  <a:pt x="1563" y="2066"/>
                  <a:pt x="1260" y="724"/>
                  <a:pt x="1155" y="362"/>
                </a:cubicBezTo>
                <a:cubicBezTo>
                  <a:pt x="1050" y="0"/>
                  <a:pt x="937" y="179"/>
                  <a:pt x="814" y="254"/>
                </a:cubicBezTo>
                <a:close/>
              </a:path>
            </a:pathLst>
          </a:custGeom>
          <a:noFill/>
          <a:ln w="28575" cap="flat" cmpd="sng">
            <a:solidFill>
              <a:schemeClr val="tx2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/>
          <a:lstStyle/>
          <a:p>
            <a:endParaRPr lang="en-US"/>
          </a:p>
        </p:txBody>
      </p:sp>
      <p:sp>
        <p:nvSpPr>
          <p:cNvPr id="573475" name="Freeform 35"/>
          <p:cNvSpPr>
            <a:spLocks/>
          </p:cNvSpPr>
          <p:nvPr/>
        </p:nvSpPr>
        <p:spPr bwMode="auto">
          <a:xfrm>
            <a:off x="4038600" y="2489200"/>
            <a:ext cx="3835400" cy="3530600"/>
          </a:xfrm>
          <a:custGeom>
            <a:avLst/>
            <a:gdLst>
              <a:gd name="T0" fmla="*/ 1041400 w 2416"/>
              <a:gd name="T1" fmla="*/ 279400 h 2224"/>
              <a:gd name="T2" fmla="*/ 1422400 w 2416"/>
              <a:gd name="T3" fmla="*/ 127000 h 2224"/>
              <a:gd name="T4" fmla="*/ 1955800 w 2416"/>
              <a:gd name="T5" fmla="*/ 355600 h 2224"/>
              <a:gd name="T6" fmla="*/ 3403600 w 2416"/>
              <a:gd name="T7" fmla="*/ 2260600 h 2224"/>
              <a:gd name="T8" fmla="*/ 3479800 w 2416"/>
              <a:gd name="T9" fmla="*/ 3327400 h 2224"/>
              <a:gd name="T10" fmla="*/ 1270000 w 2416"/>
              <a:gd name="T11" fmla="*/ 3479800 h 2224"/>
              <a:gd name="T12" fmla="*/ 203200 w 2416"/>
              <a:gd name="T13" fmla="*/ 3175000 h 2224"/>
              <a:gd name="T14" fmla="*/ 50800 w 2416"/>
              <a:gd name="T15" fmla="*/ 2413000 h 2224"/>
              <a:gd name="T16" fmla="*/ 355600 w 2416"/>
              <a:gd name="T17" fmla="*/ 1117600 h 2224"/>
              <a:gd name="T18" fmla="*/ 1041400 w 2416"/>
              <a:gd name="T19" fmla="*/ 279400 h 2224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0" t="0" r="r" b="b"/>
            <a:pathLst>
              <a:path w="2416" h="2224">
                <a:moveTo>
                  <a:pt x="656" y="176"/>
                </a:moveTo>
                <a:cubicBezTo>
                  <a:pt x="768" y="72"/>
                  <a:pt x="800" y="72"/>
                  <a:pt x="896" y="80"/>
                </a:cubicBezTo>
                <a:cubicBezTo>
                  <a:pt x="992" y="88"/>
                  <a:pt x="1024" y="0"/>
                  <a:pt x="1232" y="224"/>
                </a:cubicBezTo>
                <a:cubicBezTo>
                  <a:pt x="1440" y="448"/>
                  <a:pt x="1984" y="1112"/>
                  <a:pt x="2144" y="1424"/>
                </a:cubicBezTo>
                <a:cubicBezTo>
                  <a:pt x="2304" y="1736"/>
                  <a:pt x="2416" y="1968"/>
                  <a:pt x="2192" y="2096"/>
                </a:cubicBezTo>
                <a:cubicBezTo>
                  <a:pt x="1968" y="2224"/>
                  <a:pt x="1144" y="2208"/>
                  <a:pt x="800" y="2192"/>
                </a:cubicBezTo>
                <a:cubicBezTo>
                  <a:pt x="456" y="2176"/>
                  <a:pt x="256" y="2112"/>
                  <a:pt x="128" y="2000"/>
                </a:cubicBezTo>
                <a:cubicBezTo>
                  <a:pt x="0" y="1888"/>
                  <a:pt x="16" y="1736"/>
                  <a:pt x="32" y="1520"/>
                </a:cubicBezTo>
                <a:cubicBezTo>
                  <a:pt x="48" y="1304"/>
                  <a:pt x="120" y="928"/>
                  <a:pt x="224" y="704"/>
                </a:cubicBezTo>
                <a:cubicBezTo>
                  <a:pt x="328" y="480"/>
                  <a:pt x="544" y="280"/>
                  <a:pt x="656" y="176"/>
                </a:cubicBezTo>
                <a:close/>
              </a:path>
            </a:pathLst>
          </a:custGeom>
          <a:noFill/>
          <a:ln w="25400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6" name="Slide Number Placeholder 3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94BF74-4D1E-471C-8549-12F0AD34FC1A}" type="slidenum">
              <a:rPr lang="en-US" altLang="zh-CN" smtClean="0"/>
              <a:pPr/>
              <a:t>18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734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734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57347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57347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734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734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57347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57347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73471" grpId="0" autoUpdateAnimBg="0"/>
      <p:bldP spid="573473" grpId="0" autoUpdateAnimBg="0"/>
      <p:bldP spid="573474" grpId="0" animBg="1"/>
      <p:bldP spid="573475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52400"/>
            <a:ext cx="8229600" cy="914400"/>
          </a:xfrm>
        </p:spPr>
        <p:txBody>
          <a:bodyPr/>
          <a:lstStyle/>
          <a:p>
            <a:pPr eaLnBrk="1" hangingPunct="1"/>
            <a:r>
              <a:rPr lang="en-US" altLang="zh-CN" smtClean="0">
                <a:latin typeface="Times New Roman" pitchFamily="18" charset="0"/>
                <a:ea typeface="宋体" charset="-122"/>
              </a:rPr>
              <a:t>Ordered Rooted Tree</a:t>
            </a:r>
          </a:p>
        </p:txBody>
      </p:sp>
      <p:sp>
        <p:nvSpPr>
          <p:cNvPr id="579587" name="Rectangle 3"/>
          <p:cNvSpPr>
            <a:spLocks noChangeArrowheads="1"/>
          </p:cNvSpPr>
          <p:nvPr/>
        </p:nvSpPr>
        <p:spPr bwMode="auto">
          <a:xfrm>
            <a:off x="228600" y="1447800"/>
            <a:ext cx="8686800" cy="52578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lIns="0" tIns="44450" rIns="0" bIns="44450"/>
          <a:lstStyle/>
          <a:p>
            <a:pPr marL="342900" indent="-342900">
              <a:spcBef>
                <a:spcPct val="20000"/>
              </a:spcBef>
              <a:buFontTx/>
              <a:buChar char="•"/>
            </a:pPr>
            <a:r>
              <a:rPr lang="en-US" altLang="zh-CN" sz="3600">
                <a:latin typeface="Times New Roman" pitchFamily="18" charset="0"/>
                <a:ea typeface="宋体" charset="-122"/>
              </a:rPr>
              <a:t>An </a:t>
            </a:r>
            <a:r>
              <a:rPr lang="en-US" altLang="zh-CN" sz="3600" i="1">
                <a:solidFill>
                  <a:schemeClr val="tx2"/>
                </a:solidFill>
                <a:latin typeface="Times New Roman" pitchFamily="18" charset="0"/>
                <a:ea typeface="宋体" charset="-122"/>
              </a:rPr>
              <a:t>ordered rooted tree</a:t>
            </a:r>
            <a:r>
              <a:rPr lang="en-US" altLang="zh-CN" sz="3600">
                <a:latin typeface="Times New Roman" pitchFamily="18" charset="0"/>
                <a:ea typeface="宋体" charset="-122"/>
              </a:rPr>
              <a:t> is one where the children of each internal vertex are ordered.</a:t>
            </a:r>
          </a:p>
          <a:p>
            <a:pPr marL="342900" indent="-342900">
              <a:spcBef>
                <a:spcPct val="20000"/>
              </a:spcBef>
              <a:buFontTx/>
              <a:buChar char="•"/>
            </a:pPr>
            <a:r>
              <a:rPr lang="en-US" altLang="zh-CN" sz="3600">
                <a:latin typeface="Times New Roman" pitchFamily="18" charset="0"/>
                <a:ea typeface="宋体" charset="-122"/>
              </a:rPr>
              <a:t>In an </a:t>
            </a:r>
            <a:r>
              <a:rPr lang="en-US" altLang="zh-CN" sz="3600" i="1">
                <a:solidFill>
                  <a:schemeClr val="tx2"/>
                </a:solidFill>
                <a:latin typeface="Times New Roman" pitchFamily="18" charset="0"/>
                <a:ea typeface="宋体" charset="-122"/>
              </a:rPr>
              <a:t>ordered binary tree</a:t>
            </a:r>
            <a:r>
              <a:rPr lang="en-US" altLang="zh-CN" sz="3600">
                <a:latin typeface="Times New Roman" pitchFamily="18" charset="0"/>
                <a:ea typeface="宋体" charset="-122"/>
              </a:rPr>
              <a:t>, if an internal vertex has two children, then they are called </a:t>
            </a:r>
            <a:r>
              <a:rPr lang="en-US" altLang="zh-CN" sz="3600" i="1">
                <a:solidFill>
                  <a:schemeClr val="tx2"/>
                </a:solidFill>
                <a:latin typeface="Times New Roman" pitchFamily="18" charset="0"/>
                <a:ea typeface="宋体" charset="-122"/>
              </a:rPr>
              <a:t>left child</a:t>
            </a:r>
            <a:r>
              <a:rPr lang="en-US" altLang="zh-CN" sz="3600">
                <a:latin typeface="Times New Roman" pitchFamily="18" charset="0"/>
                <a:ea typeface="宋体" charset="-122"/>
              </a:rPr>
              <a:t> and </a:t>
            </a:r>
            <a:r>
              <a:rPr lang="en-US" altLang="zh-CN" sz="3600" i="1">
                <a:solidFill>
                  <a:schemeClr val="tx2"/>
                </a:solidFill>
                <a:latin typeface="Times New Roman" pitchFamily="18" charset="0"/>
                <a:ea typeface="宋体" charset="-122"/>
              </a:rPr>
              <a:t>right child</a:t>
            </a:r>
            <a:r>
              <a:rPr lang="en-US" altLang="zh-CN" sz="3600">
                <a:latin typeface="Times New Roman" pitchFamily="18" charset="0"/>
                <a:ea typeface="宋体" charset="-122"/>
              </a:rPr>
              <a:t>.</a:t>
            </a:r>
          </a:p>
          <a:p>
            <a:pPr marL="342900" indent="-342900">
              <a:spcBef>
                <a:spcPct val="20000"/>
              </a:spcBef>
              <a:buFontTx/>
              <a:buChar char="•"/>
            </a:pPr>
            <a:r>
              <a:rPr lang="en-US" altLang="zh-CN" sz="3600">
                <a:latin typeface="Times New Roman" pitchFamily="18" charset="0"/>
                <a:ea typeface="宋体" charset="-122"/>
              </a:rPr>
              <a:t>The subtree rooted at the left child of a vertex is called the </a:t>
            </a:r>
            <a:r>
              <a:rPr lang="en-US" altLang="zh-CN" sz="3600" i="1">
                <a:solidFill>
                  <a:schemeClr val="tx2"/>
                </a:solidFill>
                <a:latin typeface="Times New Roman" pitchFamily="18" charset="0"/>
                <a:ea typeface="宋体" charset="-122"/>
              </a:rPr>
              <a:t>left subtree</a:t>
            </a:r>
            <a:r>
              <a:rPr lang="en-US" altLang="zh-CN" sz="3600">
                <a:latin typeface="Times New Roman" pitchFamily="18" charset="0"/>
                <a:ea typeface="宋体" charset="-122"/>
              </a:rPr>
              <a:t> and subtree rooted at the right child of a vertex is called the </a:t>
            </a:r>
            <a:r>
              <a:rPr lang="en-US" altLang="zh-CN" sz="3600" i="1">
                <a:solidFill>
                  <a:schemeClr val="tx2"/>
                </a:solidFill>
                <a:latin typeface="Times New Roman" pitchFamily="18" charset="0"/>
                <a:ea typeface="宋体" charset="-122"/>
              </a:rPr>
              <a:t>right subtree</a:t>
            </a:r>
            <a:r>
              <a:rPr lang="en-US" altLang="zh-CN" sz="3600">
                <a:latin typeface="Times New Roman" pitchFamily="18" charset="0"/>
                <a:ea typeface="宋体" charset="-122"/>
              </a:rPr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94BF74-4D1E-471C-8549-12F0AD34FC1A}" type="slidenum">
              <a:rPr lang="en-US" altLang="zh-CN" smtClean="0"/>
              <a:pPr/>
              <a:t>19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95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795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795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95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795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795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95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795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795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79587" grpId="0" build="p" autoUpdateAnimBg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28600"/>
            <a:ext cx="8229600" cy="838200"/>
          </a:xfrm>
        </p:spPr>
        <p:txBody>
          <a:bodyPr/>
          <a:lstStyle/>
          <a:p>
            <a:pPr eaLnBrk="1" hangingPunct="1"/>
            <a:r>
              <a:rPr lang="en-US" altLang="zh-CN" smtClean="0">
                <a:latin typeface="Times New Roman" pitchFamily="18" charset="0"/>
                <a:ea typeface="宋体" charset="-122"/>
              </a:rPr>
              <a:t>Example</a:t>
            </a:r>
          </a:p>
        </p:txBody>
      </p:sp>
      <p:grpSp>
        <p:nvGrpSpPr>
          <p:cNvPr id="26627" name="Group 3"/>
          <p:cNvGrpSpPr>
            <a:grpSpLocks noChangeAspect="1"/>
          </p:cNvGrpSpPr>
          <p:nvPr/>
        </p:nvGrpSpPr>
        <p:grpSpPr bwMode="auto">
          <a:xfrm>
            <a:off x="3324225" y="2305050"/>
            <a:ext cx="4232275" cy="3962400"/>
            <a:chOff x="1830" y="1106"/>
            <a:chExt cx="3336" cy="3124"/>
          </a:xfrm>
        </p:grpSpPr>
        <p:sp>
          <p:nvSpPr>
            <p:cNvPr id="26631" name="Oval 4"/>
            <p:cNvSpPr>
              <a:spLocks noChangeAspect="1" noChangeArrowheads="1"/>
            </p:cNvSpPr>
            <p:nvPr/>
          </p:nvSpPr>
          <p:spPr bwMode="auto">
            <a:xfrm>
              <a:off x="3244" y="1106"/>
              <a:ext cx="240" cy="240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>
                <a:ea typeface="宋体" charset="-122"/>
              </a:endParaRPr>
            </a:p>
          </p:txBody>
        </p:sp>
        <p:sp>
          <p:nvSpPr>
            <p:cNvPr id="26632" name="Oval 5"/>
            <p:cNvSpPr>
              <a:spLocks noChangeAspect="1" noChangeArrowheads="1"/>
            </p:cNvSpPr>
            <p:nvPr/>
          </p:nvSpPr>
          <p:spPr bwMode="auto">
            <a:xfrm>
              <a:off x="2476" y="1730"/>
              <a:ext cx="240" cy="240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>
                <a:ea typeface="宋体" charset="-122"/>
              </a:endParaRPr>
            </a:p>
          </p:txBody>
        </p:sp>
        <p:sp>
          <p:nvSpPr>
            <p:cNvPr id="26633" name="Oval 6"/>
            <p:cNvSpPr>
              <a:spLocks noChangeAspect="1" noChangeArrowheads="1"/>
            </p:cNvSpPr>
            <p:nvPr/>
          </p:nvSpPr>
          <p:spPr bwMode="auto">
            <a:xfrm>
              <a:off x="4060" y="1730"/>
              <a:ext cx="240" cy="240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>
                <a:ea typeface="宋体" charset="-122"/>
              </a:endParaRPr>
            </a:p>
          </p:txBody>
        </p:sp>
        <p:sp>
          <p:nvSpPr>
            <p:cNvPr id="26634" name="Oval 7"/>
            <p:cNvSpPr>
              <a:spLocks noChangeAspect="1" noChangeArrowheads="1"/>
            </p:cNvSpPr>
            <p:nvPr/>
          </p:nvSpPr>
          <p:spPr bwMode="auto">
            <a:xfrm>
              <a:off x="2152" y="2496"/>
              <a:ext cx="240" cy="240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>
                <a:ea typeface="宋体" charset="-122"/>
              </a:endParaRPr>
            </a:p>
          </p:txBody>
        </p:sp>
        <p:sp>
          <p:nvSpPr>
            <p:cNvPr id="26635" name="Oval 8"/>
            <p:cNvSpPr>
              <a:spLocks noChangeAspect="1" noChangeArrowheads="1"/>
            </p:cNvSpPr>
            <p:nvPr/>
          </p:nvSpPr>
          <p:spPr bwMode="auto">
            <a:xfrm>
              <a:off x="2770" y="2500"/>
              <a:ext cx="240" cy="240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>
                <a:ea typeface="宋体" charset="-122"/>
              </a:endParaRPr>
            </a:p>
          </p:txBody>
        </p:sp>
        <p:cxnSp>
          <p:nvCxnSpPr>
            <p:cNvPr id="26636" name="AutoShape 9"/>
            <p:cNvCxnSpPr>
              <a:cxnSpLocks noChangeAspect="1" noChangeShapeType="1"/>
              <a:stCxn id="26631" idx="3"/>
              <a:endCxn id="26632" idx="7"/>
            </p:cNvCxnSpPr>
            <p:nvPr/>
          </p:nvCxnSpPr>
          <p:spPr bwMode="auto">
            <a:xfrm flipH="1">
              <a:off x="2681" y="1311"/>
              <a:ext cx="598" cy="454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ffectLst/>
          </p:spPr>
        </p:cxnSp>
        <p:cxnSp>
          <p:nvCxnSpPr>
            <p:cNvPr id="26637" name="AutoShape 10"/>
            <p:cNvCxnSpPr>
              <a:cxnSpLocks noChangeAspect="1" noChangeShapeType="1"/>
              <a:stCxn id="26631" idx="5"/>
              <a:endCxn id="26633" idx="1"/>
            </p:cNvCxnSpPr>
            <p:nvPr/>
          </p:nvCxnSpPr>
          <p:spPr bwMode="auto">
            <a:xfrm>
              <a:off x="3449" y="1311"/>
              <a:ext cx="646" cy="454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ffectLst/>
          </p:spPr>
        </p:cxnSp>
        <p:cxnSp>
          <p:nvCxnSpPr>
            <p:cNvPr id="26638" name="AutoShape 11"/>
            <p:cNvCxnSpPr>
              <a:cxnSpLocks noChangeAspect="1" noChangeShapeType="1"/>
              <a:stCxn id="26632" idx="4"/>
            </p:cNvCxnSpPr>
            <p:nvPr/>
          </p:nvCxnSpPr>
          <p:spPr bwMode="auto">
            <a:xfrm flipH="1">
              <a:off x="2272" y="1970"/>
              <a:ext cx="324" cy="508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ffectLst/>
          </p:spPr>
        </p:cxnSp>
        <p:cxnSp>
          <p:nvCxnSpPr>
            <p:cNvPr id="26639" name="AutoShape 12"/>
            <p:cNvCxnSpPr>
              <a:cxnSpLocks noChangeAspect="1" noChangeShapeType="1"/>
            </p:cNvCxnSpPr>
            <p:nvPr/>
          </p:nvCxnSpPr>
          <p:spPr bwMode="auto">
            <a:xfrm>
              <a:off x="2608" y="1991"/>
              <a:ext cx="283" cy="518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ffectLst/>
          </p:spPr>
        </p:cxnSp>
        <p:sp>
          <p:nvSpPr>
            <p:cNvPr id="26640" name="Oval 13"/>
            <p:cNvSpPr>
              <a:spLocks noChangeAspect="1" noChangeArrowheads="1"/>
            </p:cNvSpPr>
            <p:nvPr/>
          </p:nvSpPr>
          <p:spPr bwMode="auto">
            <a:xfrm>
              <a:off x="1830" y="3247"/>
              <a:ext cx="240" cy="240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>
                <a:ea typeface="宋体" charset="-122"/>
              </a:endParaRPr>
            </a:p>
          </p:txBody>
        </p:sp>
        <p:sp>
          <p:nvSpPr>
            <p:cNvPr id="26641" name="Oval 14"/>
            <p:cNvSpPr>
              <a:spLocks noChangeAspect="1" noChangeArrowheads="1"/>
            </p:cNvSpPr>
            <p:nvPr/>
          </p:nvSpPr>
          <p:spPr bwMode="auto">
            <a:xfrm>
              <a:off x="2448" y="3242"/>
              <a:ext cx="240" cy="240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>
                <a:ea typeface="宋体" charset="-122"/>
              </a:endParaRPr>
            </a:p>
          </p:txBody>
        </p:sp>
        <p:cxnSp>
          <p:nvCxnSpPr>
            <p:cNvPr id="26642" name="AutoShape 15"/>
            <p:cNvCxnSpPr>
              <a:cxnSpLocks noChangeAspect="1" noChangeShapeType="1"/>
            </p:cNvCxnSpPr>
            <p:nvPr/>
          </p:nvCxnSpPr>
          <p:spPr bwMode="auto">
            <a:xfrm flipH="1">
              <a:off x="1950" y="2730"/>
              <a:ext cx="324" cy="508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ffectLst/>
          </p:spPr>
        </p:cxnSp>
        <p:cxnSp>
          <p:nvCxnSpPr>
            <p:cNvPr id="26643" name="AutoShape 16"/>
            <p:cNvCxnSpPr>
              <a:cxnSpLocks noChangeAspect="1" noChangeShapeType="1"/>
            </p:cNvCxnSpPr>
            <p:nvPr/>
          </p:nvCxnSpPr>
          <p:spPr bwMode="auto">
            <a:xfrm>
              <a:off x="2286" y="2751"/>
              <a:ext cx="283" cy="518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ffectLst/>
          </p:spPr>
        </p:cxnSp>
        <p:sp>
          <p:nvSpPr>
            <p:cNvPr id="26644" name="Oval 17"/>
            <p:cNvSpPr>
              <a:spLocks noChangeAspect="1" noChangeArrowheads="1"/>
            </p:cNvSpPr>
            <p:nvPr/>
          </p:nvSpPr>
          <p:spPr bwMode="auto">
            <a:xfrm>
              <a:off x="3474" y="2498"/>
              <a:ext cx="240" cy="240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>
                <a:ea typeface="宋体" charset="-122"/>
              </a:endParaRPr>
            </a:p>
          </p:txBody>
        </p:sp>
        <p:sp>
          <p:nvSpPr>
            <p:cNvPr id="26645" name="Oval 18"/>
            <p:cNvSpPr>
              <a:spLocks noChangeAspect="1" noChangeArrowheads="1"/>
            </p:cNvSpPr>
            <p:nvPr/>
          </p:nvSpPr>
          <p:spPr bwMode="auto">
            <a:xfrm>
              <a:off x="4605" y="2493"/>
              <a:ext cx="240" cy="240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>
                <a:ea typeface="宋体" charset="-122"/>
              </a:endParaRPr>
            </a:p>
          </p:txBody>
        </p:sp>
        <p:cxnSp>
          <p:nvCxnSpPr>
            <p:cNvPr id="26646" name="AutoShape 19"/>
            <p:cNvCxnSpPr>
              <a:cxnSpLocks noChangeAspect="1" noChangeShapeType="1"/>
              <a:stCxn id="26633" idx="3"/>
              <a:endCxn id="26644" idx="0"/>
            </p:cNvCxnSpPr>
            <p:nvPr/>
          </p:nvCxnSpPr>
          <p:spPr bwMode="auto">
            <a:xfrm flipH="1">
              <a:off x="3594" y="1935"/>
              <a:ext cx="501" cy="563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ffectLst/>
          </p:spPr>
        </p:cxnSp>
        <p:cxnSp>
          <p:nvCxnSpPr>
            <p:cNvPr id="26647" name="AutoShape 20"/>
            <p:cNvCxnSpPr>
              <a:cxnSpLocks noChangeAspect="1" noChangeShapeType="1"/>
              <a:endCxn id="26645" idx="0"/>
            </p:cNvCxnSpPr>
            <p:nvPr/>
          </p:nvCxnSpPr>
          <p:spPr bwMode="auto">
            <a:xfrm>
              <a:off x="4209" y="1984"/>
              <a:ext cx="516" cy="509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ffectLst/>
          </p:spPr>
        </p:cxnSp>
        <p:sp>
          <p:nvSpPr>
            <p:cNvPr id="26648" name="Oval 21"/>
            <p:cNvSpPr>
              <a:spLocks noChangeAspect="1" noChangeArrowheads="1"/>
            </p:cNvSpPr>
            <p:nvPr/>
          </p:nvSpPr>
          <p:spPr bwMode="auto">
            <a:xfrm>
              <a:off x="4298" y="3243"/>
              <a:ext cx="240" cy="240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>
                <a:ea typeface="宋体" charset="-122"/>
              </a:endParaRPr>
            </a:p>
          </p:txBody>
        </p:sp>
        <p:sp>
          <p:nvSpPr>
            <p:cNvPr id="26649" name="Oval 22"/>
            <p:cNvSpPr>
              <a:spLocks noChangeAspect="1" noChangeArrowheads="1"/>
            </p:cNvSpPr>
            <p:nvPr/>
          </p:nvSpPr>
          <p:spPr bwMode="auto">
            <a:xfrm>
              <a:off x="4916" y="3247"/>
              <a:ext cx="240" cy="240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>
                <a:ea typeface="宋体" charset="-122"/>
              </a:endParaRPr>
            </a:p>
          </p:txBody>
        </p:sp>
        <p:cxnSp>
          <p:nvCxnSpPr>
            <p:cNvPr id="26650" name="AutoShape 23"/>
            <p:cNvCxnSpPr>
              <a:cxnSpLocks noChangeAspect="1" noChangeShapeType="1"/>
            </p:cNvCxnSpPr>
            <p:nvPr/>
          </p:nvCxnSpPr>
          <p:spPr bwMode="auto">
            <a:xfrm flipH="1">
              <a:off x="4418" y="2726"/>
              <a:ext cx="324" cy="508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ffectLst/>
          </p:spPr>
        </p:cxnSp>
        <p:cxnSp>
          <p:nvCxnSpPr>
            <p:cNvPr id="26651" name="AutoShape 24"/>
            <p:cNvCxnSpPr>
              <a:cxnSpLocks noChangeAspect="1" noChangeShapeType="1"/>
            </p:cNvCxnSpPr>
            <p:nvPr/>
          </p:nvCxnSpPr>
          <p:spPr bwMode="auto">
            <a:xfrm>
              <a:off x="4754" y="2747"/>
              <a:ext cx="283" cy="518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ffectLst/>
          </p:spPr>
        </p:cxnSp>
        <p:sp>
          <p:nvSpPr>
            <p:cNvPr id="26652" name="Oval 25"/>
            <p:cNvSpPr>
              <a:spLocks noChangeAspect="1" noChangeArrowheads="1"/>
            </p:cNvSpPr>
            <p:nvPr/>
          </p:nvSpPr>
          <p:spPr bwMode="auto">
            <a:xfrm>
              <a:off x="3475" y="3248"/>
              <a:ext cx="240" cy="240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>
                <a:ea typeface="宋体" charset="-122"/>
              </a:endParaRPr>
            </a:p>
          </p:txBody>
        </p:sp>
        <p:cxnSp>
          <p:nvCxnSpPr>
            <p:cNvPr id="26653" name="AutoShape 26"/>
            <p:cNvCxnSpPr>
              <a:cxnSpLocks noChangeAspect="1" noChangeShapeType="1"/>
              <a:endCxn id="26652" idx="0"/>
            </p:cNvCxnSpPr>
            <p:nvPr/>
          </p:nvCxnSpPr>
          <p:spPr bwMode="auto">
            <a:xfrm>
              <a:off x="3595" y="2748"/>
              <a:ext cx="0" cy="500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ffectLst/>
          </p:spPr>
        </p:cxnSp>
        <p:sp>
          <p:nvSpPr>
            <p:cNvPr id="26654" name="Oval 27"/>
            <p:cNvSpPr>
              <a:spLocks noChangeAspect="1" noChangeArrowheads="1"/>
            </p:cNvSpPr>
            <p:nvPr/>
          </p:nvSpPr>
          <p:spPr bwMode="auto">
            <a:xfrm>
              <a:off x="4926" y="3990"/>
              <a:ext cx="240" cy="240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>
                <a:ea typeface="宋体" charset="-122"/>
              </a:endParaRPr>
            </a:p>
          </p:txBody>
        </p:sp>
        <p:cxnSp>
          <p:nvCxnSpPr>
            <p:cNvPr id="26655" name="AutoShape 28"/>
            <p:cNvCxnSpPr>
              <a:cxnSpLocks noChangeAspect="1" noChangeShapeType="1"/>
              <a:endCxn id="26654" idx="0"/>
            </p:cNvCxnSpPr>
            <p:nvPr/>
          </p:nvCxnSpPr>
          <p:spPr bwMode="auto">
            <a:xfrm>
              <a:off x="5046" y="3490"/>
              <a:ext cx="0" cy="500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ffectLst/>
          </p:spPr>
        </p:cxnSp>
      </p:grpSp>
      <p:sp>
        <p:nvSpPr>
          <p:cNvPr id="580637" name="Text Box 29"/>
          <p:cNvSpPr txBox="1">
            <a:spLocks noChangeArrowheads="1"/>
          </p:cNvSpPr>
          <p:nvPr/>
        </p:nvSpPr>
        <p:spPr bwMode="auto">
          <a:xfrm>
            <a:off x="152400" y="4876800"/>
            <a:ext cx="3138488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altLang="zh-CN" sz="3200">
                <a:solidFill>
                  <a:schemeClr val="tx2"/>
                </a:solidFill>
                <a:latin typeface="Times New Roman" pitchFamily="18" charset="0"/>
                <a:ea typeface="宋体" charset="-122"/>
              </a:rPr>
              <a:t>Left child of </a:t>
            </a:r>
            <a:r>
              <a:rPr lang="en-US" altLang="zh-CN" sz="3200" i="1">
                <a:solidFill>
                  <a:schemeClr val="tx2"/>
                </a:solidFill>
                <a:latin typeface="Times New Roman" pitchFamily="18" charset="0"/>
                <a:ea typeface="宋体" charset="-122"/>
              </a:rPr>
              <a:t>d</a:t>
            </a:r>
            <a:endParaRPr lang="en-US" altLang="zh-CN" sz="3200">
              <a:solidFill>
                <a:schemeClr val="tx2"/>
              </a:solidFill>
              <a:latin typeface="Times New Roman" pitchFamily="18" charset="0"/>
              <a:ea typeface="宋体" charset="-122"/>
            </a:endParaRPr>
          </a:p>
        </p:txBody>
      </p:sp>
      <p:sp>
        <p:nvSpPr>
          <p:cNvPr id="580638" name="Oval 30"/>
          <p:cNvSpPr>
            <a:spLocks noChangeAspect="1" noChangeArrowheads="1"/>
          </p:cNvSpPr>
          <p:nvPr/>
        </p:nvSpPr>
        <p:spPr bwMode="auto">
          <a:xfrm>
            <a:off x="3324225" y="5021263"/>
            <a:ext cx="304800" cy="303212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0" hangingPunct="0"/>
            <a:endParaRPr lang="zh-CN" altLang="zh-CN" sz="2400">
              <a:ea typeface="宋体" charset="-122"/>
            </a:endParaRPr>
          </a:p>
        </p:txBody>
      </p:sp>
      <p:sp>
        <p:nvSpPr>
          <p:cNvPr id="26630" name="Text Box 31"/>
          <p:cNvSpPr txBox="1">
            <a:spLocks noChangeArrowheads="1"/>
          </p:cNvSpPr>
          <p:nvPr/>
        </p:nvSpPr>
        <p:spPr bwMode="auto">
          <a:xfrm>
            <a:off x="3178175" y="1885950"/>
            <a:ext cx="4824413" cy="4546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 sz="2400" i="1">
                <a:latin typeface="Times New Roman" pitchFamily="18" charset="0"/>
                <a:ea typeface="宋体" charset="-122"/>
              </a:rPr>
              <a:t>                         a</a:t>
            </a:r>
          </a:p>
          <a:p>
            <a:r>
              <a:rPr lang="en-US" altLang="zh-CN" sz="2400" i="1">
                <a:latin typeface="Times New Roman" pitchFamily="18" charset="0"/>
                <a:ea typeface="宋体" charset="-122"/>
              </a:rPr>
              <a:t> </a:t>
            </a:r>
          </a:p>
          <a:p>
            <a:endParaRPr lang="en-US" altLang="zh-CN" sz="2400" i="1">
              <a:latin typeface="Times New Roman" pitchFamily="18" charset="0"/>
              <a:ea typeface="宋体" charset="-122"/>
            </a:endParaRPr>
          </a:p>
          <a:p>
            <a:r>
              <a:rPr lang="en-US" altLang="zh-CN" sz="2400" i="1">
                <a:latin typeface="Times New Roman" pitchFamily="18" charset="0"/>
                <a:ea typeface="宋体" charset="-122"/>
              </a:rPr>
              <a:t>                 b                c</a:t>
            </a:r>
          </a:p>
          <a:p>
            <a:pPr>
              <a:lnSpc>
                <a:spcPct val="80000"/>
              </a:lnSpc>
            </a:pPr>
            <a:endParaRPr lang="en-US" altLang="zh-CN" sz="2400" i="1">
              <a:latin typeface="Times New Roman" pitchFamily="18" charset="0"/>
              <a:ea typeface="宋体" charset="-122"/>
            </a:endParaRPr>
          </a:p>
          <a:p>
            <a:pPr>
              <a:lnSpc>
                <a:spcPct val="80000"/>
              </a:lnSpc>
            </a:pPr>
            <a:endParaRPr lang="en-US" altLang="zh-CN" sz="2400" i="1">
              <a:latin typeface="Times New Roman" pitchFamily="18" charset="0"/>
              <a:ea typeface="宋体" charset="-122"/>
            </a:endParaRPr>
          </a:p>
          <a:p>
            <a:r>
              <a:rPr lang="en-US" altLang="zh-CN" sz="2400" i="1">
                <a:latin typeface="Times New Roman" pitchFamily="18" charset="0"/>
                <a:ea typeface="宋体" charset="-122"/>
              </a:rPr>
              <a:t>  d                  e          h                 i</a:t>
            </a:r>
          </a:p>
          <a:p>
            <a:pPr>
              <a:lnSpc>
                <a:spcPct val="130000"/>
              </a:lnSpc>
            </a:pPr>
            <a:endParaRPr lang="en-US" altLang="zh-CN" sz="2400" i="1">
              <a:latin typeface="Times New Roman" pitchFamily="18" charset="0"/>
              <a:ea typeface="宋体" charset="-122"/>
            </a:endParaRPr>
          </a:p>
          <a:p>
            <a:pPr>
              <a:lnSpc>
                <a:spcPct val="130000"/>
              </a:lnSpc>
            </a:pPr>
            <a:endParaRPr lang="en-US" altLang="zh-CN" sz="2400" i="1">
              <a:latin typeface="Times New Roman" pitchFamily="18" charset="0"/>
              <a:ea typeface="宋体" charset="-122"/>
            </a:endParaRPr>
          </a:p>
          <a:p>
            <a:r>
              <a:rPr lang="en-US" altLang="zh-CN" sz="2400" i="1">
                <a:latin typeface="Times New Roman" pitchFamily="18" charset="0"/>
                <a:ea typeface="宋体" charset="-122"/>
              </a:rPr>
              <a:t>  f          g               j            k           l</a:t>
            </a:r>
          </a:p>
          <a:p>
            <a:endParaRPr lang="en-US" altLang="zh-CN" sz="2400" i="1">
              <a:latin typeface="Times New Roman" pitchFamily="18" charset="0"/>
              <a:ea typeface="宋体" charset="-122"/>
            </a:endParaRPr>
          </a:p>
          <a:p>
            <a:r>
              <a:rPr lang="en-US" altLang="zh-CN" sz="2400" i="1">
                <a:latin typeface="Times New Roman" pitchFamily="18" charset="0"/>
                <a:ea typeface="宋体" charset="-122"/>
              </a:rPr>
              <a:t>                                                          m</a:t>
            </a:r>
          </a:p>
        </p:txBody>
      </p:sp>
      <p:sp>
        <p:nvSpPr>
          <p:cNvPr id="32" name="Slide Number Placeholder 3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94BF74-4D1E-471C-8549-12F0AD34FC1A}" type="slidenum">
              <a:rPr lang="en-US" altLang="zh-CN" smtClean="0"/>
              <a:pPr/>
              <a:t>20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06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806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806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06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3" dur="500"/>
                                        <p:tgtEl>
                                          <p:spTgt spid="5806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80637" grpId="0" autoUpdateAnimBg="0"/>
      <p:bldP spid="580638" grpId="0" animBg="1" autoUpdateAnimBg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52400"/>
            <a:ext cx="8229600" cy="838200"/>
          </a:xfrm>
        </p:spPr>
        <p:txBody>
          <a:bodyPr/>
          <a:lstStyle/>
          <a:p>
            <a:pPr eaLnBrk="1" hangingPunct="1"/>
            <a:r>
              <a:rPr lang="en-US" altLang="zh-CN" smtClean="0">
                <a:latin typeface="Times New Roman" pitchFamily="18" charset="0"/>
                <a:ea typeface="宋体" charset="-122"/>
              </a:rPr>
              <a:t>Example</a:t>
            </a:r>
          </a:p>
        </p:txBody>
      </p:sp>
      <p:grpSp>
        <p:nvGrpSpPr>
          <p:cNvPr id="27651" name="Group 3"/>
          <p:cNvGrpSpPr>
            <a:grpSpLocks noChangeAspect="1"/>
          </p:cNvGrpSpPr>
          <p:nvPr/>
        </p:nvGrpSpPr>
        <p:grpSpPr bwMode="auto">
          <a:xfrm>
            <a:off x="3324225" y="2305050"/>
            <a:ext cx="4232275" cy="3962400"/>
            <a:chOff x="1830" y="1106"/>
            <a:chExt cx="3336" cy="3124"/>
          </a:xfrm>
        </p:grpSpPr>
        <p:sp>
          <p:nvSpPr>
            <p:cNvPr id="27655" name="Oval 4"/>
            <p:cNvSpPr>
              <a:spLocks noChangeAspect="1" noChangeArrowheads="1"/>
            </p:cNvSpPr>
            <p:nvPr/>
          </p:nvSpPr>
          <p:spPr bwMode="auto">
            <a:xfrm>
              <a:off x="3244" y="1106"/>
              <a:ext cx="240" cy="240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>
                <a:ea typeface="宋体" charset="-122"/>
              </a:endParaRPr>
            </a:p>
          </p:txBody>
        </p:sp>
        <p:sp>
          <p:nvSpPr>
            <p:cNvPr id="27656" name="Oval 5"/>
            <p:cNvSpPr>
              <a:spLocks noChangeAspect="1" noChangeArrowheads="1"/>
            </p:cNvSpPr>
            <p:nvPr/>
          </p:nvSpPr>
          <p:spPr bwMode="auto">
            <a:xfrm>
              <a:off x="2476" y="1730"/>
              <a:ext cx="240" cy="240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>
                <a:ea typeface="宋体" charset="-122"/>
              </a:endParaRPr>
            </a:p>
          </p:txBody>
        </p:sp>
        <p:sp>
          <p:nvSpPr>
            <p:cNvPr id="27657" name="Oval 6"/>
            <p:cNvSpPr>
              <a:spLocks noChangeAspect="1" noChangeArrowheads="1"/>
            </p:cNvSpPr>
            <p:nvPr/>
          </p:nvSpPr>
          <p:spPr bwMode="auto">
            <a:xfrm>
              <a:off x="4060" y="1730"/>
              <a:ext cx="240" cy="240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>
                <a:ea typeface="宋体" charset="-122"/>
              </a:endParaRPr>
            </a:p>
          </p:txBody>
        </p:sp>
        <p:sp>
          <p:nvSpPr>
            <p:cNvPr id="27658" name="Oval 7"/>
            <p:cNvSpPr>
              <a:spLocks noChangeAspect="1" noChangeArrowheads="1"/>
            </p:cNvSpPr>
            <p:nvPr/>
          </p:nvSpPr>
          <p:spPr bwMode="auto">
            <a:xfrm>
              <a:off x="2152" y="2496"/>
              <a:ext cx="240" cy="240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>
                <a:ea typeface="宋体" charset="-122"/>
              </a:endParaRPr>
            </a:p>
          </p:txBody>
        </p:sp>
        <p:sp>
          <p:nvSpPr>
            <p:cNvPr id="27659" name="Oval 8"/>
            <p:cNvSpPr>
              <a:spLocks noChangeAspect="1" noChangeArrowheads="1"/>
            </p:cNvSpPr>
            <p:nvPr/>
          </p:nvSpPr>
          <p:spPr bwMode="auto">
            <a:xfrm>
              <a:off x="2770" y="2500"/>
              <a:ext cx="240" cy="240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>
                <a:ea typeface="宋体" charset="-122"/>
              </a:endParaRPr>
            </a:p>
          </p:txBody>
        </p:sp>
        <p:cxnSp>
          <p:nvCxnSpPr>
            <p:cNvPr id="27660" name="AutoShape 9"/>
            <p:cNvCxnSpPr>
              <a:cxnSpLocks noChangeAspect="1" noChangeShapeType="1"/>
              <a:stCxn id="27655" idx="3"/>
              <a:endCxn id="27656" idx="7"/>
            </p:cNvCxnSpPr>
            <p:nvPr/>
          </p:nvCxnSpPr>
          <p:spPr bwMode="auto">
            <a:xfrm flipH="1">
              <a:off x="2681" y="1311"/>
              <a:ext cx="598" cy="454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ffectLst/>
          </p:spPr>
        </p:cxnSp>
        <p:cxnSp>
          <p:nvCxnSpPr>
            <p:cNvPr id="27661" name="AutoShape 10"/>
            <p:cNvCxnSpPr>
              <a:cxnSpLocks noChangeAspect="1" noChangeShapeType="1"/>
              <a:stCxn id="27655" idx="5"/>
              <a:endCxn id="27657" idx="1"/>
            </p:cNvCxnSpPr>
            <p:nvPr/>
          </p:nvCxnSpPr>
          <p:spPr bwMode="auto">
            <a:xfrm>
              <a:off x="3449" y="1311"/>
              <a:ext cx="646" cy="454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ffectLst/>
          </p:spPr>
        </p:cxnSp>
        <p:cxnSp>
          <p:nvCxnSpPr>
            <p:cNvPr id="27662" name="AutoShape 11"/>
            <p:cNvCxnSpPr>
              <a:cxnSpLocks noChangeAspect="1" noChangeShapeType="1"/>
              <a:stCxn id="27656" idx="4"/>
            </p:cNvCxnSpPr>
            <p:nvPr/>
          </p:nvCxnSpPr>
          <p:spPr bwMode="auto">
            <a:xfrm flipH="1">
              <a:off x="2272" y="1970"/>
              <a:ext cx="324" cy="508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ffectLst/>
          </p:spPr>
        </p:cxnSp>
        <p:cxnSp>
          <p:nvCxnSpPr>
            <p:cNvPr id="27663" name="AutoShape 12"/>
            <p:cNvCxnSpPr>
              <a:cxnSpLocks noChangeAspect="1" noChangeShapeType="1"/>
            </p:cNvCxnSpPr>
            <p:nvPr/>
          </p:nvCxnSpPr>
          <p:spPr bwMode="auto">
            <a:xfrm>
              <a:off x="2608" y="1991"/>
              <a:ext cx="283" cy="518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ffectLst/>
          </p:spPr>
        </p:cxnSp>
        <p:sp>
          <p:nvSpPr>
            <p:cNvPr id="27664" name="Oval 13"/>
            <p:cNvSpPr>
              <a:spLocks noChangeAspect="1" noChangeArrowheads="1"/>
            </p:cNvSpPr>
            <p:nvPr/>
          </p:nvSpPr>
          <p:spPr bwMode="auto">
            <a:xfrm>
              <a:off x="1830" y="3247"/>
              <a:ext cx="240" cy="240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>
                <a:ea typeface="宋体" charset="-122"/>
              </a:endParaRPr>
            </a:p>
          </p:txBody>
        </p:sp>
        <p:sp>
          <p:nvSpPr>
            <p:cNvPr id="27665" name="Oval 14"/>
            <p:cNvSpPr>
              <a:spLocks noChangeAspect="1" noChangeArrowheads="1"/>
            </p:cNvSpPr>
            <p:nvPr/>
          </p:nvSpPr>
          <p:spPr bwMode="auto">
            <a:xfrm>
              <a:off x="2448" y="3242"/>
              <a:ext cx="240" cy="240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>
                <a:ea typeface="宋体" charset="-122"/>
              </a:endParaRPr>
            </a:p>
          </p:txBody>
        </p:sp>
        <p:cxnSp>
          <p:nvCxnSpPr>
            <p:cNvPr id="27666" name="AutoShape 15"/>
            <p:cNvCxnSpPr>
              <a:cxnSpLocks noChangeAspect="1" noChangeShapeType="1"/>
            </p:cNvCxnSpPr>
            <p:nvPr/>
          </p:nvCxnSpPr>
          <p:spPr bwMode="auto">
            <a:xfrm flipH="1">
              <a:off x="1950" y="2730"/>
              <a:ext cx="324" cy="508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ffectLst/>
          </p:spPr>
        </p:cxnSp>
        <p:cxnSp>
          <p:nvCxnSpPr>
            <p:cNvPr id="27667" name="AutoShape 16"/>
            <p:cNvCxnSpPr>
              <a:cxnSpLocks noChangeAspect="1" noChangeShapeType="1"/>
            </p:cNvCxnSpPr>
            <p:nvPr/>
          </p:nvCxnSpPr>
          <p:spPr bwMode="auto">
            <a:xfrm>
              <a:off x="2286" y="2751"/>
              <a:ext cx="283" cy="518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ffectLst/>
          </p:spPr>
        </p:cxnSp>
        <p:sp>
          <p:nvSpPr>
            <p:cNvPr id="27668" name="Oval 17"/>
            <p:cNvSpPr>
              <a:spLocks noChangeAspect="1" noChangeArrowheads="1"/>
            </p:cNvSpPr>
            <p:nvPr/>
          </p:nvSpPr>
          <p:spPr bwMode="auto">
            <a:xfrm>
              <a:off x="3474" y="2498"/>
              <a:ext cx="240" cy="240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>
                <a:ea typeface="宋体" charset="-122"/>
              </a:endParaRPr>
            </a:p>
          </p:txBody>
        </p:sp>
        <p:sp>
          <p:nvSpPr>
            <p:cNvPr id="27669" name="Oval 18"/>
            <p:cNvSpPr>
              <a:spLocks noChangeAspect="1" noChangeArrowheads="1"/>
            </p:cNvSpPr>
            <p:nvPr/>
          </p:nvSpPr>
          <p:spPr bwMode="auto">
            <a:xfrm>
              <a:off x="4605" y="2493"/>
              <a:ext cx="240" cy="240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>
                <a:ea typeface="宋体" charset="-122"/>
              </a:endParaRPr>
            </a:p>
          </p:txBody>
        </p:sp>
        <p:cxnSp>
          <p:nvCxnSpPr>
            <p:cNvPr id="27670" name="AutoShape 19"/>
            <p:cNvCxnSpPr>
              <a:cxnSpLocks noChangeAspect="1" noChangeShapeType="1"/>
              <a:stCxn id="27657" idx="3"/>
              <a:endCxn id="27668" idx="0"/>
            </p:cNvCxnSpPr>
            <p:nvPr/>
          </p:nvCxnSpPr>
          <p:spPr bwMode="auto">
            <a:xfrm flipH="1">
              <a:off x="3594" y="1935"/>
              <a:ext cx="501" cy="563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ffectLst/>
          </p:spPr>
        </p:cxnSp>
        <p:cxnSp>
          <p:nvCxnSpPr>
            <p:cNvPr id="27671" name="AutoShape 20"/>
            <p:cNvCxnSpPr>
              <a:cxnSpLocks noChangeAspect="1" noChangeShapeType="1"/>
              <a:endCxn id="27669" idx="0"/>
            </p:cNvCxnSpPr>
            <p:nvPr/>
          </p:nvCxnSpPr>
          <p:spPr bwMode="auto">
            <a:xfrm>
              <a:off x="4209" y="1984"/>
              <a:ext cx="516" cy="509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ffectLst/>
          </p:spPr>
        </p:cxnSp>
        <p:sp>
          <p:nvSpPr>
            <p:cNvPr id="27672" name="Oval 21"/>
            <p:cNvSpPr>
              <a:spLocks noChangeAspect="1" noChangeArrowheads="1"/>
            </p:cNvSpPr>
            <p:nvPr/>
          </p:nvSpPr>
          <p:spPr bwMode="auto">
            <a:xfrm>
              <a:off x="4298" y="3243"/>
              <a:ext cx="240" cy="240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>
                <a:ea typeface="宋体" charset="-122"/>
              </a:endParaRPr>
            </a:p>
          </p:txBody>
        </p:sp>
        <p:sp>
          <p:nvSpPr>
            <p:cNvPr id="27673" name="Oval 22"/>
            <p:cNvSpPr>
              <a:spLocks noChangeAspect="1" noChangeArrowheads="1"/>
            </p:cNvSpPr>
            <p:nvPr/>
          </p:nvSpPr>
          <p:spPr bwMode="auto">
            <a:xfrm>
              <a:off x="4916" y="3247"/>
              <a:ext cx="240" cy="240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>
                <a:ea typeface="宋体" charset="-122"/>
              </a:endParaRPr>
            </a:p>
          </p:txBody>
        </p:sp>
        <p:cxnSp>
          <p:nvCxnSpPr>
            <p:cNvPr id="27674" name="AutoShape 23"/>
            <p:cNvCxnSpPr>
              <a:cxnSpLocks noChangeAspect="1" noChangeShapeType="1"/>
            </p:cNvCxnSpPr>
            <p:nvPr/>
          </p:nvCxnSpPr>
          <p:spPr bwMode="auto">
            <a:xfrm flipH="1">
              <a:off x="4418" y="2726"/>
              <a:ext cx="324" cy="508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ffectLst/>
          </p:spPr>
        </p:cxnSp>
        <p:cxnSp>
          <p:nvCxnSpPr>
            <p:cNvPr id="27675" name="AutoShape 24"/>
            <p:cNvCxnSpPr>
              <a:cxnSpLocks noChangeAspect="1" noChangeShapeType="1"/>
            </p:cNvCxnSpPr>
            <p:nvPr/>
          </p:nvCxnSpPr>
          <p:spPr bwMode="auto">
            <a:xfrm>
              <a:off x="4754" y="2747"/>
              <a:ext cx="283" cy="518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ffectLst/>
          </p:spPr>
        </p:cxnSp>
        <p:sp>
          <p:nvSpPr>
            <p:cNvPr id="27676" name="Oval 25"/>
            <p:cNvSpPr>
              <a:spLocks noChangeAspect="1" noChangeArrowheads="1"/>
            </p:cNvSpPr>
            <p:nvPr/>
          </p:nvSpPr>
          <p:spPr bwMode="auto">
            <a:xfrm>
              <a:off x="3475" y="3248"/>
              <a:ext cx="240" cy="240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>
                <a:ea typeface="宋体" charset="-122"/>
              </a:endParaRPr>
            </a:p>
          </p:txBody>
        </p:sp>
        <p:cxnSp>
          <p:nvCxnSpPr>
            <p:cNvPr id="27677" name="AutoShape 26"/>
            <p:cNvCxnSpPr>
              <a:cxnSpLocks noChangeAspect="1" noChangeShapeType="1"/>
              <a:endCxn id="27676" idx="0"/>
            </p:cNvCxnSpPr>
            <p:nvPr/>
          </p:nvCxnSpPr>
          <p:spPr bwMode="auto">
            <a:xfrm>
              <a:off x="3595" y="2748"/>
              <a:ext cx="0" cy="500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ffectLst/>
          </p:spPr>
        </p:cxnSp>
        <p:sp>
          <p:nvSpPr>
            <p:cNvPr id="27678" name="Oval 27"/>
            <p:cNvSpPr>
              <a:spLocks noChangeAspect="1" noChangeArrowheads="1"/>
            </p:cNvSpPr>
            <p:nvPr/>
          </p:nvSpPr>
          <p:spPr bwMode="auto">
            <a:xfrm>
              <a:off x="4926" y="3990"/>
              <a:ext cx="240" cy="240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>
                <a:ea typeface="宋体" charset="-122"/>
              </a:endParaRPr>
            </a:p>
          </p:txBody>
        </p:sp>
        <p:cxnSp>
          <p:nvCxnSpPr>
            <p:cNvPr id="27679" name="AutoShape 28"/>
            <p:cNvCxnSpPr>
              <a:cxnSpLocks noChangeAspect="1" noChangeShapeType="1"/>
              <a:endCxn id="27678" idx="0"/>
            </p:cNvCxnSpPr>
            <p:nvPr/>
          </p:nvCxnSpPr>
          <p:spPr bwMode="auto">
            <a:xfrm>
              <a:off x="5046" y="3490"/>
              <a:ext cx="0" cy="500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ffectLst/>
          </p:spPr>
        </p:cxnSp>
      </p:grpSp>
      <p:sp>
        <p:nvSpPr>
          <p:cNvPr id="581661" name="Text Box 29"/>
          <p:cNvSpPr txBox="1">
            <a:spLocks noChangeArrowheads="1"/>
          </p:cNvSpPr>
          <p:nvPr/>
        </p:nvSpPr>
        <p:spPr bwMode="auto">
          <a:xfrm>
            <a:off x="2590800" y="6019800"/>
            <a:ext cx="2986088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altLang="zh-CN" sz="3200">
                <a:solidFill>
                  <a:schemeClr val="tx2"/>
                </a:solidFill>
                <a:latin typeface="Times New Roman" pitchFamily="18" charset="0"/>
                <a:ea typeface="宋体" charset="-122"/>
              </a:rPr>
              <a:t>Right child of </a:t>
            </a:r>
            <a:r>
              <a:rPr lang="en-US" altLang="zh-CN" sz="3200" i="1">
                <a:solidFill>
                  <a:schemeClr val="tx2"/>
                </a:solidFill>
                <a:latin typeface="Times New Roman" pitchFamily="18" charset="0"/>
                <a:ea typeface="宋体" charset="-122"/>
              </a:rPr>
              <a:t>d</a:t>
            </a:r>
            <a:endParaRPr lang="en-US" altLang="zh-CN" sz="3200">
              <a:solidFill>
                <a:schemeClr val="tx2"/>
              </a:solidFill>
              <a:latin typeface="Times New Roman" pitchFamily="18" charset="0"/>
              <a:ea typeface="宋体" charset="-122"/>
            </a:endParaRPr>
          </a:p>
        </p:txBody>
      </p:sp>
      <p:sp>
        <p:nvSpPr>
          <p:cNvPr id="581662" name="Oval 30"/>
          <p:cNvSpPr>
            <a:spLocks noChangeAspect="1" noChangeArrowheads="1"/>
          </p:cNvSpPr>
          <p:nvPr/>
        </p:nvSpPr>
        <p:spPr bwMode="auto">
          <a:xfrm>
            <a:off x="4111625" y="5014913"/>
            <a:ext cx="304800" cy="303212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0" hangingPunct="0"/>
            <a:endParaRPr lang="zh-CN" altLang="zh-CN" sz="2400">
              <a:ea typeface="宋体" charset="-122"/>
            </a:endParaRPr>
          </a:p>
        </p:txBody>
      </p:sp>
      <p:sp>
        <p:nvSpPr>
          <p:cNvPr id="27654" name="Text Box 31"/>
          <p:cNvSpPr txBox="1">
            <a:spLocks noChangeArrowheads="1"/>
          </p:cNvSpPr>
          <p:nvPr/>
        </p:nvSpPr>
        <p:spPr bwMode="auto">
          <a:xfrm>
            <a:off x="3178175" y="1885950"/>
            <a:ext cx="4824413" cy="4546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 sz="2400" i="1">
                <a:latin typeface="Times New Roman" pitchFamily="18" charset="0"/>
                <a:ea typeface="宋体" charset="-122"/>
              </a:rPr>
              <a:t>                         a</a:t>
            </a:r>
          </a:p>
          <a:p>
            <a:r>
              <a:rPr lang="en-US" altLang="zh-CN" sz="2400" i="1">
                <a:latin typeface="Times New Roman" pitchFamily="18" charset="0"/>
                <a:ea typeface="宋体" charset="-122"/>
              </a:rPr>
              <a:t> </a:t>
            </a:r>
          </a:p>
          <a:p>
            <a:endParaRPr lang="en-US" altLang="zh-CN" sz="2400" i="1">
              <a:latin typeface="Times New Roman" pitchFamily="18" charset="0"/>
              <a:ea typeface="宋体" charset="-122"/>
            </a:endParaRPr>
          </a:p>
          <a:p>
            <a:r>
              <a:rPr lang="en-US" altLang="zh-CN" sz="2400" i="1">
                <a:latin typeface="Times New Roman" pitchFamily="18" charset="0"/>
                <a:ea typeface="宋体" charset="-122"/>
              </a:rPr>
              <a:t>                 b                c</a:t>
            </a:r>
          </a:p>
          <a:p>
            <a:pPr>
              <a:lnSpc>
                <a:spcPct val="80000"/>
              </a:lnSpc>
            </a:pPr>
            <a:endParaRPr lang="en-US" altLang="zh-CN" sz="2400" i="1">
              <a:latin typeface="Times New Roman" pitchFamily="18" charset="0"/>
              <a:ea typeface="宋体" charset="-122"/>
            </a:endParaRPr>
          </a:p>
          <a:p>
            <a:pPr>
              <a:lnSpc>
                <a:spcPct val="80000"/>
              </a:lnSpc>
            </a:pPr>
            <a:endParaRPr lang="en-US" altLang="zh-CN" sz="2400" i="1">
              <a:latin typeface="Times New Roman" pitchFamily="18" charset="0"/>
              <a:ea typeface="宋体" charset="-122"/>
            </a:endParaRPr>
          </a:p>
          <a:p>
            <a:r>
              <a:rPr lang="en-US" altLang="zh-CN" sz="2400" i="1">
                <a:latin typeface="Times New Roman" pitchFamily="18" charset="0"/>
                <a:ea typeface="宋体" charset="-122"/>
              </a:rPr>
              <a:t>  d                  e          h                 i</a:t>
            </a:r>
          </a:p>
          <a:p>
            <a:pPr>
              <a:lnSpc>
                <a:spcPct val="130000"/>
              </a:lnSpc>
            </a:pPr>
            <a:endParaRPr lang="en-US" altLang="zh-CN" sz="2400" i="1">
              <a:latin typeface="Times New Roman" pitchFamily="18" charset="0"/>
              <a:ea typeface="宋体" charset="-122"/>
            </a:endParaRPr>
          </a:p>
          <a:p>
            <a:pPr>
              <a:lnSpc>
                <a:spcPct val="130000"/>
              </a:lnSpc>
            </a:pPr>
            <a:endParaRPr lang="en-US" altLang="zh-CN" sz="2400" i="1">
              <a:latin typeface="Times New Roman" pitchFamily="18" charset="0"/>
              <a:ea typeface="宋体" charset="-122"/>
            </a:endParaRPr>
          </a:p>
          <a:p>
            <a:r>
              <a:rPr lang="en-US" altLang="zh-CN" sz="2400" i="1">
                <a:latin typeface="Times New Roman" pitchFamily="18" charset="0"/>
                <a:ea typeface="宋体" charset="-122"/>
              </a:rPr>
              <a:t>  f          g               j            k           l</a:t>
            </a:r>
          </a:p>
          <a:p>
            <a:endParaRPr lang="en-US" altLang="zh-CN" sz="2400" i="1">
              <a:latin typeface="Times New Roman" pitchFamily="18" charset="0"/>
              <a:ea typeface="宋体" charset="-122"/>
            </a:endParaRPr>
          </a:p>
          <a:p>
            <a:r>
              <a:rPr lang="en-US" altLang="zh-CN" sz="2400" i="1">
                <a:latin typeface="Times New Roman" pitchFamily="18" charset="0"/>
                <a:ea typeface="宋体" charset="-122"/>
              </a:rPr>
              <a:t>                                                          m</a:t>
            </a:r>
          </a:p>
        </p:txBody>
      </p:sp>
      <p:sp>
        <p:nvSpPr>
          <p:cNvPr id="32" name="Slide Number Placeholder 3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94BF74-4D1E-471C-8549-12F0AD34FC1A}" type="slidenum">
              <a:rPr lang="en-US" altLang="zh-CN" smtClean="0"/>
              <a:pPr/>
              <a:t>21</a:t>
            </a:fld>
            <a:endParaRPr lang="en-US" altLang="zh-CN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16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816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816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16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3" dur="500"/>
                                        <p:tgtEl>
                                          <p:spTgt spid="5816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81661" grpId="0" autoUpdateAnimBg="0"/>
      <p:bldP spid="581662" grpId="0" animBg="1" autoUpdateAnimBg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52400"/>
            <a:ext cx="8229600" cy="838200"/>
          </a:xfrm>
        </p:spPr>
        <p:txBody>
          <a:bodyPr/>
          <a:lstStyle/>
          <a:p>
            <a:pPr eaLnBrk="1" hangingPunct="1"/>
            <a:r>
              <a:rPr lang="en-US" altLang="zh-CN" smtClean="0">
                <a:latin typeface="Times New Roman" pitchFamily="18" charset="0"/>
                <a:ea typeface="宋体" charset="-122"/>
              </a:rPr>
              <a:t>Example</a:t>
            </a:r>
          </a:p>
        </p:txBody>
      </p:sp>
      <p:sp>
        <p:nvSpPr>
          <p:cNvPr id="28675" name="Text Box 3"/>
          <p:cNvSpPr txBox="1">
            <a:spLocks noChangeArrowheads="1"/>
          </p:cNvSpPr>
          <p:nvPr/>
        </p:nvSpPr>
        <p:spPr bwMode="auto">
          <a:xfrm>
            <a:off x="3178175" y="1885950"/>
            <a:ext cx="4824413" cy="4546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 sz="2400" i="1">
                <a:latin typeface="Times New Roman" pitchFamily="18" charset="0"/>
                <a:ea typeface="宋体" charset="-122"/>
              </a:rPr>
              <a:t>                         a</a:t>
            </a:r>
          </a:p>
          <a:p>
            <a:r>
              <a:rPr lang="en-US" altLang="zh-CN" sz="2400" i="1">
                <a:latin typeface="Times New Roman" pitchFamily="18" charset="0"/>
                <a:ea typeface="宋体" charset="-122"/>
              </a:rPr>
              <a:t> </a:t>
            </a:r>
          </a:p>
          <a:p>
            <a:endParaRPr lang="en-US" altLang="zh-CN" sz="2400" i="1">
              <a:latin typeface="Times New Roman" pitchFamily="18" charset="0"/>
              <a:ea typeface="宋体" charset="-122"/>
            </a:endParaRPr>
          </a:p>
          <a:p>
            <a:r>
              <a:rPr lang="en-US" altLang="zh-CN" sz="2400" i="1">
                <a:latin typeface="Times New Roman" pitchFamily="18" charset="0"/>
                <a:ea typeface="宋体" charset="-122"/>
              </a:rPr>
              <a:t>                 b                c</a:t>
            </a:r>
          </a:p>
          <a:p>
            <a:pPr>
              <a:lnSpc>
                <a:spcPct val="80000"/>
              </a:lnSpc>
            </a:pPr>
            <a:endParaRPr lang="en-US" altLang="zh-CN" sz="2400" i="1">
              <a:latin typeface="Times New Roman" pitchFamily="18" charset="0"/>
              <a:ea typeface="宋体" charset="-122"/>
            </a:endParaRPr>
          </a:p>
          <a:p>
            <a:pPr>
              <a:lnSpc>
                <a:spcPct val="80000"/>
              </a:lnSpc>
            </a:pPr>
            <a:endParaRPr lang="en-US" altLang="zh-CN" sz="2400" i="1">
              <a:latin typeface="Times New Roman" pitchFamily="18" charset="0"/>
              <a:ea typeface="宋体" charset="-122"/>
            </a:endParaRPr>
          </a:p>
          <a:p>
            <a:r>
              <a:rPr lang="en-US" altLang="zh-CN" sz="2400" i="1">
                <a:latin typeface="Times New Roman" pitchFamily="18" charset="0"/>
                <a:ea typeface="宋体" charset="-122"/>
              </a:rPr>
              <a:t>  d                  e          h                 i</a:t>
            </a:r>
          </a:p>
          <a:p>
            <a:pPr>
              <a:lnSpc>
                <a:spcPct val="130000"/>
              </a:lnSpc>
            </a:pPr>
            <a:endParaRPr lang="en-US" altLang="zh-CN" sz="2400" i="1">
              <a:latin typeface="Times New Roman" pitchFamily="18" charset="0"/>
              <a:ea typeface="宋体" charset="-122"/>
            </a:endParaRPr>
          </a:p>
          <a:p>
            <a:pPr>
              <a:lnSpc>
                <a:spcPct val="130000"/>
              </a:lnSpc>
            </a:pPr>
            <a:endParaRPr lang="en-US" altLang="zh-CN" sz="2400" i="1">
              <a:latin typeface="Times New Roman" pitchFamily="18" charset="0"/>
              <a:ea typeface="宋体" charset="-122"/>
            </a:endParaRPr>
          </a:p>
          <a:p>
            <a:r>
              <a:rPr lang="en-US" altLang="zh-CN" sz="2400" i="1">
                <a:latin typeface="Times New Roman" pitchFamily="18" charset="0"/>
                <a:ea typeface="宋体" charset="-122"/>
              </a:rPr>
              <a:t>  f          g               j            k           l</a:t>
            </a:r>
          </a:p>
          <a:p>
            <a:endParaRPr lang="en-US" altLang="zh-CN" sz="2400" i="1">
              <a:latin typeface="Times New Roman" pitchFamily="18" charset="0"/>
              <a:ea typeface="宋体" charset="-122"/>
            </a:endParaRPr>
          </a:p>
          <a:p>
            <a:r>
              <a:rPr lang="en-US" altLang="zh-CN" sz="2400" i="1">
                <a:latin typeface="Times New Roman" pitchFamily="18" charset="0"/>
                <a:ea typeface="宋体" charset="-122"/>
              </a:rPr>
              <a:t>                                                          m</a:t>
            </a:r>
          </a:p>
        </p:txBody>
      </p:sp>
      <p:grpSp>
        <p:nvGrpSpPr>
          <p:cNvPr id="28676" name="Group 4"/>
          <p:cNvGrpSpPr>
            <a:grpSpLocks noChangeAspect="1"/>
          </p:cNvGrpSpPr>
          <p:nvPr/>
        </p:nvGrpSpPr>
        <p:grpSpPr bwMode="auto">
          <a:xfrm>
            <a:off x="3324225" y="2305050"/>
            <a:ext cx="4232275" cy="3962400"/>
            <a:chOff x="1830" y="1106"/>
            <a:chExt cx="3336" cy="3124"/>
          </a:xfrm>
        </p:grpSpPr>
        <p:sp>
          <p:nvSpPr>
            <p:cNvPr id="28679" name="Oval 5"/>
            <p:cNvSpPr>
              <a:spLocks noChangeAspect="1" noChangeArrowheads="1"/>
            </p:cNvSpPr>
            <p:nvPr/>
          </p:nvSpPr>
          <p:spPr bwMode="auto">
            <a:xfrm>
              <a:off x="3244" y="1106"/>
              <a:ext cx="240" cy="240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>
                <a:ea typeface="宋体" charset="-122"/>
              </a:endParaRPr>
            </a:p>
          </p:txBody>
        </p:sp>
        <p:sp>
          <p:nvSpPr>
            <p:cNvPr id="28680" name="Oval 6"/>
            <p:cNvSpPr>
              <a:spLocks noChangeAspect="1" noChangeArrowheads="1"/>
            </p:cNvSpPr>
            <p:nvPr/>
          </p:nvSpPr>
          <p:spPr bwMode="auto">
            <a:xfrm>
              <a:off x="2476" y="1730"/>
              <a:ext cx="240" cy="240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>
                <a:ea typeface="宋体" charset="-122"/>
              </a:endParaRPr>
            </a:p>
          </p:txBody>
        </p:sp>
        <p:sp>
          <p:nvSpPr>
            <p:cNvPr id="28681" name="Oval 7"/>
            <p:cNvSpPr>
              <a:spLocks noChangeAspect="1" noChangeArrowheads="1"/>
            </p:cNvSpPr>
            <p:nvPr/>
          </p:nvSpPr>
          <p:spPr bwMode="auto">
            <a:xfrm>
              <a:off x="4060" y="1730"/>
              <a:ext cx="240" cy="240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>
                <a:ea typeface="宋体" charset="-122"/>
              </a:endParaRPr>
            </a:p>
          </p:txBody>
        </p:sp>
        <p:sp>
          <p:nvSpPr>
            <p:cNvPr id="28682" name="Oval 8"/>
            <p:cNvSpPr>
              <a:spLocks noChangeAspect="1" noChangeArrowheads="1"/>
            </p:cNvSpPr>
            <p:nvPr/>
          </p:nvSpPr>
          <p:spPr bwMode="auto">
            <a:xfrm>
              <a:off x="2152" y="2496"/>
              <a:ext cx="240" cy="240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>
                <a:ea typeface="宋体" charset="-122"/>
              </a:endParaRPr>
            </a:p>
          </p:txBody>
        </p:sp>
        <p:sp>
          <p:nvSpPr>
            <p:cNvPr id="28683" name="Oval 9"/>
            <p:cNvSpPr>
              <a:spLocks noChangeAspect="1" noChangeArrowheads="1"/>
            </p:cNvSpPr>
            <p:nvPr/>
          </p:nvSpPr>
          <p:spPr bwMode="auto">
            <a:xfrm>
              <a:off x="2770" y="2500"/>
              <a:ext cx="240" cy="240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>
                <a:ea typeface="宋体" charset="-122"/>
              </a:endParaRPr>
            </a:p>
          </p:txBody>
        </p:sp>
        <p:cxnSp>
          <p:nvCxnSpPr>
            <p:cNvPr id="28684" name="AutoShape 10"/>
            <p:cNvCxnSpPr>
              <a:cxnSpLocks noChangeAspect="1" noChangeShapeType="1"/>
              <a:stCxn id="28679" idx="3"/>
              <a:endCxn id="28680" idx="7"/>
            </p:cNvCxnSpPr>
            <p:nvPr/>
          </p:nvCxnSpPr>
          <p:spPr bwMode="auto">
            <a:xfrm flipH="1">
              <a:off x="2681" y="1311"/>
              <a:ext cx="598" cy="454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ffectLst/>
          </p:spPr>
        </p:cxnSp>
        <p:cxnSp>
          <p:nvCxnSpPr>
            <p:cNvPr id="28685" name="AutoShape 11"/>
            <p:cNvCxnSpPr>
              <a:cxnSpLocks noChangeAspect="1" noChangeShapeType="1"/>
              <a:stCxn id="28679" idx="5"/>
              <a:endCxn id="28681" idx="1"/>
            </p:cNvCxnSpPr>
            <p:nvPr/>
          </p:nvCxnSpPr>
          <p:spPr bwMode="auto">
            <a:xfrm>
              <a:off x="3449" y="1311"/>
              <a:ext cx="646" cy="454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ffectLst/>
          </p:spPr>
        </p:cxnSp>
        <p:cxnSp>
          <p:nvCxnSpPr>
            <p:cNvPr id="28686" name="AutoShape 12"/>
            <p:cNvCxnSpPr>
              <a:cxnSpLocks noChangeAspect="1" noChangeShapeType="1"/>
              <a:stCxn id="28680" idx="4"/>
            </p:cNvCxnSpPr>
            <p:nvPr/>
          </p:nvCxnSpPr>
          <p:spPr bwMode="auto">
            <a:xfrm flipH="1">
              <a:off x="2272" y="1970"/>
              <a:ext cx="324" cy="508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ffectLst/>
          </p:spPr>
        </p:cxnSp>
        <p:cxnSp>
          <p:nvCxnSpPr>
            <p:cNvPr id="28687" name="AutoShape 13"/>
            <p:cNvCxnSpPr>
              <a:cxnSpLocks noChangeAspect="1" noChangeShapeType="1"/>
            </p:cNvCxnSpPr>
            <p:nvPr/>
          </p:nvCxnSpPr>
          <p:spPr bwMode="auto">
            <a:xfrm>
              <a:off x="2608" y="1991"/>
              <a:ext cx="283" cy="518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ffectLst/>
          </p:spPr>
        </p:cxnSp>
        <p:sp>
          <p:nvSpPr>
            <p:cNvPr id="28688" name="Oval 14"/>
            <p:cNvSpPr>
              <a:spLocks noChangeAspect="1" noChangeArrowheads="1"/>
            </p:cNvSpPr>
            <p:nvPr/>
          </p:nvSpPr>
          <p:spPr bwMode="auto">
            <a:xfrm>
              <a:off x="1830" y="3247"/>
              <a:ext cx="240" cy="240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>
                <a:ea typeface="宋体" charset="-122"/>
              </a:endParaRPr>
            </a:p>
          </p:txBody>
        </p:sp>
        <p:sp>
          <p:nvSpPr>
            <p:cNvPr id="28689" name="Oval 15"/>
            <p:cNvSpPr>
              <a:spLocks noChangeAspect="1" noChangeArrowheads="1"/>
            </p:cNvSpPr>
            <p:nvPr/>
          </p:nvSpPr>
          <p:spPr bwMode="auto">
            <a:xfrm>
              <a:off x="2448" y="3242"/>
              <a:ext cx="240" cy="240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>
                <a:ea typeface="宋体" charset="-122"/>
              </a:endParaRPr>
            </a:p>
          </p:txBody>
        </p:sp>
        <p:cxnSp>
          <p:nvCxnSpPr>
            <p:cNvPr id="28690" name="AutoShape 16"/>
            <p:cNvCxnSpPr>
              <a:cxnSpLocks noChangeAspect="1" noChangeShapeType="1"/>
            </p:cNvCxnSpPr>
            <p:nvPr/>
          </p:nvCxnSpPr>
          <p:spPr bwMode="auto">
            <a:xfrm flipH="1">
              <a:off x="1950" y="2730"/>
              <a:ext cx="324" cy="508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ffectLst/>
          </p:spPr>
        </p:cxnSp>
        <p:cxnSp>
          <p:nvCxnSpPr>
            <p:cNvPr id="28691" name="AutoShape 17"/>
            <p:cNvCxnSpPr>
              <a:cxnSpLocks noChangeAspect="1" noChangeShapeType="1"/>
            </p:cNvCxnSpPr>
            <p:nvPr/>
          </p:nvCxnSpPr>
          <p:spPr bwMode="auto">
            <a:xfrm>
              <a:off x="2286" y="2751"/>
              <a:ext cx="283" cy="518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ffectLst/>
          </p:spPr>
        </p:cxnSp>
        <p:sp>
          <p:nvSpPr>
            <p:cNvPr id="28692" name="Oval 18"/>
            <p:cNvSpPr>
              <a:spLocks noChangeAspect="1" noChangeArrowheads="1"/>
            </p:cNvSpPr>
            <p:nvPr/>
          </p:nvSpPr>
          <p:spPr bwMode="auto">
            <a:xfrm>
              <a:off x="3474" y="2498"/>
              <a:ext cx="240" cy="240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>
                <a:ea typeface="宋体" charset="-122"/>
              </a:endParaRPr>
            </a:p>
          </p:txBody>
        </p:sp>
        <p:sp>
          <p:nvSpPr>
            <p:cNvPr id="28693" name="Oval 19"/>
            <p:cNvSpPr>
              <a:spLocks noChangeAspect="1" noChangeArrowheads="1"/>
            </p:cNvSpPr>
            <p:nvPr/>
          </p:nvSpPr>
          <p:spPr bwMode="auto">
            <a:xfrm>
              <a:off x="4605" y="2493"/>
              <a:ext cx="240" cy="240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>
                <a:ea typeface="宋体" charset="-122"/>
              </a:endParaRPr>
            </a:p>
          </p:txBody>
        </p:sp>
        <p:cxnSp>
          <p:nvCxnSpPr>
            <p:cNvPr id="28694" name="AutoShape 20"/>
            <p:cNvCxnSpPr>
              <a:cxnSpLocks noChangeAspect="1" noChangeShapeType="1"/>
              <a:stCxn id="28681" idx="3"/>
              <a:endCxn id="28692" idx="0"/>
            </p:cNvCxnSpPr>
            <p:nvPr/>
          </p:nvCxnSpPr>
          <p:spPr bwMode="auto">
            <a:xfrm flipH="1">
              <a:off x="3594" y="1935"/>
              <a:ext cx="501" cy="563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ffectLst/>
          </p:spPr>
        </p:cxnSp>
        <p:cxnSp>
          <p:nvCxnSpPr>
            <p:cNvPr id="28695" name="AutoShape 21"/>
            <p:cNvCxnSpPr>
              <a:cxnSpLocks noChangeAspect="1" noChangeShapeType="1"/>
              <a:endCxn id="28693" idx="0"/>
            </p:cNvCxnSpPr>
            <p:nvPr/>
          </p:nvCxnSpPr>
          <p:spPr bwMode="auto">
            <a:xfrm>
              <a:off x="4209" y="1984"/>
              <a:ext cx="516" cy="509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ffectLst/>
          </p:spPr>
        </p:cxnSp>
        <p:sp>
          <p:nvSpPr>
            <p:cNvPr id="28696" name="Oval 22"/>
            <p:cNvSpPr>
              <a:spLocks noChangeAspect="1" noChangeArrowheads="1"/>
            </p:cNvSpPr>
            <p:nvPr/>
          </p:nvSpPr>
          <p:spPr bwMode="auto">
            <a:xfrm>
              <a:off x="4298" y="3243"/>
              <a:ext cx="240" cy="240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>
                <a:ea typeface="宋体" charset="-122"/>
              </a:endParaRPr>
            </a:p>
          </p:txBody>
        </p:sp>
        <p:sp>
          <p:nvSpPr>
            <p:cNvPr id="28697" name="Oval 23"/>
            <p:cNvSpPr>
              <a:spLocks noChangeAspect="1" noChangeArrowheads="1"/>
            </p:cNvSpPr>
            <p:nvPr/>
          </p:nvSpPr>
          <p:spPr bwMode="auto">
            <a:xfrm>
              <a:off x="4916" y="3247"/>
              <a:ext cx="240" cy="240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>
                <a:ea typeface="宋体" charset="-122"/>
              </a:endParaRPr>
            </a:p>
          </p:txBody>
        </p:sp>
        <p:cxnSp>
          <p:nvCxnSpPr>
            <p:cNvPr id="28698" name="AutoShape 24"/>
            <p:cNvCxnSpPr>
              <a:cxnSpLocks noChangeAspect="1" noChangeShapeType="1"/>
            </p:cNvCxnSpPr>
            <p:nvPr/>
          </p:nvCxnSpPr>
          <p:spPr bwMode="auto">
            <a:xfrm flipH="1">
              <a:off x="4418" y="2726"/>
              <a:ext cx="324" cy="508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ffectLst/>
          </p:spPr>
        </p:cxnSp>
        <p:cxnSp>
          <p:nvCxnSpPr>
            <p:cNvPr id="28699" name="AutoShape 25"/>
            <p:cNvCxnSpPr>
              <a:cxnSpLocks noChangeAspect="1" noChangeShapeType="1"/>
            </p:cNvCxnSpPr>
            <p:nvPr/>
          </p:nvCxnSpPr>
          <p:spPr bwMode="auto">
            <a:xfrm>
              <a:off x="4754" y="2747"/>
              <a:ext cx="283" cy="518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ffectLst/>
          </p:spPr>
        </p:cxnSp>
        <p:sp>
          <p:nvSpPr>
            <p:cNvPr id="28700" name="Oval 26"/>
            <p:cNvSpPr>
              <a:spLocks noChangeAspect="1" noChangeArrowheads="1"/>
            </p:cNvSpPr>
            <p:nvPr/>
          </p:nvSpPr>
          <p:spPr bwMode="auto">
            <a:xfrm>
              <a:off x="3475" y="3248"/>
              <a:ext cx="240" cy="240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>
                <a:ea typeface="宋体" charset="-122"/>
              </a:endParaRPr>
            </a:p>
          </p:txBody>
        </p:sp>
        <p:cxnSp>
          <p:nvCxnSpPr>
            <p:cNvPr id="28701" name="AutoShape 27"/>
            <p:cNvCxnSpPr>
              <a:cxnSpLocks noChangeAspect="1" noChangeShapeType="1"/>
              <a:endCxn id="28700" idx="0"/>
            </p:cNvCxnSpPr>
            <p:nvPr/>
          </p:nvCxnSpPr>
          <p:spPr bwMode="auto">
            <a:xfrm>
              <a:off x="3595" y="2748"/>
              <a:ext cx="0" cy="500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ffectLst/>
          </p:spPr>
        </p:cxnSp>
        <p:sp>
          <p:nvSpPr>
            <p:cNvPr id="28702" name="Oval 28"/>
            <p:cNvSpPr>
              <a:spLocks noChangeAspect="1" noChangeArrowheads="1"/>
            </p:cNvSpPr>
            <p:nvPr/>
          </p:nvSpPr>
          <p:spPr bwMode="auto">
            <a:xfrm>
              <a:off x="4926" y="3990"/>
              <a:ext cx="240" cy="240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>
                <a:ea typeface="宋体" charset="-122"/>
              </a:endParaRPr>
            </a:p>
          </p:txBody>
        </p:sp>
        <p:cxnSp>
          <p:nvCxnSpPr>
            <p:cNvPr id="28703" name="AutoShape 29"/>
            <p:cNvCxnSpPr>
              <a:cxnSpLocks noChangeAspect="1" noChangeShapeType="1"/>
              <a:endCxn id="28702" idx="0"/>
            </p:cNvCxnSpPr>
            <p:nvPr/>
          </p:nvCxnSpPr>
          <p:spPr bwMode="auto">
            <a:xfrm>
              <a:off x="5046" y="3490"/>
              <a:ext cx="0" cy="500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ffectLst/>
          </p:spPr>
        </p:cxnSp>
      </p:grpSp>
      <p:sp>
        <p:nvSpPr>
          <p:cNvPr id="582686" name="Text Box 30"/>
          <p:cNvSpPr txBox="1">
            <a:spLocks noChangeArrowheads="1"/>
          </p:cNvSpPr>
          <p:nvPr/>
        </p:nvSpPr>
        <p:spPr bwMode="auto">
          <a:xfrm>
            <a:off x="3352800" y="6019800"/>
            <a:ext cx="3214688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altLang="zh-CN" sz="3200">
                <a:solidFill>
                  <a:schemeClr val="tx2"/>
                </a:solidFill>
                <a:latin typeface="Times New Roman" pitchFamily="18" charset="0"/>
                <a:ea typeface="宋体" charset="-122"/>
              </a:rPr>
              <a:t>Left subtree of </a:t>
            </a:r>
            <a:r>
              <a:rPr lang="en-US" altLang="zh-CN" sz="3200" i="1">
                <a:solidFill>
                  <a:schemeClr val="tx2"/>
                </a:solidFill>
                <a:latin typeface="Times New Roman" pitchFamily="18" charset="0"/>
                <a:ea typeface="宋体" charset="-122"/>
              </a:rPr>
              <a:t>c</a:t>
            </a:r>
            <a:endParaRPr lang="en-US" altLang="zh-CN" sz="3200">
              <a:solidFill>
                <a:schemeClr val="tx2"/>
              </a:solidFill>
              <a:latin typeface="Times New Roman" pitchFamily="18" charset="0"/>
              <a:ea typeface="宋体" charset="-122"/>
            </a:endParaRPr>
          </a:p>
        </p:txBody>
      </p:sp>
      <p:sp>
        <p:nvSpPr>
          <p:cNvPr id="582687" name="Oval 31"/>
          <p:cNvSpPr>
            <a:spLocks noChangeArrowheads="1"/>
          </p:cNvSpPr>
          <p:nvPr/>
        </p:nvSpPr>
        <p:spPr bwMode="auto">
          <a:xfrm>
            <a:off x="5157788" y="3756025"/>
            <a:ext cx="1006475" cy="2181225"/>
          </a:xfrm>
          <a:prstGeom prst="ellipse">
            <a:avLst/>
          </a:prstGeom>
          <a:noFill/>
          <a:ln w="28575">
            <a:solidFill>
              <a:schemeClr val="tx2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>
              <a:ea typeface="宋体" charset="-122"/>
            </a:endParaRPr>
          </a:p>
        </p:txBody>
      </p:sp>
      <p:sp>
        <p:nvSpPr>
          <p:cNvPr id="32" name="Slide Number Placeholder 3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94BF74-4D1E-471C-8549-12F0AD34FC1A}" type="slidenum">
              <a:rPr lang="en-US" altLang="zh-CN" smtClean="0"/>
              <a:pPr/>
              <a:t>22</a:t>
            </a:fld>
            <a:endParaRPr lang="en-US" altLang="zh-CN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26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826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826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26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58268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58268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82686" grpId="0" autoUpdateAnimBg="0"/>
      <p:bldP spid="582687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28600"/>
            <a:ext cx="8229600" cy="838200"/>
          </a:xfrm>
        </p:spPr>
        <p:txBody>
          <a:bodyPr/>
          <a:lstStyle/>
          <a:p>
            <a:pPr eaLnBrk="1" hangingPunct="1"/>
            <a:r>
              <a:rPr lang="en-US" altLang="zh-CN" smtClean="0">
                <a:latin typeface="Times New Roman" pitchFamily="18" charset="0"/>
                <a:ea typeface="宋体" charset="-122"/>
              </a:rPr>
              <a:t>Example</a:t>
            </a:r>
          </a:p>
        </p:txBody>
      </p:sp>
      <p:sp>
        <p:nvSpPr>
          <p:cNvPr id="29699" name="Text Box 3"/>
          <p:cNvSpPr txBox="1">
            <a:spLocks noChangeArrowheads="1"/>
          </p:cNvSpPr>
          <p:nvPr/>
        </p:nvSpPr>
        <p:spPr bwMode="auto">
          <a:xfrm>
            <a:off x="609600" y="1828800"/>
            <a:ext cx="4824413" cy="4546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 sz="2400" i="1">
                <a:latin typeface="Times New Roman" pitchFamily="18" charset="0"/>
                <a:ea typeface="宋体" charset="-122"/>
              </a:rPr>
              <a:t>                         a</a:t>
            </a:r>
          </a:p>
          <a:p>
            <a:r>
              <a:rPr lang="en-US" altLang="zh-CN" sz="2400" i="1">
                <a:latin typeface="Times New Roman" pitchFamily="18" charset="0"/>
                <a:ea typeface="宋体" charset="-122"/>
              </a:rPr>
              <a:t> </a:t>
            </a:r>
          </a:p>
          <a:p>
            <a:endParaRPr lang="en-US" altLang="zh-CN" sz="2400" i="1">
              <a:latin typeface="Times New Roman" pitchFamily="18" charset="0"/>
              <a:ea typeface="宋体" charset="-122"/>
            </a:endParaRPr>
          </a:p>
          <a:p>
            <a:r>
              <a:rPr lang="en-US" altLang="zh-CN" sz="2400" i="1">
                <a:latin typeface="Times New Roman" pitchFamily="18" charset="0"/>
                <a:ea typeface="宋体" charset="-122"/>
              </a:rPr>
              <a:t>                 b                c</a:t>
            </a:r>
          </a:p>
          <a:p>
            <a:pPr>
              <a:lnSpc>
                <a:spcPct val="80000"/>
              </a:lnSpc>
            </a:pPr>
            <a:endParaRPr lang="en-US" altLang="zh-CN" sz="2400" i="1">
              <a:latin typeface="Times New Roman" pitchFamily="18" charset="0"/>
              <a:ea typeface="宋体" charset="-122"/>
            </a:endParaRPr>
          </a:p>
          <a:p>
            <a:pPr>
              <a:lnSpc>
                <a:spcPct val="80000"/>
              </a:lnSpc>
            </a:pPr>
            <a:endParaRPr lang="en-US" altLang="zh-CN" sz="2400" i="1">
              <a:latin typeface="Times New Roman" pitchFamily="18" charset="0"/>
              <a:ea typeface="宋体" charset="-122"/>
            </a:endParaRPr>
          </a:p>
          <a:p>
            <a:r>
              <a:rPr lang="en-US" altLang="zh-CN" sz="2400" i="1">
                <a:latin typeface="Times New Roman" pitchFamily="18" charset="0"/>
                <a:ea typeface="宋体" charset="-122"/>
              </a:rPr>
              <a:t>  d                  e          h                 i</a:t>
            </a:r>
          </a:p>
          <a:p>
            <a:pPr>
              <a:lnSpc>
                <a:spcPct val="130000"/>
              </a:lnSpc>
            </a:pPr>
            <a:endParaRPr lang="en-US" altLang="zh-CN" sz="2400" i="1">
              <a:latin typeface="Times New Roman" pitchFamily="18" charset="0"/>
              <a:ea typeface="宋体" charset="-122"/>
            </a:endParaRPr>
          </a:p>
          <a:p>
            <a:pPr>
              <a:lnSpc>
                <a:spcPct val="130000"/>
              </a:lnSpc>
            </a:pPr>
            <a:endParaRPr lang="en-US" altLang="zh-CN" sz="2400" i="1">
              <a:latin typeface="Times New Roman" pitchFamily="18" charset="0"/>
              <a:ea typeface="宋体" charset="-122"/>
            </a:endParaRPr>
          </a:p>
          <a:p>
            <a:r>
              <a:rPr lang="en-US" altLang="zh-CN" sz="2400" i="1">
                <a:latin typeface="Times New Roman" pitchFamily="18" charset="0"/>
                <a:ea typeface="宋体" charset="-122"/>
              </a:rPr>
              <a:t>  f          g               j            k           l</a:t>
            </a:r>
          </a:p>
          <a:p>
            <a:endParaRPr lang="en-US" altLang="zh-CN" sz="2400" i="1">
              <a:latin typeface="Times New Roman" pitchFamily="18" charset="0"/>
              <a:ea typeface="宋体" charset="-122"/>
            </a:endParaRPr>
          </a:p>
          <a:p>
            <a:r>
              <a:rPr lang="en-US" altLang="zh-CN" sz="2400" i="1">
                <a:latin typeface="Times New Roman" pitchFamily="18" charset="0"/>
                <a:ea typeface="宋体" charset="-122"/>
              </a:rPr>
              <a:t>                                                          m</a:t>
            </a:r>
          </a:p>
        </p:txBody>
      </p:sp>
      <p:grpSp>
        <p:nvGrpSpPr>
          <p:cNvPr id="29700" name="Group 4"/>
          <p:cNvGrpSpPr>
            <a:grpSpLocks noChangeAspect="1"/>
          </p:cNvGrpSpPr>
          <p:nvPr/>
        </p:nvGrpSpPr>
        <p:grpSpPr bwMode="auto">
          <a:xfrm>
            <a:off x="755650" y="2247900"/>
            <a:ext cx="4232275" cy="3962400"/>
            <a:chOff x="1830" y="1106"/>
            <a:chExt cx="3336" cy="3124"/>
          </a:xfrm>
        </p:grpSpPr>
        <p:sp>
          <p:nvSpPr>
            <p:cNvPr id="29703" name="Oval 5"/>
            <p:cNvSpPr>
              <a:spLocks noChangeAspect="1" noChangeArrowheads="1"/>
            </p:cNvSpPr>
            <p:nvPr/>
          </p:nvSpPr>
          <p:spPr bwMode="auto">
            <a:xfrm>
              <a:off x="3244" y="1106"/>
              <a:ext cx="240" cy="240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>
                <a:ea typeface="宋体" charset="-122"/>
              </a:endParaRPr>
            </a:p>
          </p:txBody>
        </p:sp>
        <p:sp>
          <p:nvSpPr>
            <p:cNvPr id="29704" name="Oval 6"/>
            <p:cNvSpPr>
              <a:spLocks noChangeAspect="1" noChangeArrowheads="1"/>
            </p:cNvSpPr>
            <p:nvPr/>
          </p:nvSpPr>
          <p:spPr bwMode="auto">
            <a:xfrm>
              <a:off x="2476" y="1730"/>
              <a:ext cx="240" cy="240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>
                <a:ea typeface="宋体" charset="-122"/>
              </a:endParaRPr>
            </a:p>
          </p:txBody>
        </p:sp>
        <p:sp>
          <p:nvSpPr>
            <p:cNvPr id="29705" name="Oval 7"/>
            <p:cNvSpPr>
              <a:spLocks noChangeAspect="1" noChangeArrowheads="1"/>
            </p:cNvSpPr>
            <p:nvPr/>
          </p:nvSpPr>
          <p:spPr bwMode="auto">
            <a:xfrm>
              <a:off x="4060" y="1730"/>
              <a:ext cx="240" cy="240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>
                <a:ea typeface="宋体" charset="-122"/>
              </a:endParaRPr>
            </a:p>
          </p:txBody>
        </p:sp>
        <p:sp>
          <p:nvSpPr>
            <p:cNvPr id="29706" name="Oval 8"/>
            <p:cNvSpPr>
              <a:spLocks noChangeAspect="1" noChangeArrowheads="1"/>
            </p:cNvSpPr>
            <p:nvPr/>
          </p:nvSpPr>
          <p:spPr bwMode="auto">
            <a:xfrm>
              <a:off x="2152" y="2496"/>
              <a:ext cx="240" cy="240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>
                <a:ea typeface="宋体" charset="-122"/>
              </a:endParaRPr>
            </a:p>
          </p:txBody>
        </p:sp>
        <p:sp>
          <p:nvSpPr>
            <p:cNvPr id="29707" name="Oval 9"/>
            <p:cNvSpPr>
              <a:spLocks noChangeAspect="1" noChangeArrowheads="1"/>
            </p:cNvSpPr>
            <p:nvPr/>
          </p:nvSpPr>
          <p:spPr bwMode="auto">
            <a:xfrm>
              <a:off x="2770" y="2500"/>
              <a:ext cx="240" cy="240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>
                <a:ea typeface="宋体" charset="-122"/>
              </a:endParaRPr>
            </a:p>
          </p:txBody>
        </p:sp>
        <p:cxnSp>
          <p:nvCxnSpPr>
            <p:cNvPr id="29708" name="AutoShape 10"/>
            <p:cNvCxnSpPr>
              <a:cxnSpLocks noChangeAspect="1" noChangeShapeType="1"/>
              <a:stCxn id="29703" idx="3"/>
              <a:endCxn id="29704" idx="7"/>
            </p:cNvCxnSpPr>
            <p:nvPr/>
          </p:nvCxnSpPr>
          <p:spPr bwMode="auto">
            <a:xfrm flipH="1">
              <a:off x="2681" y="1311"/>
              <a:ext cx="598" cy="454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ffectLst/>
          </p:spPr>
        </p:cxnSp>
        <p:cxnSp>
          <p:nvCxnSpPr>
            <p:cNvPr id="29709" name="AutoShape 11"/>
            <p:cNvCxnSpPr>
              <a:cxnSpLocks noChangeAspect="1" noChangeShapeType="1"/>
              <a:stCxn id="29703" idx="5"/>
              <a:endCxn id="29705" idx="1"/>
            </p:cNvCxnSpPr>
            <p:nvPr/>
          </p:nvCxnSpPr>
          <p:spPr bwMode="auto">
            <a:xfrm>
              <a:off x="3449" y="1311"/>
              <a:ext cx="646" cy="454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ffectLst/>
          </p:spPr>
        </p:cxnSp>
        <p:cxnSp>
          <p:nvCxnSpPr>
            <p:cNvPr id="29710" name="AutoShape 12"/>
            <p:cNvCxnSpPr>
              <a:cxnSpLocks noChangeAspect="1" noChangeShapeType="1"/>
              <a:stCxn id="29704" idx="4"/>
            </p:cNvCxnSpPr>
            <p:nvPr/>
          </p:nvCxnSpPr>
          <p:spPr bwMode="auto">
            <a:xfrm flipH="1">
              <a:off x="2272" y="1970"/>
              <a:ext cx="324" cy="508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ffectLst/>
          </p:spPr>
        </p:cxnSp>
        <p:cxnSp>
          <p:nvCxnSpPr>
            <p:cNvPr id="29711" name="AutoShape 13"/>
            <p:cNvCxnSpPr>
              <a:cxnSpLocks noChangeAspect="1" noChangeShapeType="1"/>
            </p:cNvCxnSpPr>
            <p:nvPr/>
          </p:nvCxnSpPr>
          <p:spPr bwMode="auto">
            <a:xfrm>
              <a:off x="2608" y="1991"/>
              <a:ext cx="283" cy="518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ffectLst/>
          </p:spPr>
        </p:cxnSp>
        <p:sp>
          <p:nvSpPr>
            <p:cNvPr id="29712" name="Oval 14"/>
            <p:cNvSpPr>
              <a:spLocks noChangeAspect="1" noChangeArrowheads="1"/>
            </p:cNvSpPr>
            <p:nvPr/>
          </p:nvSpPr>
          <p:spPr bwMode="auto">
            <a:xfrm>
              <a:off x="1830" y="3247"/>
              <a:ext cx="240" cy="240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>
                <a:ea typeface="宋体" charset="-122"/>
              </a:endParaRPr>
            </a:p>
          </p:txBody>
        </p:sp>
        <p:sp>
          <p:nvSpPr>
            <p:cNvPr id="29713" name="Oval 15"/>
            <p:cNvSpPr>
              <a:spLocks noChangeAspect="1" noChangeArrowheads="1"/>
            </p:cNvSpPr>
            <p:nvPr/>
          </p:nvSpPr>
          <p:spPr bwMode="auto">
            <a:xfrm>
              <a:off x="2448" y="3242"/>
              <a:ext cx="240" cy="240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>
                <a:ea typeface="宋体" charset="-122"/>
              </a:endParaRPr>
            </a:p>
          </p:txBody>
        </p:sp>
        <p:cxnSp>
          <p:nvCxnSpPr>
            <p:cNvPr id="29714" name="AutoShape 16"/>
            <p:cNvCxnSpPr>
              <a:cxnSpLocks noChangeAspect="1" noChangeShapeType="1"/>
            </p:cNvCxnSpPr>
            <p:nvPr/>
          </p:nvCxnSpPr>
          <p:spPr bwMode="auto">
            <a:xfrm flipH="1">
              <a:off x="1950" y="2730"/>
              <a:ext cx="324" cy="508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ffectLst/>
          </p:spPr>
        </p:cxnSp>
        <p:cxnSp>
          <p:nvCxnSpPr>
            <p:cNvPr id="29715" name="AutoShape 17"/>
            <p:cNvCxnSpPr>
              <a:cxnSpLocks noChangeAspect="1" noChangeShapeType="1"/>
            </p:cNvCxnSpPr>
            <p:nvPr/>
          </p:nvCxnSpPr>
          <p:spPr bwMode="auto">
            <a:xfrm>
              <a:off x="2286" y="2751"/>
              <a:ext cx="283" cy="518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ffectLst/>
          </p:spPr>
        </p:cxnSp>
        <p:sp>
          <p:nvSpPr>
            <p:cNvPr id="29716" name="Oval 18"/>
            <p:cNvSpPr>
              <a:spLocks noChangeAspect="1" noChangeArrowheads="1"/>
            </p:cNvSpPr>
            <p:nvPr/>
          </p:nvSpPr>
          <p:spPr bwMode="auto">
            <a:xfrm>
              <a:off x="3474" y="2498"/>
              <a:ext cx="240" cy="240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>
                <a:ea typeface="宋体" charset="-122"/>
              </a:endParaRPr>
            </a:p>
          </p:txBody>
        </p:sp>
        <p:sp>
          <p:nvSpPr>
            <p:cNvPr id="29717" name="Oval 19"/>
            <p:cNvSpPr>
              <a:spLocks noChangeAspect="1" noChangeArrowheads="1"/>
            </p:cNvSpPr>
            <p:nvPr/>
          </p:nvSpPr>
          <p:spPr bwMode="auto">
            <a:xfrm>
              <a:off x="4605" y="2493"/>
              <a:ext cx="240" cy="240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>
                <a:ea typeface="宋体" charset="-122"/>
              </a:endParaRPr>
            </a:p>
          </p:txBody>
        </p:sp>
        <p:cxnSp>
          <p:nvCxnSpPr>
            <p:cNvPr id="29718" name="AutoShape 20"/>
            <p:cNvCxnSpPr>
              <a:cxnSpLocks noChangeAspect="1" noChangeShapeType="1"/>
              <a:stCxn id="29705" idx="3"/>
              <a:endCxn id="29716" idx="0"/>
            </p:cNvCxnSpPr>
            <p:nvPr/>
          </p:nvCxnSpPr>
          <p:spPr bwMode="auto">
            <a:xfrm flipH="1">
              <a:off x="3594" y="1935"/>
              <a:ext cx="501" cy="563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ffectLst/>
          </p:spPr>
        </p:cxnSp>
        <p:cxnSp>
          <p:nvCxnSpPr>
            <p:cNvPr id="29719" name="AutoShape 21"/>
            <p:cNvCxnSpPr>
              <a:cxnSpLocks noChangeAspect="1" noChangeShapeType="1"/>
              <a:endCxn id="29717" idx="0"/>
            </p:cNvCxnSpPr>
            <p:nvPr/>
          </p:nvCxnSpPr>
          <p:spPr bwMode="auto">
            <a:xfrm>
              <a:off x="4209" y="1984"/>
              <a:ext cx="516" cy="509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ffectLst/>
          </p:spPr>
        </p:cxnSp>
        <p:sp>
          <p:nvSpPr>
            <p:cNvPr id="29720" name="Oval 22"/>
            <p:cNvSpPr>
              <a:spLocks noChangeAspect="1" noChangeArrowheads="1"/>
            </p:cNvSpPr>
            <p:nvPr/>
          </p:nvSpPr>
          <p:spPr bwMode="auto">
            <a:xfrm>
              <a:off x="4298" y="3243"/>
              <a:ext cx="240" cy="240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>
                <a:ea typeface="宋体" charset="-122"/>
              </a:endParaRPr>
            </a:p>
          </p:txBody>
        </p:sp>
        <p:sp>
          <p:nvSpPr>
            <p:cNvPr id="29721" name="Oval 23"/>
            <p:cNvSpPr>
              <a:spLocks noChangeAspect="1" noChangeArrowheads="1"/>
            </p:cNvSpPr>
            <p:nvPr/>
          </p:nvSpPr>
          <p:spPr bwMode="auto">
            <a:xfrm>
              <a:off x="4916" y="3247"/>
              <a:ext cx="240" cy="240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>
                <a:ea typeface="宋体" charset="-122"/>
              </a:endParaRPr>
            </a:p>
          </p:txBody>
        </p:sp>
        <p:cxnSp>
          <p:nvCxnSpPr>
            <p:cNvPr id="29722" name="AutoShape 24"/>
            <p:cNvCxnSpPr>
              <a:cxnSpLocks noChangeAspect="1" noChangeShapeType="1"/>
            </p:cNvCxnSpPr>
            <p:nvPr/>
          </p:nvCxnSpPr>
          <p:spPr bwMode="auto">
            <a:xfrm flipH="1">
              <a:off x="4418" y="2726"/>
              <a:ext cx="324" cy="508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ffectLst/>
          </p:spPr>
        </p:cxnSp>
        <p:cxnSp>
          <p:nvCxnSpPr>
            <p:cNvPr id="29723" name="AutoShape 25"/>
            <p:cNvCxnSpPr>
              <a:cxnSpLocks noChangeAspect="1" noChangeShapeType="1"/>
            </p:cNvCxnSpPr>
            <p:nvPr/>
          </p:nvCxnSpPr>
          <p:spPr bwMode="auto">
            <a:xfrm>
              <a:off x="4754" y="2747"/>
              <a:ext cx="283" cy="518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ffectLst/>
          </p:spPr>
        </p:cxnSp>
        <p:sp>
          <p:nvSpPr>
            <p:cNvPr id="29724" name="Oval 26"/>
            <p:cNvSpPr>
              <a:spLocks noChangeAspect="1" noChangeArrowheads="1"/>
            </p:cNvSpPr>
            <p:nvPr/>
          </p:nvSpPr>
          <p:spPr bwMode="auto">
            <a:xfrm>
              <a:off x="3475" y="3248"/>
              <a:ext cx="240" cy="240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>
                <a:ea typeface="宋体" charset="-122"/>
              </a:endParaRPr>
            </a:p>
          </p:txBody>
        </p:sp>
        <p:cxnSp>
          <p:nvCxnSpPr>
            <p:cNvPr id="29725" name="AutoShape 27"/>
            <p:cNvCxnSpPr>
              <a:cxnSpLocks noChangeAspect="1" noChangeShapeType="1"/>
              <a:endCxn id="29724" idx="0"/>
            </p:cNvCxnSpPr>
            <p:nvPr/>
          </p:nvCxnSpPr>
          <p:spPr bwMode="auto">
            <a:xfrm>
              <a:off x="3595" y="2748"/>
              <a:ext cx="0" cy="500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ffectLst/>
          </p:spPr>
        </p:cxnSp>
        <p:sp>
          <p:nvSpPr>
            <p:cNvPr id="29726" name="Oval 28"/>
            <p:cNvSpPr>
              <a:spLocks noChangeAspect="1" noChangeArrowheads="1"/>
            </p:cNvSpPr>
            <p:nvPr/>
          </p:nvSpPr>
          <p:spPr bwMode="auto">
            <a:xfrm>
              <a:off x="4926" y="3990"/>
              <a:ext cx="240" cy="240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>
                <a:ea typeface="宋体" charset="-122"/>
              </a:endParaRPr>
            </a:p>
          </p:txBody>
        </p:sp>
        <p:cxnSp>
          <p:nvCxnSpPr>
            <p:cNvPr id="29727" name="AutoShape 29"/>
            <p:cNvCxnSpPr>
              <a:cxnSpLocks noChangeAspect="1" noChangeShapeType="1"/>
              <a:endCxn id="29726" idx="0"/>
            </p:cNvCxnSpPr>
            <p:nvPr/>
          </p:nvCxnSpPr>
          <p:spPr bwMode="auto">
            <a:xfrm>
              <a:off x="5046" y="3490"/>
              <a:ext cx="0" cy="500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ffectLst/>
          </p:spPr>
        </p:cxnSp>
      </p:grpSp>
      <p:sp>
        <p:nvSpPr>
          <p:cNvPr id="583710" name="Text Box 30"/>
          <p:cNvSpPr txBox="1">
            <a:spLocks noChangeArrowheads="1"/>
          </p:cNvSpPr>
          <p:nvPr/>
        </p:nvSpPr>
        <p:spPr bwMode="auto">
          <a:xfrm>
            <a:off x="5700713" y="5943600"/>
            <a:ext cx="3214687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altLang="zh-CN" sz="3200">
                <a:solidFill>
                  <a:schemeClr val="tx2"/>
                </a:solidFill>
                <a:latin typeface="Times New Roman" pitchFamily="18" charset="0"/>
                <a:ea typeface="宋体" charset="-122"/>
              </a:rPr>
              <a:t>Right subtree of </a:t>
            </a:r>
            <a:r>
              <a:rPr lang="en-US" altLang="zh-CN" sz="3200" i="1">
                <a:solidFill>
                  <a:schemeClr val="tx2"/>
                </a:solidFill>
                <a:latin typeface="Times New Roman" pitchFamily="18" charset="0"/>
                <a:ea typeface="宋体" charset="-122"/>
              </a:rPr>
              <a:t>c</a:t>
            </a:r>
            <a:endParaRPr lang="en-US" altLang="zh-CN" sz="3200">
              <a:solidFill>
                <a:schemeClr val="tx2"/>
              </a:solidFill>
              <a:latin typeface="Times New Roman" pitchFamily="18" charset="0"/>
              <a:ea typeface="宋体" charset="-122"/>
            </a:endParaRPr>
          </a:p>
        </p:txBody>
      </p:sp>
      <p:sp>
        <p:nvSpPr>
          <p:cNvPr id="583711" name="Oval 31"/>
          <p:cNvSpPr>
            <a:spLocks noChangeArrowheads="1"/>
          </p:cNvSpPr>
          <p:nvPr/>
        </p:nvSpPr>
        <p:spPr bwMode="auto">
          <a:xfrm>
            <a:off x="3798888" y="3762375"/>
            <a:ext cx="1819275" cy="2921000"/>
          </a:xfrm>
          <a:prstGeom prst="ellipse">
            <a:avLst/>
          </a:prstGeom>
          <a:noFill/>
          <a:ln w="28575">
            <a:solidFill>
              <a:schemeClr val="tx2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>
              <a:ea typeface="宋体" charset="-122"/>
            </a:endParaRPr>
          </a:p>
        </p:txBody>
      </p:sp>
      <p:sp>
        <p:nvSpPr>
          <p:cNvPr id="32" name="Slide Number Placeholder 3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94BF74-4D1E-471C-8549-12F0AD34FC1A}" type="slidenum">
              <a:rPr lang="en-US" altLang="zh-CN" smtClean="0"/>
              <a:pPr/>
              <a:t>23</a:t>
            </a:fld>
            <a:endParaRPr lang="en-US" altLang="zh-CN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837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837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5837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5837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83710" grpId="0" autoUpdateAnimBg="0"/>
      <p:bldP spid="583711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Grp="1" noChangeArrowheads="1"/>
          </p:cNvSpPr>
          <p:nvPr>
            <p:ph type="title"/>
          </p:nvPr>
        </p:nvSpPr>
        <p:spPr>
          <a:xfrm>
            <a:off x="152400" y="152400"/>
            <a:ext cx="8782050" cy="990600"/>
          </a:xfrm>
        </p:spPr>
        <p:txBody>
          <a:bodyPr/>
          <a:lstStyle/>
          <a:p>
            <a:pPr eaLnBrk="1" hangingPunct="1"/>
            <a:r>
              <a:rPr lang="en-US" altLang="zh-CN" smtClean="0">
                <a:latin typeface="Times New Roman" pitchFamily="18" charset="0"/>
                <a:ea typeface="宋体" charset="-122"/>
              </a:rPr>
              <a:t>Tree Terminology (Cont.)</a:t>
            </a:r>
          </a:p>
        </p:txBody>
      </p:sp>
      <p:sp>
        <p:nvSpPr>
          <p:cNvPr id="58470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spcBef>
                <a:spcPct val="30000"/>
              </a:spcBef>
            </a:pPr>
            <a:r>
              <a:rPr lang="en-US" altLang="zh-CN" sz="3600" smtClean="0">
                <a:latin typeface="Times New Roman" pitchFamily="18" charset="0"/>
                <a:ea typeface="宋体" charset="-122"/>
              </a:rPr>
              <a:t>The </a:t>
            </a:r>
            <a:r>
              <a:rPr lang="en-US" altLang="zh-CN" sz="3600" i="1" smtClean="0">
                <a:solidFill>
                  <a:schemeClr val="tx2"/>
                </a:solidFill>
                <a:latin typeface="Times New Roman" pitchFamily="18" charset="0"/>
                <a:ea typeface="宋体" charset="-122"/>
              </a:rPr>
              <a:t>level</a:t>
            </a:r>
            <a:r>
              <a:rPr lang="en-US" altLang="zh-CN" sz="3600" smtClean="0">
                <a:latin typeface="Times New Roman" pitchFamily="18" charset="0"/>
                <a:ea typeface="宋体" charset="-122"/>
              </a:rPr>
              <a:t> of a vertex </a:t>
            </a:r>
            <a:r>
              <a:rPr lang="en-US" altLang="zh-CN" sz="3600" i="1" smtClean="0">
                <a:latin typeface="Times New Roman" pitchFamily="18" charset="0"/>
                <a:ea typeface="宋体" charset="-122"/>
              </a:rPr>
              <a:t>v</a:t>
            </a:r>
            <a:r>
              <a:rPr lang="en-US" altLang="zh-CN" sz="3600" smtClean="0">
                <a:latin typeface="Times New Roman" pitchFamily="18" charset="0"/>
                <a:ea typeface="宋体" charset="-122"/>
              </a:rPr>
              <a:t> in a rooted tree is the </a:t>
            </a:r>
            <a:r>
              <a:rPr lang="en-US" altLang="zh-CN" sz="3600" b="1" smtClean="0">
                <a:latin typeface="Times New Roman" pitchFamily="18" charset="0"/>
                <a:ea typeface="宋体" charset="-122"/>
              </a:rPr>
              <a:t>length of the unique path from the root</a:t>
            </a:r>
            <a:r>
              <a:rPr lang="en-US" altLang="zh-CN" sz="3600" smtClean="0">
                <a:latin typeface="Times New Roman" pitchFamily="18" charset="0"/>
                <a:ea typeface="宋体" charset="-122"/>
              </a:rPr>
              <a:t> to this vertex.</a:t>
            </a:r>
          </a:p>
          <a:p>
            <a:pPr eaLnBrk="1" hangingPunct="1">
              <a:spcBef>
                <a:spcPct val="30000"/>
              </a:spcBef>
            </a:pPr>
            <a:r>
              <a:rPr lang="en-US" altLang="zh-CN" sz="3600" smtClean="0">
                <a:latin typeface="Times New Roman" pitchFamily="18" charset="0"/>
                <a:ea typeface="宋体" charset="-122"/>
              </a:rPr>
              <a:t>What is the level of the root?  0</a:t>
            </a:r>
          </a:p>
          <a:p>
            <a:pPr eaLnBrk="1" hangingPunct="1">
              <a:spcBef>
                <a:spcPct val="30000"/>
              </a:spcBef>
            </a:pPr>
            <a:r>
              <a:rPr lang="en-US" altLang="zh-CN" sz="3600" smtClean="0">
                <a:latin typeface="Times New Roman" pitchFamily="18" charset="0"/>
                <a:ea typeface="宋体" charset="-122"/>
              </a:rPr>
              <a:t>The </a:t>
            </a:r>
            <a:r>
              <a:rPr lang="en-US" altLang="zh-CN" sz="3600" i="1" smtClean="0">
                <a:solidFill>
                  <a:schemeClr val="tx2"/>
                </a:solidFill>
                <a:latin typeface="Times New Roman" pitchFamily="18" charset="0"/>
                <a:ea typeface="宋体" charset="-122"/>
              </a:rPr>
              <a:t>height</a:t>
            </a:r>
            <a:r>
              <a:rPr lang="en-US" altLang="zh-CN" sz="3600" smtClean="0">
                <a:latin typeface="Times New Roman" pitchFamily="18" charset="0"/>
                <a:ea typeface="宋体" charset="-122"/>
              </a:rPr>
              <a:t> of a rooted tree is the </a:t>
            </a:r>
            <a:r>
              <a:rPr lang="en-US" altLang="zh-CN" sz="3600" b="1" smtClean="0">
                <a:latin typeface="Times New Roman" pitchFamily="18" charset="0"/>
                <a:ea typeface="宋体" charset="-122"/>
              </a:rPr>
              <a:t>maximum of the levels</a:t>
            </a:r>
            <a:r>
              <a:rPr lang="en-US" altLang="zh-CN" sz="3600" smtClean="0">
                <a:latin typeface="Times New Roman" pitchFamily="18" charset="0"/>
                <a:ea typeface="宋体" charset="-122"/>
              </a:rPr>
              <a:t> of the vertices.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B66DE-703E-461C-82AF-C942A54373C1}" type="slidenum">
              <a:rPr lang="en-US" altLang="zh-CN" smtClean="0"/>
              <a:pPr/>
              <a:t>24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47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847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847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47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847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847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47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847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847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84707" grpId="0" build="p" autoUpdateAnimBg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52400"/>
            <a:ext cx="8229600" cy="838200"/>
          </a:xfrm>
        </p:spPr>
        <p:txBody>
          <a:bodyPr/>
          <a:lstStyle/>
          <a:p>
            <a:pPr eaLnBrk="1" hangingPunct="1"/>
            <a:r>
              <a:rPr lang="en-US" altLang="zh-CN" smtClean="0">
                <a:latin typeface="Times New Roman" pitchFamily="18" charset="0"/>
                <a:ea typeface="宋体" charset="-122"/>
              </a:rPr>
              <a:t>Example</a:t>
            </a:r>
          </a:p>
        </p:txBody>
      </p:sp>
      <p:grpSp>
        <p:nvGrpSpPr>
          <p:cNvPr id="31747" name="Group 3"/>
          <p:cNvGrpSpPr>
            <a:grpSpLocks/>
          </p:cNvGrpSpPr>
          <p:nvPr/>
        </p:nvGrpSpPr>
        <p:grpSpPr bwMode="auto">
          <a:xfrm>
            <a:off x="2097088" y="1752600"/>
            <a:ext cx="5502275" cy="3921125"/>
            <a:chOff x="1142" y="1130"/>
            <a:chExt cx="3466" cy="2470"/>
          </a:xfrm>
        </p:grpSpPr>
        <p:sp>
          <p:nvSpPr>
            <p:cNvPr id="31758" name="Oval 4"/>
            <p:cNvSpPr>
              <a:spLocks noChangeArrowheads="1"/>
            </p:cNvSpPr>
            <p:nvPr/>
          </p:nvSpPr>
          <p:spPr bwMode="auto">
            <a:xfrm>
              <a:off x="2592" y="1248"/>
              <a:ext cx="240" cy="240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>
                <a:ea typeface="宋体" charset="-122"/>
              </a:endParaRPr>
            </a:p>
          </p:txBody>
        </p:sp>
        <p:sp>
          <p:nvSpPr>
            <p:cNvPr id="31759" name="Oval 5"/>
            <p:cNvSpPr>
              <a:spLocks noChangeArrowheads="1"/>
            </p:cNvSpPr>
            <p:nvPr/>
          </p:nvSpPr>
          <p:spPr bwMode="auto">
            <a:xfrm>
              <a:off x="1824" y="1872"/>
              <a:ext cx="240" cy="240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>
                <a:ea typeface="宋体" charset="-122"/>
              </a:endParaRPr>
            </a:p>
          </p:txBody>
        </p:sp>
        <p:sp>
          <p:nvSpPr>
            <p:cNvPr id="31760" name="Oval 6"/>
            <p:cNvSpPr>
              <a:spLocks noChangeArrowheads="1"/>
            </p:cNvSpPr>
            <p:nvPr/>
          </p:nvSpPr>
          <p:spPr bwMode="auto">
            <a:xfrm>
              <a:off x="2592" y="1872"/>
              <a:ext cx="240" cy="240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>
                <a:ea typeface="宋体" charset="-122"/>
              </a:endParaRPr>
            </a:p>
          </p:txBody>
        </p:sp>
        <p:sp>
          <p:nvSpPr>
            <p:cNvPr id="31761" name="Oval 7"/>
            <p:cNvSpPr>
              <a:spLocks noChangeArrowheads="1"/>
            </p:cNvSpPr>
            <p:nvPr/>
          </p:nvSpPr>
          <p:spPr bwMode="auto">
            <a:xfrm>
              <a:off x="3408" y="1872"/>
              <a:ext cx="240" cy="240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>
                <a:ea typeface="宋体" charset="-122"/>
              </a:endParaRPr>
            </a:p>
          </p:txBody>
        </p:sp>
        <p:sp>
          <p:nvSpPr>
            <p:cNvPr id="31762" name="Oval 8"/>
            <p:cNvSpPr>
              <a:spLocks noChangeArrowheads="1"/>
            </p:cNvSpPr>
            <p:nvPr/>
          </p:nvSpPr>
          <p:spPr bwMode="auto">
            <a:xfrm>
              <a:off x="1824" y="2592"/>
              <a:ext cx="240" cy="240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>
                <a:ea typeface="宋体" charset="-122"/>
              </a:endParaRPr>
            </a:p>
          </p:txBody>
        </p:sp>
        <p:sp>
          <p:nvSpPr>
            <p:cNvPr id="31763" name="Oval 9"/>
            <p:cNvSpPr>
              <a:spLocks noChangeArrowheads="1"/>
            </p:cNvSpPr>
            <p:nvPr/>
          </p:nvSpPr>
          <p:spPr bwMode="auto">
            <a:xfrm>
              <a:off x="1488" y="3360"/>
              <a:ext cx="240" cy="240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>
                <a:ea typeface="宋体" charset="-122"/>
              </a:endParaRPr>
            </a:p>
          </p:txBody>
        </p:sp>
        <p:sp>
          <p:nvSpPr>
            <p:cNvPr id="31764" name="Oval 10"/>
            <p:cNvSpPr>
              <a:spLocks noChangeArrowheads="1"/>
            </p:cNvSpPr>
            <p:nvPr/>
          </p:nvSpPr>
          <p:spPr bwMode="auto">
            <a:xfrm>
              <a:off x="2064" y="3360"/>
              <a:ext cx="240" cy="240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>
                <a:ea typeface="宋体" charset="-122"/>
              </a:endParaRPr>
            </a:p>
          </p:txBody>
        </p:sp>
        <p:sp>
          <p:nvSpPr>
            <p:cNvPr id="31765" name="Oval 11"/>
            <p:cNvSpPr>
              <a:spLocks noChangeArrowheads="1"/>
            </p:cNvSpPr>
            <p:nvPr/>
          </p:nvSpPr>
          <p:spPr bwMode="auto">
            <a:xfrm>
              <a:off x="2832" y="2640"/>
              <a:ext cx="240" cy="240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>
                <a:ea typeface="宋体" charset="-122"/>
              </a:endParaRPr>
            </a:p>
          </p:txBody>
        </p:sp>
        <p:sp>
          <p:nvSpPr>
            <p:cNvPr id="31766" name="Oval 12"/>
            <p:cNvSpPr>
              <a:spLocks noChangeArrowheads="1"/>
            </p:cNvSpPr>
            <p:nvPr/>
          </p:nvSpPr>
          <p:spPr bwMode="auto">
            <a:xfrm>
              <a:off x="3408" y="2640"/>
              <a:ext cx="240" cy="240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>
                <a:ea typeface="宋体" charset="-122"/>
              </a:endParaRPr>
            </a:p>
          </p:txBody>
        </p:sp>
        <p:sp>
          <p:nvSpPr>
            <p:cNvPr id="31767" name="Oval 13"/>
            <p:cNvSpPr>
              <a:spLocks noChangeArrowheads="1"/>
            </p:cNvSpPr>
            <p:nvPr/>
          </p:nvSpPr>
          <p:spPr bwMode="auto">
            <a:xfrm>
              <a:off x="4032" y="2640"/>
              <a:ext cx="240" cy="240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>
                <a:ea typeface="宋体" charset="-122"/>
              </a:endParaRPr>
            </a:p>
          </p:txBody>
        </p:sp>
        <p:sp>
          <p:nvSpPr>
            <p:cNvPr id="31768" name="Oval 14"/>
            <p:cNvSpPr>
              <a:spLocks noChangeArrowheads="1"/>
            </p:cNvSpPr>
            <p:nvPr/>
          </p:nvSpPr>
          <p:spPr bwMode="auto">
            <a:xfrm>
              <a:off x="2832" y="3360"/>
              <a:ext cx="240" cy="240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>
                <a:ea typeface="宋体" charset="-122"/>
              </a:endParaRPr>
            </a:p>
          </p:txBody>
        </p:sp>
        <p:sp>
          <p:nvSpPr>
            <p:cNvPr id="31769" name="Oval 15"/>
            <p:cNvSpPr>
              <a:spLocks noChangeArrowheads="1"/>
            </p:cNvSpPr>
            <p:nvPr/>
          </p:nvSpPr>
          <p:spPr bwMode="auto">
            <a:xfrm>
              <a:off x="4368" y="3360"/>
              <a:ext cx="240" cy="240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>
                <a:ea typeface="宋体" charset="-122"/>
              </a:endParaRPr>
            </a:p>
          </p:txBody>
        </p:sp>
        <p:sp>
          <p:nvSpPr>
            <p:cNvPr id="31770" name="Oval 16"/>
            <p:cNvSpPr>
              <a:spLocks noChangeArrowheads="1"/>
            </p:cNvSpPr>
            <p:nvPr/>
          </p:nvSpPr>
          <p:spPr bwMode="auto">
            <a:xfrm>
              <a:off x="3744" y="3360"/>
              <a:ext cx="240" cy="240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>
                <a:ea typeface="宋体" charset="-122"/>
              </a:endParaRPr>
            </a:p>
          </p:txBody>
        </p:sp>
        <p:cxnSp>
          <p:nvCxnSpPr>
            <p:cNvPr id="31771" name="AutoShape 17"/>
            <p:cNvCxnSpPr>
              <a:cxnSpLocks noChangeShapeType="1"/>
              <a:stCxn id="31758" idx="3"/>
              <a:endCxn id="31759" idx="7"/>
            </p:cNvCxnSpPr>
            <p:nvPr/>
          </p:nvCxnSpPr>
          <p:spPr bwMode="auto">
            <a:xfrm flipH="1">
              <a:off x="2029" y="1453"/>
              <a:ext cx="598" cy="454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ffectLst/>
          </p:spPr>
        </p:cxnSp>
        <p:cxnSp>
          <p:nvCxnSpPr>
            <p:cNvPr id="31772" name="AutoShape 18"/>
            <p:cNvCxnSpPr>
              <a:cxnSpLocks noChangeShapeType="1"/>
              <a:stCxn id="31758" idx="4"/>
              <a:endCxn id="31760" idx="0"/>
            </p:cNvCxnSpPr>
            <p:nvPr/>
          </p:nvCxnSpPr>
          <p:spPr bwMode="auto">
            <a:xfrm>
              <a:off x="2712" y="1488"/>
              <a:ext cx="0" cy="384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ffectLst/>
          </p:spPr>
        </p:cxnSp>
        <p:cxnSp>
          <p:nvCxnSpPr>
            <p:cNvPr id="31773" name="AutoShape 19"/>
            <p:cNvCxnSpPr>
              <a:cxnSpLocks noChangeShapeType="1"/>
              <a:stCxn id="31758" idx="5"/>
              <a:endCxn id="31761" idx="1"/>
            </p:cNvCxnSpPr>
            <p:nvPr/>
          </p:nvCxnSpPr>
          <p:spPr bwMode="auto">
            <a:xfrm>
              <a:off x="2797" y="1453"/>
              <a:ext cx="646" cy="454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ffectLst/>
          </p:spPr>
        </p:cxnSp>
        <p:cxnSp>
          <p:nvCxnSpPr>
            <p:cNvPr id="31774" name="AutoShape 20"/>
            <p:cNvCxnSpPr>
              <a:cxnSpLocks noChangeShapeType="1"/>
              <a:stCxn id="31759" idx="4"/>
              <a:endCxn id="31762" idx="0"/>
            </p:cNvCxnSpPr>
            <p:nvPr/>
          </p:nvCxnSpPr>
          <p:spPr bwMode="auto">
            <a:xfrm>
              <a:off x="1944" y="2112"/>
              <a:ext cx="0" cy="480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ffectLst/>
          </p:spPr>
        </p:cxnSp>
        <p:cxnSp>
          <p:nvCxnSpPr>
            <p:cNvPr id="31775" name="AutoShape 21"/>
            <p:cNvCxnSpPr>
              <a:cxnSpLocks noChangeShapeType="1"/>
              <a:stCxn id="31761" idx="4"/>
              <a:endCxn id="31765" idx="0"/>
            </p:cNvCxnSpPr>
            <p:nvPr/>
          </p:nvCxnSpPr>
          <p:spPr bwMode="auto">
            <a:xfrm flipH="1">
              <a:off x="2952" y="2112"/>
              <a:ext cx="576" cy="528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ffectLst/>
          </p:spPr>
        </p:cxnSp>
        <p:cxnSp>
          <p:nvCxnSpPr>
            <p:cNvPr id="31776" name="AutoShape 22"/>
            <p:cNvCxnSpPr>
              <a:cxnSpLocks noChangeShapeType="1"/>
              <a:stCxn id="31761" idx="4"/>
              <a:endCxn id="31766" idx="0"/>
            </p:cNvCxnSpPr>
            <p:nvPr/>
          </p:nvCxnSpPr>
          <p:spPr bwMode="auto">
            <a:xfrm>
              <a:off x="3528" y="2112"/>
              <a:ext cx="0" cy="528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ffectLst/>
          </p:spPr>
        </p:cxnSp>
        <p:cxnSp>
          <p:nvCxnSpPr>
            <p:cNvPr id="31777" name="AutoShape 23"/>
            <p:cNvCxnSpPr>
              <a:cxnSpLocks noChangeShapeType="1"/>
              <a:stCxn id="31761" idx="4"/>
              <a:endCxn id="31767" idx="0"/>
            </p:cNvCxnSpPr>
            <p:nvPr/>
          </p:nvCxnSpPr>
          <p:spPr bwMode="auto">
            <a:xfrm>
              <a:off x="3528" y="2112"/>
              <a:ext cx="624" cy="528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ffectLst/>
          </p:spPr>
        </p:cxnSp>
        <p:cxnSp>
          <p:nvCxnSpPr>
            <p:cNvPr id="31778" name="AutoShape 24"/>
            <p:cNvCxnSpPr>
              <a:cxnSpLocks noChangeShapeType="1"/>
              <a:stCxn id="31762" idx="4"/>
              <a:endCxn id="31763" idx="0"/>
            </p:cNvCxnSpPr>
            <p:nvPr/>
          </p:nvCxnSpPr>
          <p:spPr bwMode="auto">
            <a:xfrm flipH="1">
              <a:off x="1608" y="2832"/>
              <a:ext cx="336" cy="528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ffectLst/>
          </p:spPr>
        </p:cxnSp>
        <p:cxnSp>
          <p:nvCxnSpPr>
            <p:cNvPr id="31779" name="AutoShape 25"/>
            <p:cNvCxnSpPr>
              <a:cxnSpLocks noChangeShapeType="1"/>
              <a:stCxn id="31762" idx="4"/>
              <a:endCxn id="31764" idx="0"/>
            </p:cNvCxnSpPr>
            <p:nvPr/>
          </p:nvCxnSpPr>
          <p:spPr bwMode="auto">
            <a:xfrm>
              <a:off x="1944" y="2832"/>
              <a:ext cx="240" cy="528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ffectLst/>
          </p:spPr>
        </p:cxnSp>
        <p:cxnSp>
          <p:nvCxnSpPr>
            <p:cNvPr id="31780" name="AutoShape 26"/>
            <p:cNvCxnSpPr>
              <a:cxnSpLocks noChangeShapeType="1"/>
              <a:stCxn id="31765" idx="4"/>
              <a:endCxn id="31768" idx="0"/>
            </p:cNvCxnSpPr>
            <p:nvPr/>
          </p:nvCxnSpPr>
          <p:spPr bwMode="auto">
            <a:xfrm>
              <a:off x="2952" y="2880"/>
              <a:ext cx="0" cy="480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ffectLst/>
          </p:spPr>
        </p:cxnSp>
        <p:cxnSp>
          <p:nvCxnSpPr>
            <p:cNvPr id="31781" name="AutoShape 27"/>
            <p:cNvCxnSpPr>
              <a:cxnSpLocks noChangeShapeType="1"/>
              <a:stCxn id="31767" idx="4"/>
              <a:endCxn id="31770" idx="0"/>
            </p:cNvCxnSpPr>
            <p:nvPr/>
          </p:nvCxnSpPr>
          <p:spPr bwMode="auto">
            <a:xfrm flipH="1">
              <a:off x="3864" y="2880"/>
              <a:ext cx="288" cy="480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ffectLst/>
          </p:spPr>
        </p:cxnSp>
        <p:cxnSp>
          <p:nvCxnSpPr>
            <p:cNvPr id="31782" name="AutoShape 28"/>
            <p:cNvCxnSpPr>
              <a:cxnSpLocks noChangeShapeType="1"/>
              <a:stCxn id="31767" idx="4"/>
              <a:endCxn id="31769" idx="0"/>
            </p:cNvCxnSpPr>
            <p:nvPr/>
          </p:nvCxnSpPr>
          <p:spPr bwMode="auto">
            <a:xfrm>
              <a:off x="4152" y="2880"/>
              <a:ext cx="336" cy="480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ffectLst/>
          </p:spPr>
        </p:cxnSp>
        <p:sp>
          <p:nvSpPr>
            <p:cNvPr id="31783" name="Text Box 29"/>
            <p:cNvSpPr txBox="1">
              <a:spLocks noChangeArrowheads="1"/>
            </p:cNvSpPr>
            <p:nvPr/>
          </p:nvSpPr>
          <p:spPr bwMode="auto">
            <a:xfrm>
              <a:off x="1142" y="1130"/>
              <a:ext cx="3283" cy="2358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sz="2400" i="1">
                  <a:latin typeface="Times New Roman" pitchFamily="18" charset="0"/>
                  <a:ea typeface="宋体" charset="-122"/>
                </a:rPr>
                <a:t>                         a</a:t>
              </a:r>
            </a:p>
            <a:p>
              <a:r>
                <a:rPr lang="en-US" altLang="zh-CN" sz="2400" i="1">
                  <a:latin typeface="Times New Roman" pitchFamily="18" charset="0"/>
                  <a:ea typeface="宋体" charset="-122"/>
                </a:rPr>
                <a:t> </a:t>
              </a:r>
            </a:p>
            <a:p>
              <a:endParaRPr lang="en-US" altLang="zh-CN" sz="2400" i="1">
                <a:latin typeface="Times New Roman" pitchFamily="18" charset="0"/>
                <a:ea typeface="宋体" charset="-122"/>
              </a:endParaRPr>
            </a:p>
            <a:p>
              <a:r>
                <a:rPr lang="en-US" altLang="zh-CN" sz="2400" i="1">
                  <a:latin typeface="Times New Roman" pitchFamily="18" charset="0"/>
                  <a:ea typeface="宋体" charset="-122"/>
                </a:rPr>
                <a:t>          b               c              d </a:t>
              </a:r>
            </a:p>
            <a:p>
              <a:endParaRPr lang="en-US" altLang="zh-CN" sz="2400" i="1">
                <a:latin typeface="Times New Roman" pitchFamily="18" charset="0"/>
                <a:ea typeface="宋体" charset="-122"/>
              </a:endParaRPr>
            </a:p>
            <a:p>
              <a:endParaRPr lang="en-US" altLang="zh-CN" sz="2400" i="1">
                <a:latin typeface="Times New Roman" pitchFamily="18" charset="0"/>
                <a:ea typeface="宋体" charset="-122"/>
              </a:endParaRPr>
            </a:p>
            <a:p>
              <a:r>
                <a:rPr lang="en-US" altLang="zh-CN" sz="2400" i="1">
                  <a:latin typeface="Times New Roman" pitchFamily="18" charset="0"/>
                  <a:ea typeface="宋体" charset="-122"/>
                </a:rPr>
                <a:t>           e                   f           g           h</a:t>
              </a:r>
            </a:p>
            <a:p>
              <a:endParaRPr lang="en-US" altLang="zh-CN" sz="2400" i="1">
                <a:latin typeface="Times New Roman" pitchFamily="18" charset="0"/>
                <a:ea typeface="宋体" charset="-122"/>
              </a:endParaRPr>
            </a:p>
            <a:p>
              <a:endParaRPr lang="en-US" altLang="zh-CN" sz="2400" i="1">
                <a:latin typeface="Times New Roman" pitchFamily="18" charset="0"/>
                <a:ea typeface="宋体" charset="-122"/>
              </a:endParaRPr>
            </a:p>
            <a:p>
              <a:r>
                <a:rPr lang="en-US" altLang="zh-CN" sz="2400" i="1">
                  <a:latin typeface="Times New Roman" pitchFamily="18" charset="0"/>
                  <a:ea typeface="宋体" charset="-122"/>
                </a:rPr>
                <a:t>   i            j               k                 l           m</a:t>
              </a:r>
            </a:p>
          </p:txBody>
        </p:sp>
      </p:grpSp>
      <p:sp>
        <p:nvSpPr>
          <p:cNvPr id="31748" name="Text Box 30"/>
          <p:cNvSpPr txBox="1">
            <a:spLocks noChangeArrowheads="1"/>
          </p:cNvSpPr>
          <p:nvPr/>
        </p:nvSpPr>
        <p:spPr bwMode="auto">
          <a:xfrm>
            <a:off x="671513" y="1812925"/>
            <a:ext cx="1268412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 sz="3200">
                <a:solidFill>
                  <a:schemeClr val="tx2"/>
                </a:solidFill>
                <a:latin typeface="Times New Roman" pitchFamily="18" charset="0"/>
                <a:ea typeface="宋体" charset="-122"/>
              </a:rPr>
              <a:t>Levels</a:t>
            </a:r>
          </a:p>
        </p:txBody>
      </p:sp>
      <p:sp>
        <p:nvSpPr>
          <p:cNvPr id="585759" name="Line 31"/>
          <p:cNvSpPr>
            <a:spLocks noChangeShapeType="1"/>
          </p:cNvSpPr>
          <p:nvPr/>
        </p:nvSpPr>
        <p:spPr bwMode="auto">
          <a:xfrm>
            <a:off x="5124450" y="2103438"/>
            <a:ext cx="3325813" cy="0"/>
          </a:xfrm>
          <a:prstGeom prst="line">
            <a:avLst/>
          </a:prstGeom>
          <a:noFill/>
          <a:ln w="25400">
            <a:solidFill>
              <a:schemeClr val="tx2"/>
            </a:solidFill>
            <a:round/>
            <a:headEnd/>
            <a:tailEnd type="triangle" w="med" len="med"/>
          </a:ln>
          <a:effectLst/>
        </p:spPr>
        <p:txBody>
          <a:bodyPr wrap="none"/>
          <a:lstStyle/>
          <a:p>
            <a:endParaRPr lang="en-US"/>
          </a:p>
        </p:txBody>
      </p:sp>
      <p:sp>
        <p:nvSpPr>
          <p:cNvPr id="585760" name="Line 32"/>
          <p:cNvSpPr>
            <a:spLocks noChangeShapeType="1"/>
          </p:cNvSpPr>
          <p:nvPr/>
        </p:nvSpPr>
        <p:spPr bwMode="auto">
          <a:xfrm>
            <a:off x="6378575" y="3122613"/>
            <a:ext cx="2049463" cy="0"/>
          </a:xfrm>
          <a:prstGeom prst="line">
            <a:avLst/>
          </a:prstGeom>
          <a:noFill/>
          <a:ln w="25400">
            <a:solidFill>
              <a:schemeClr val="tx2"/>
            </a:solidFill>
            <a:round/>
            <a:headEnd/>
            <a:tailEnd type="triangle" w="med" len="med"/>
          </a:ln>
          <a:effectLst/>
        </p:spPr>
        <p:txBody>
          <a:bodyPr wrap="none"/>
          <a:lstStyle/>
          <a:p>
            <a:endParaRPr lang="en-US"/>
          </a:p>
        </p:txBody>
      </p:sp>
      <p:sp>
        <p:nvSpPr>
          <p:cNvPr id="585761" name="Line 33"/>
          <p:cNvSpPr>
            <a:spLocks noChangeShapeType="1"/>
          </p:cNvSpPr>
          <p:nvPr/>
        </p:nvSpPr>
        <p:spPr bwMode="auto">
          <a:xfrm>
            <a:off x="7351713" y="4298950"/>
            <a:ext cx="1087437" cy="0"/>
          </a:xfrm>
          <a:prstGeom prst="line">
            <a:avLst/>
          </a:prstGeom>
          <a:noFill/>
          <a:ln w="25400">
            <a:solidFill>
              <a:schemeClr val="tx2"/>
            </a:solidFill>
            <a:round/>
            <a:headEnd/>
            <a:tailEnd type="triangle" w="med" len="med"/>
          </a:ln>
          <a:effectLst/>
        </p:spPr>
        <p:txBody>
          <a:bodyPr wrap="none"/>
          <a:lstStyle/>
          <a:p>
            <a:endParaRPr lang="en-US"/>
          </a:p>
        </p:txBody>
      </p:sp>
      <p:sp>
        <p:nvSpPr>
          <p:cNvPr id="585762" name="Line 34"/>
          <p:cNvSpPr>
            <a:spLocks noChangeShapeType="1"/>
          </p:cNvSpPr>
          <p:nvPr/>
        </p:nvSpPr>
        <p:spPr bwMode="auto">
          <a:xfrm>
            <a:off x="7866063" y="5491163"/>
            <a:ext cx="566737" cy="0"/>
          </a:xfrm>
          <a:prstGeom prst="line">
            <a:avLst/>
          </a:prstGeom>
          <a:noFill/>
          <a:ln w="25400">
            <a:solidFill>
              <a:schemeClr val="tx2"/>
            </a:solidFill>
            <a:round/>
            <a:headEnd/>
            <a:tailEnd type="triangle" w="med" len="med"/>
          </a:ln>
          <a:effectLst/>
        </p:spPr>
        <p:txBody>
          <a:bodyPr wrap="none"/>
          <a:lstStyle/>
          <a:p>
            <a:endParaRPr lang="en-US"/>
          </a:p>
        </p:txBody>
      </p:sp>
      <p:sp>
        <p:nvSpPr>
          <p:cNvPr id="585763" name="Text Box 35"/>
          <p:cNvSpPr txBox="1">
            <a:spLocks noChangeArrowheads="1"/>
          </p:cNvSpPr>
          <p:nvPr/>
        </p:nvSpPr>
        <p:spPr bwMode="auto">
          <a:xfrm>
            <a:off x="8480425" y="1882775"/>
            <a:ext cx="409575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2800">
                <a:solidFill>
                  <a:schemeClr val="tx2"/>
                </a:solidFill>
                <a:latin typeface="Times New Roman" pitchFamily="18" charset="0"/>
                <a:ea typeface="宋体" charset="-122"/>
              </a:rPr>
              <a:t>0</a:t>
            </a:r>
          </a:p>
        </p:txBody>
      </p:sp>
      <p:sp>
        <p:nvSpPr>
          <p:cNvPr id="585764" name="Text Box 36"/>
          <p:cNvSpPr txBox="1">
            <a:spLocks noChangeArrowheads="1"/>
          </p:cNvSpPr>
          <p:nvPr/>
        </p:nvSpPr>
        <p:spPr bwMode="auto">
          <a:xfrm>
            <a:off x="8521700" y="2901950"/>
            <a:ext cx="409575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2800">
                <a:solidFill>
                  <a:schemeClr val="tx2"/>
                </a:solidFill>
                <a:latin typeface="Times New Roman" pitchFamily="18" charset="0"/>
                <a:ea typeface="宋体" charset="-122"/>
              </a:rPr>
              <a:t>1</a:t>
            </a:r>
          </a:p>
        </p:txBody>
      </p:sp>
      <p:sp>
        <p:nvSpPr>
          <p:cNvPr id="585765" name="Text Box 37"/>
          <p:cNvSpPr txBox="1">
            <a:spLocks noChangeArrowheads="1"/>
          </p:cNvSpPr>
          <p:nvPr/>
        </p:nvSpPr>
        <p:spPr bwMode="auto">
          <a:xfrm>
            <a:off x="8521700" y="4052888"/>
            <a:ext cx="409575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2800">
                <a:solidFill>
                  <a:schemeClr val="tx2"/>
                </a:solidFill>
                <a:latin typeface="Times New Roman" pitchFamily="18" charset="0"/>
                <a:ea typeface="宋体" charset="-122"/>
              </a:rPr>
              <a:t>2</a:t>
            </a:r>
            <a:endParaRPr lang="en-US" altLang="zh-CN" sz="2400">
              <a:solidFill>
                <a:schemeClr val="tx2"/>
              </a:solidFill>
              <a:latin typeface="Times New Roman" pitchFamily="18" charset="0"/>
              <a:ea typeface="宋体" charset="-122"/>
            </a:endParaRPr>
          </a:p>
        </p:txBody>
      </p:sp>
      <p:sp>
        <p:nvSpPr>
          <p:cNvPr id="585766" name="Text Box 38"/>
          <p:cNvSpPr txBox="1">
            <a:spLocks noChangeArrowheads="1"/>
          </p:cNvSpPr>
          <p:nvPr/>
        </p:nvSpPr>
        <p:spPr bwMode="auto">
          <a:xfrm>
            <a:off x="8521700" y="5283200"/>
            <a:ext cx="409575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2800">
                <a:solidFill>
                  <a:schemeClr val="tx2"/>
                </a:solidFill>
                <a:latin typeface="Times New Roman" pitchFamily="18" charset="0"/>
                <a:ea typeface="宋体" charset="-122"/>
              </a:rPr>
              <a:t>3</a:t>
            </a:r>
            <a:endParaRPr lang="en-US" altLang="zh-CN" sz="2400">
              <a:solidFill>
                <a:schemeClr val="tx2"/>
              </a:solidFill>
              <a:latin typeface="Times New Roman" pitchFamily="18" charset="0"/>
              <a:ea typeface="宋体" charset="-122"/>
            </a:endParaRPr>
          </a:p>
        </p:txBody>
      </p:sp>
      <p:sp>
        <p:nvSpPr>
          <p:cNvPr id="585767" name="Text Box 39"/>
          <p:cNvSpPr txBox="1">
            <a:spLocks noChangeArrowheads="1"/>
          </p:cNvSpPr>
          <p:nvPr/>
        </p:nvSpPr>
        <p:spPr bwMode="auto">
          <a:xfrm>
            <a:off x="3897313" y="5862638"/>
            <a:ext cx="2184400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rIns="0">
            <a:spAutoFit/>
          </a:bodyPr>
          <a:lstStyle/>
          <a:p>
            <a:r>
              <a:rPr lang="en-US" altLang="zh-CN" sz="2800">
                <a:solidFill>
                  <a:schemeClr val="tx2"/>
                </a:solidFill>
                <a:latin typeface="Times New Roman" pitchFamily="18" charset="0"/>
                <a:ea typeface="宋体" charset="-122"/>
              </a:rPr>
              <a:t>Height = 3</a:t>
            </a:r>
          </a:p>
        </p:txBody>
      </p:sp>
      <p:sp>
        <p:nvSpPr>
          <p:cNvPr id="40" name="Slide Number Placeholder 3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94BF74-4D1E-471C-8549-12F0AD34FC1A}" type="slidenum">
              <a:rPr lang="en-US" altLang="zh-CN" smtClean="0"/>
              <a:pPr/>
              <a:t>25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57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7" dur="500"/>
                                        <p:tgtEl>
                                          <p:spTgt spid="5857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857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57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6" dur="500"/>
                                        <p:tgtEl>
                                          <p:spTgt spid="5857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857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57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5" dur="500"/>
                                        <p:tgtEl>
                                          <p:spTgt spid="5857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857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57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34" dur="500"/>
                                        <p:tgtEl>
                                          <p:spTgt spid="5857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857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57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5857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5857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85759" grpId="0" animBg="1"/>
      <p:bldP spid="585760" grpId="0" animBg="1"/>
      <p:bldP spid="585761" grpId="0" animBg="1"/>
      <p:bldP spid="585762" grpId="0" animBg="1"/>
      <p:bldP spid="585763" grpId="0" autoUpdateAnimBg="0"/>
      <p:bldP spid="585764" grpId="0" autoUpdateAnimBg="0"/>
      <p:bldP spid="585765" grpId="0" autoUpdateAnimBg="0"/>
      <p:bldP spid="585766" grpId="0" autoUpdateAnimBg="0"/>
      <p:bldP spid="585767" grpId="0" autoUpdateAnimBg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868362"/>
          </a:xfrm>
          <a:noFill/>
        </p:spPr>
        <p:txBody>
          <a:bodyPr lIns="90488" tIns="44450" rIns="90488" bIns="44450" anchor="b"/>
          <a:lstStyle/>
          <a:p>
            <a:pPr eaLnBrk="1" hangingPunct="1"/>
            <a:r>
              <a:rPr lang="en-US" altLang="zh-CN" smtClean="0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Full and Complete Binary Trees</a:t>
            </a:r>
          </a:p>
        </p:txBody>
      </p:sp>
      <p:sp>
        <p:nvSpPr>
          <p:cNvPr id="409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8600" y="1600200"/>
            <a:ext cx="8610600" cy="4800600"/>
          </a:xfrm>
          <a:noFill/>
        </p:spPr>
        <p:txBody>
          <a:bodyPr lIns="90488" tIns="44450" rIns="90488" bIns="44450"/>
          <a:lstStyle/>
          <a:p>
            <a:pPr marL="0" indent="0" eaLnBrk="1" hangingPunct="1">
              <a:buFontTx/>
              <a:buNone/>
            </a:pPr>
            <a:r>
              <a:rPr lang="en-US" altLang="zh-CN" sz="3600" smtClean="0">
                <a:latin typeface="Times New Roman" pitchFamily="18" charset="0"/>
                <a:ea typeface="宋体" charset="-122"/>
              </a:rPr>
              <a:t>A </a:t>
            </a:r>
            <a:r>
              <a:rPr lang="en-US" altLang="zh-CN" sz="3600" b="1" smtClean="0">
                <a:latin typeface="Times New Roman" pitchFamily="18" charset="0"/>
                <a:ea typeface="宋体" charset="-122"/>
              </a:rPr>
              <a:t>full binary tree</a:t>
            </a:r>
            <a:r>
              <a:rPr lang="en-US" altLang="zh-CN" sz="3600" smtClean="0">
                <a:latin typeface="Times New Roman" pitchFamily="18" charset="0"/>
                <a:ea typeface="宋体" charset="-122"/>
              </a:rPr>
              <a:t> is a binary tree in which each node is either a leaf node or has degree 2 (i.e., has exactly 2 children).</a:t>
            </a:r>
          </a:p>
          <a:p>
            <a:pPr marL="0" indent="0" eaLnBrk="1" hangingPunct="1">
              <a:buFontTx/>
              <a:buNone/>
            </a:pPr>
            <a:r>
              <a:rPr lang="en-US" altLang="zh-CN" sz="3600" smtClean="0">
                <a:latin typeface="Times New Roman" pitchFamily="18" charset="0"/>
                <a:ea typeface="宋体" charset="-122"/>
              </a:rPr>
              <a:t>A </a:t>
            </a:r>
            <a:r>
              <a:rPr lang="en-US" altLang="zh-CN" sz="3600" b="1" smtClean="0">
                <a:latin typeface="Times New Roman" pitchFamily="18" charset="0"/>
                <a:ea typeface="宋体" charset="-122"/>
              </a:rPr>
              <a:t>complete binary tree</a:t>
            </a:r>
            <a:r>
              <a:rPr lang="en-US" altLang="zh-CN" sz="3600" smtClean="0">
                <a:latin typeface="Times New Roman" pitchFamily="18" charset="0"/>
                <a:ea typeface="宋体" charset="-122"/>
              </a:rPr>
              <a:t> is a full binary tree in which all leaves have the same depth.</a:t>
            </a:r>
          </a:p>
          <a:p>
            <a:pPr marL="0" indent="0" eaLnBrk="1" hangingPunct="1">
              <a:buFontTx/>
              <a:buNone/>
            </a:pPr>
            <a:r>
              <a:rPr lang="en-US" altLang="zh-CN" sz="3600" smtClean="0">
                <a:latin typeface="Times New Roman" pitchFamily="18" charset="0"/>
                <a:ea typeface="宋体" charset="-122"/>
              </a:rPr>
              <a:t>A </a:t>
            </a:r>
            <a:r>
              <a:rPr lang="en-US" altLang="zh-CN" sz="3600" b="1" smtClean="0">
                <a:latin typeface="Times New Roman" pitchFamily="18" charset="0"/>
                <a:ea typeface="宋体" charset="-122"/>
              </a:rPr>
              <a:t>nearly complete binary tree</a:t>
            </a:r>
            <a:r>
              <a:rPr lang="en-US" altLang="zh-CN" sz="3600" smtClean="0">
                <a:latin typeface="Times New Roman" pitchFamily="18" charset="0"/>
                <a:ea typeface="宋体" charset="-122"/>
              </a:rPr>
              <a:t> is completely filled on all levels except possibly the lowest, which is filled </a:t>
            </a:r>
            <a:r>
              <a:rPr lang="en-US" altLang="zh-CN" sz="3600" i="1" smtClean="0">
                <a:latin typeface="Times New Roman" pitchFamily="18" charset="0"/>
                <a:ea typeface="宋体" charset="-122"/>
              </a:rPr>
              <a:t>from the left</a:t>
            </a:r>
            <a:r>
              <a:rPr lang="en-US" altLang="zh-CN" sz="3600" smtClean="0">
                <a:latin typeface="Times New Roman" pitchFamily="18" charset="0"/>
                <a:ea typeface="宋体" charset="-122"/>
              </a:rPr>
              <a:t> up to a point.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B66DE-703E-461C-82AF-C942A54373C1}" type="slidenum">
              <a:rPr lang="en-US" altLang="zh-CN" smtClean="0"/>
              <a:pPr/>
              <a:t>26</a:t>
            </a:fld>
            <a:endParaRPr lang="en-US" altLang="zh-CN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944562"/>
          </a:xfrm>
        </p:spPr>
        <p:txBody>
          <a:bodyPr/>
          <a:lstStyle/>
          <a:p>
            <a:pPr eaLnBrk="1" hangingPunct="1"/>
            <a:r>
              <a:rPr lang="en-US" altLang="zh-CN" smtClean="0">
                <a:latin typeface="Times New Roman" pitchFamily="18" charset="0"/>
                <a:ea typeface="宋体" charset="-122"/>
              </a:rPr>
              <a:t>Examples</a:t>
            </a:r>
          </a:p>
        </p:txBody>
      </p:sp>
      <p:sp>
        <p:nvSpPr>
          <p:cNvPr id="419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981200"/>
            <a:ext cx="7772400" cy="4267200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en-US" altLang="zh-CN" smtClean="0">
                <a:latin typeface="Times New Roman" pitchFamily="18" charset="0"/>
                <a:ea typeface="宋体" charset="-122"/>
              </a:rPr>
              <a:t>   Full binary tree:	  Complete binary tree:</a:t>
            </a:r>
          </a:p>
          <a:p>
            <a:pPr eaLnBrk="1" hangingPunct="1">
              <a:buFontTx/>
              <a:buNone/>
            </a:pPr>
            <a:endParaRPr lang="en-US" altLang="zh-CN" smtClean="0">
              <a:latin typeface="Times New Roman" pitchFamily="18" charset="0"/>
              <a:ea typeface="宋体" charset="-122"/>
            </a:endParaRPr>
          </a:p>
        </p:txBody>
      </p:sp>
      <p:graphicFrame>
        <p:nvGraphicFramePr>
          <p:cNvPr id="41988" name="Object 4"/>
          <p:cNvGraphicFramePr>
            <a:graphicFrameLocks noChangeAspect="1"/>
          </p:cNvGraphicFramePr>
          <p:nvPr/>
        </p:nvGraphicFramePr>
        <p:xfrm>
          <a:off x="838200" y="2895600"/>
          <a:ext cx="7315200" cy="297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002" name="Picture" r:id="rId3" imgW="5029200" imgH="1943100" progId="Word.Picture.8">
                  <p:embed/>
                </p:oleObj>
              </mc:Choice>
              <mc:Fallback>
                <p:oleObj name="Picture" r:id="rId3" imgW="5029200" imgH="1943100" progId="Word.Picture.8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8200" y="2895600"/>
                        <a:ext cx="7315200" cy="2971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B66DE-703E-461C-82AF-C942A54373C1}" type="slidenum">
              <a:rPr lang="en-US" altLang="zh-CN" smtClean="0"/>
              <a:pPr/>
              <a:t>27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2"/>
          <p:cNvSpPr>
            <a:spLocks noGrp="1" noChangeArrowheads="1"/>
          </p:cNvSpPr>
          <p:nvPr>
            <p:ph type="title"/>
          </p:nvPr>
        </p:nvSpPr>
        <p:spPr>
          <a:xfrm>
            <a:off x="152400" y="152400"/>
            <a:ext cx="8763000" cy="762000"/>
          </a:xfrm>
        </p:spPr>
        <p:txBody>
          <a:bodyPr/>
          <a:lstStyle/>
          <a:p>
            <a:pPr eaLnBrk="1" hangingPunct="1"/>
            <a:r>
              <a:rPr lang="en-US" altLang="zh-CN" smtClean="0">
                <a:latin typeface="Times New Roman" pitchFamily="18" charset="0"/>
                <a:ea typeface="宋体" charset="-122"/>
              </a:rPr>
              <a:t>Traversal Algorithms</a:t>
            </a:r>
          </a:p>
        </p:txBody>
      </p:sp>
      <p:sp>
        <p:nvSpPr>
          <p:cNvPr id="6471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68300" y="1295400"/>
            <a:ext cx="8521700" cy="5334000"/>
          </a:xfrm>
        </p:spPr>
        <p:txBody>
          <a:bodyPr lIns="0" rIns="0"/>
          <a:lstStyle/>
          <a:p>
            <a:pPr eaLnBrk="1" hangingPunct="1"/>
            <a:r>
              <a:rPr lang="en-US" altLang="zh-CN" sz="3600" smtClean="0">
                <a:latin typeface="Times New Roman" pitchFamily="18" charset="0"/>
                <a:ea typeface="宋体" charset="-122"/>
              </a:rPr>
              <a:t>A traversal algorithm is a procedure for </a:t>
            </a:r>
            <a:r>
              <a:rPr lang="en-US" altLang="zh-CN" sz="3600" i="1" smtClean="0">
                <a:solidFill>
                  <a:schemeClr val="tx2"/>
                </a:solidFill>
                <a:latin typeface="Times New Roman" pitchFamily="18" charset="0"/>
                <a:ea typeface="宋体" charset="-122"/>
              </a:rPr>
              <a:t>systematically</a:t>
            </a:r>
            <a:r>
              <a:rPr lang="en-US" altLang="zh-CN" sz="3600" smtClean="0">
                <a:latin typeface="Times New Roman" pitchFamily="18" charset="0"/>
                <a:ea typeface="宋体" charset="-122"/>
              </a:rPr>
              <a:t> visiting every vertex of an ordered rooted tree</a:t>
            </a:r>
          </a:p>
          <a:p>
            <a:pPr lvl="1" eaLnBrk="1" hangingPunct="1"/>
            <a:r>
              <a:rPr lang="en-US" altLang="zh-CN" sz="3200" smtClean="0">
                <a:latin typeface="Times New Roman" pitchFamily="18" charset="0"/>
                <a:ea typeface="宋体" charset="-122"/>
              </a:rPr>
              <a:t>An ordered rooted tree is a rooted tree where the children of each internal vertex are ordered</a:t>
            </a:r>
          </a:p>
          <a:p>
            <a:pPr eaLnBrk="1" hangingPunct="1"/>
            <a:r>
              <a:rPr lang="en-US" altLang="zh-CN" sz="3600" smtClean="0">
                <a:latin typeface="Times New Roman" pitchFamily="18" charset="0"/>
                <a:ea typeface="宋体" charset="-122"/>
              </a:rPr>
              <a:t>The three common traversals are: </a:t>
            </a:r>
          </a:p>
          <a:p>
            <a:pPr lvl="1" eaLnBrk="1" hangingPunct="1"/>
            <a:r>
              <a:rPr lang="en-US" altLang="zh-CN" sz="3200" i="1" smtClean="0">
                <a:solidFill>
                  <a:schemeClr val="tx2"/>
                </a:solidFill>
                <a:latin typeface="Times New Roman" pitchFamily="18" charset="0"/>
                <a:ea typeface="宋体" charset="-122"/>
              </a:rPr>
              <a:t>Preorder</a:t>
            </a:r>
            <a:r>
              <a:rPr lang="en-US" altLang="zh-CN" sz="3200" smtClean="0">
                <a:latin typeface="Times New Roman" pitchFamily="18" charset="0"/>
                <a:ea typeface="宋体" charset="-122"/>
              </a:rPr>
              <a:t> traversal</a:t>
            </a:r>
          </a:p>
          <a:p>
            <a:pPr lvl="1" eaLnBrk="1" hangingPunct="1"/>
            <a:r>
              <a:rPr lang="en-US" altLang="zh-CN" sz="3200" i="1" smtClean="0">
                <a:solidFill>
                  <a:schemeClr val="tx2"/>
                </a:solidFill>
                <a:latin typeface="Times New Roman" pitchFamily="18" charset="0"/>
                <a:ea typeface="宋体" charset="-122"/>
              </a:rPr>
              <a:t>Inorder</a:t>
            </a:r>
            <a:r>
              <a:rPr lang="en-US" altLang="zh-CN" sz="3200" smtClean="0">
                <a:latin typeface="Times New Roman" pitchFamily="18" charset="0"/>
                <a:ea typeface="宋体" charset="-122"/>
              </a:rPr>
              <a:t> traversal</a:t>
            </a:r>
          </a:p>
          <a:p>
            <a:pPr lvl="1" eaLnBrk="1" hangingPunct="1"/>
            <a:r>
              <a:rPr lang="en-US" altLang="zh-CN" sz="3200" i="1" smtClean="0">
                <a:solidFill>
                  <a:schemeClr val="tx2"/>
                </a:solidFill>
                <a:latin typeface="Times New Roman" pitchFamily="18" charset="0"/>
                <a:ea typeface="宋体" charset="-122"/>
              </a:rPr>
              <a:t>Postorder</a:t>
            </a:r>
            <a:r>
              <a:rPr lang="en-US" altLang="zh-CN" sz="3200" smtClean="0">
                <a:latin typeface="Times New Roman" pitchFamily="18" charset="0"/>
                <a:ea typeface="宋体" charset="-122"/>
              </a:rPr>
              <a:t> traversal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B66DE-703E-461C-82AF-C942A54373C1}" type="slidenum">
              <a:rPr lang="en-US" altLang="zh-CN" smtClean="0"/>
              <a:pPr/>
              <a:t>28</a:t>
            </a:fld>
            <a:endParaRPr lang="en-US" altLang="zh-CN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71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471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471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71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471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471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71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471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471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71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6471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6471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71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6471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6471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717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64717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64717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47171" grpId="0" build="p" bldLvl="2" autoUpdateAnimBg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2"/>
          <p:cNvSpPr>
            <a:spLocks noGrp="1" noChangeArrowheads="1"/>
          </p:cNvSpPr>
          <p:nvPr>
            <p:ph type="title"/>
          </p:nvPr>
        </p:nvSpPr>
        <p:spPr>
          <a:xfrm>
            <a:off x="152400" y="152400"/>
            <a:ext cx="8763000" cy="914400"/>
          </a:xfrm>
        </p:spPr>
        <p:txBody>
          <a:bodyPr/>
          <a:lstStyle/>
          <a:p>
            <a:pPr eaLnBrk="1" hangingPunct="1"/>
            <a:r>
              <a:rPr lang="en-US" altLang="zh-CN" smtClean="0">
                <a:latin typeface="Times New Roman" pitchFamily="18" charset="0"/>
                <a:ea typeface="宋体" charset="-122"/>
              </a:rPr>
              <a:t>Traversal</a:t>
            </a:r>
          </a:p>
        </p:txBody>
      </p:sp>
      <p:sp>
        <p:nvSpPr>
          <p:cNvPr id="696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4800" y="1371600"/>
            <a:ext cx="8534400" cy="1828800"/>
          </a:xfrm>
        </p:spPr>
        <p:txBody>
          <a:bodyPr lIns="0" rIns="0"/>
          <a:lstStyle/>
          <a:p>
            <a:pPr eaLnBrk="1" hangingPunct="1">
              <a:lnSpc>
                <a:spcPct val="90000"/>
              </a:lnSpc>
            </a:pPr>
            <a:r>
              <a:rPr lang="en-US" altLang="zh-CN" sz="3600" smtClean="0">
                <a:latin typeface="Times New Roman" pitchFamily="18" charset="0"/>
                <a:ea typeface="宋体" charset="-122"/>
              </a:rPr>
              <a:t>Let </a:t>
            </a:r>
            <a:r>
              <a:rPr lang="en-US" altLang="zh-CN" sz="3600" i="1" smtClean="0">
                <a:latin typeface="Times New Roman" pitchFamily="18" charset="0"/>
                <a:ea typeface="宋体" charset="-122"/>
              </a:rPr>
              <a:t>T</a:t>
            </a:r>
            <a:r>
              <a:rPr lang="en-US" altLang="zh-CN" sz="3600" smtClean="0">
                <a:latin typeface="Times New Roman" pitchFamily="18" charset="0"/>
                <a:ea typeface="宋体" charset="-122"/>
              </a:rPr>
              <a:t> be an ordered rooted tree with root </a:t>
            </a:r>
            <a:r>
              <a:rPr lang="en-US" altLang="zh-CN" sz="3600" i="1" smtClean="0">
                <a:latin typeface="Times New Roman" pitchFamily="18" charset="0"/>
                <a:ea typeface="宋体" charset="-122"/>
              </a:rPr>
              <a:t>r</a:t>
            </a:r>
            <a:r>
              <a:rPr lang="en-US" altLang="zh-CN" sz="3600" smtClean="0">
                <a:latin typeface="Times New Roman" pitchFamily="18" charset="0"/>
                <a:ea typeface="宋体" charset="-122"/>
              </a:rPr>
              <a:t>.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CN" sz="3600" smtClean="0">
                <a:latin typeface="Times New Roman" pitchFamily="18" charset="0"/>
                <a:ea typeface="宋体" charset="-122"/>
              </a:rPr>
              <a:t>Suppose </a:t>
            </a:r>
            <a:r>
              <a:rPr lang="en-US" altLang="zh-CN" sz="3600" i="1" smtClean="0">
                <a:latin typeface="Times New Roman" pitchFamily="18" charset="0"/>
                <a:ea typeface="宋体" charset="-122"/>
              </a:rPr>
              <a:t>T</a:t>
            </a:r>
            <a:r>
              <a:rPr lang="en-US" altLang="zh-CN" sz="3600" baseline="-25000" smtClean="0">
                <a:latin typeface="Times New Roman" pitchFamily="18" charset="0"/>
                <a:ea typeface="宋体" charset="-122"/>
              </a:rPr>
              <a:t>1</a:t>
            </a:r>
            <a:r>
              <a:rPr lang="en-US" altLang="zh-CN" sz="3600" smtClean="0">
                <a:latin typeface="Times New Roman" pitchFamily="18" charset="0"/>
                <a:ea typeface="宋体" charset="-122"/>
              </a:rPr>
              <a:t>, </a:t>
            </a:r>
            <a:r>
              <a:rPr lang="en-US" altLang="zh-CN" sz="3600" i="1" smtClean="0">
                <a:latin typeface="Times New Roman" pitchFamily="18" charset="0"/>
                <a:ea typeface="宋体" charset="-122"/>
              </a:rPr>
              <a:t>T</a:t>
            </a:r>
            <a:r>
              <a:rPr lang="en-US" altLang="zh-CN" sz="3600" baseline="-25000" smtClean="0">
                <a:latin typeface="Times New Roman" pitchFamily="18" charset="0"/>
                <a:ea typeface="宋体" charset="-122"/>
              </a:rPr>
              <a:t>2</a:t>
            </a:r>
            <a:r>
              <a:rPr lang="en-US" altLang="zh-CN" sz="3600" smtClean="0">
                <a:latin typeface="Times New Roman" pitchFamily="18" charset="0"/>
                <a:ea typeface="宋体" charset="-122"/>
              </a:rPr>
              <a:t>, …,</a:t>
            </a:r>
            <a:r>
              <a:rPr lang="en-US" altLang="zh-CN" sz="3600" i="1" smtClean="0">
                <a:latin typeface="Times New Roman" pitchFamily="18" charset="0"/>
                <a:ea typeface="宋体" charset="-122"/>
              </a:rPr>
              <a:t>T</a:t>
            </a:r>
            <a:r>
              <a:rPr lang="en-US" altLang="zh-CN" sz="3600" i="1" baseline="-25000" smtClean="0">
                <a:latin typeface="Times New Roman" pitchFamily="18" charset="0"/>
                <a:ea typeface="宋体" charset="-122"/>
              </a:rPr>
              <a:t>n</a:t>
            </a:r>
            <a:r>
              <a:rPr lang="en-US" altLang="zh-CN" sz="3600" smtClean="0">
                <a:latin typeface="Times New Roman" pitchFamily="18" charset="0"/>
                <a:ea typeface="宋体" charset="-122"/>
              </a:rPr>
              <a:t> are the subtrees at </a:t>
            </a:r>
            <a:r>
              <a:rPr lang="en-US" altLang="zh-CN" sz="3600" i="1" smtClean="0">
                <a:latin typeface="Times New Roman" pitchFamily="18" charset="0"/>
                <a:ea typeface="宋体" charset="-122"/>
              </a:rPr>
              <a:t>r</a:t>
            </a:r>
            <a:r>
              <a:rPr lang="en-US" altLang="zh-CN" sz="3600" smtClean="0">
                <a:latin typeface="Times New Roman" pitchFamily="18" charset="0"/>
                <a:ea typeface="宋体" charset="-122"/>
              </a:rPr>
              <a:t> </a:t>
            </a:r>
            <a:r>
              <a:rPr lang="en-US" altLang="zh-CN" sz="3600" smtClean="0">
                <a:solidFill>
                  <a:schemeClr val="tx2"/>
                </a:solidFill>
                <a:latin typeface="Times New Roman" pitchFamily="18" charset="0"/>
                <a:ea typeface="宋体" charset="-122"/>
              </a:rPr>
              <a:t>from left to right</a:t>
            </a:r>
            <a:r>
              <a:rPr lang="en-US" altLang="zh-CN" sz="3600" smtClean="0">
                <a:latin typeface="Times New Roman" pitchFamily="18" charset="0"/>
                <a:ea typeface="宋体" charset="-122"/>
              </a:rPr>
              <a:t> in </a:t>
            </a:r>
            <a:r>
              <a:rPr lang="en-US" altLang="zh-CN" sz="3600" i="1" smtClean="0">
                <a:latin typeface="Times New Roman" pitchFamily="18" charset="0"/>
                <a:ea typeface="宋体" charset="-122"/>
              </a:rPr>
              <a:t>T</a:t>
            </a:r>
            <a:r>
              <a:rPr lang="en-US" altLang="zh-CN" sz="3600" smtClean="0">
                <a:latin typeface="Times New Roman" pitchFamily="18" charset="0"/>
                <a:ea typeface="宋体" charset="-122"/>
              </a:rPr>
              <a:t>.</a:t>
            </a:r>
          </a:p>
        </p:txBody>
      </p:sp>
      <p:grpSp>
        <p:nvGrpSpPr>
          <p:cNvPr id="69636" name="Group 4"/>
          <p:cNvGrpSpPr>
            <a:grpSpLocks/>
          </p:cNvGrpSpPr>
          <p:nvPr/>
        </p:nvGrpSpPr>
        <p:grpSpPr bwMode="auto">
          <a:xfrm>
            <a:off x="3265488" y="3765550"/>
            <a:ext cx="2971800" cy="2355850"/>
            <a:chOff x="2057" y="2372"/>
            <a:chExt cx="1872" cy="1484"/>
          </a:xfrm>
        </p:grpSpPr>
        <p:sp>
          <p:nvSpPr>
            <p:cNvPr id="69637" name="Oval 5"/>
            <p:cNvSpPr>
              <a:spLocks noChangeAspect="1" noChangeArrowheads="1"/>
            </p:cNvSpPr>
            <p:nvPr/>
          </p:nvSpPr>
          <p:spPr bwMode="auto">
            <a:xfrm>
              <a:off x="2909" y="2605"/>
              <a:ext cx="115" cy="11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>
                <a:ea typeface="宋体" charset="-122"/>
              </a:endParaRPr>
            </a:p>
          </p:txBody>
        </p:sp>
        <p:sp>
          <p:nvSpPr>
            <p:cNvPr id="69638" name="Text Box 6"/>
            <p:cNvSpPr txBox="1">
              <a:spLocks noChangeArrowheads="1"/>
            </p:cNvSpPr>
            <p:nvPr/>
          </p:nvSpPr>
          <p:spPr bwMode="auto">
            <a:xfrm>
              <a:off x="2681" y="2372"/>
              <a:ext cx="193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sz="2400" i="1">
                  <a:latin typeface="Bookman Old Style" pitchFamily="18" charset="0"/>
                  <a:ea typeface="宋体" charset="-122"/>
                </a:rPr>
                <a:t>r</a:t>
              </a:r>
            </a:p>
          </p:txBody>
        </p:sp>
        <p:sp>
          <p:nvSpPr>
            <p:cNvPr id="69639" name="Line 7"/>
            <p:cNvSpPr>
              <a:spLocks noChangeShapeType="1"/>
            </p:cNvSpPr>
            <p:nvPr/>
          </p:nvSpPr>
          <p:spPr bwMode="auto">
            <a:xfrm flipH="1">
              <a:off x="2297" y="2704"/>
              <a:ext cx="624" cy="57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69640" name="Line 8"/>
            <p:cNvSpPr>
              <a:spLocks noChangeShapeType="1"/>
            </p:cNvSpPr>
            <p:nvPr/>
          </p:nvSpPr>
          <p:spPr bwMode="auto">
            <a:xfrm flipH="1">
              <a:off x="2873" y="2704"/>
              <a:ext cx="96" cy="57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69641" name="Line 9"/>
            <p:cNvSpPr>
              <a:spLocks noChangeShapeType="1"/>
            </p:cNvSpPr>
            <p:nvPr/>
          </p:nvSpPr>
          <p:spPr bwMode="auto">
            <a:xfrm flipH="1" flipV="1">
              <a:off x="2969" y="2704"/>
              <a:ext cx="768" cy="57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69642" name="Oval 10"/>
            <p:cNvSpPr>
              <a:spLocks noChangeArrowheads="1"/>
            </p:cNvSpPr>
            <p:nvPr/>
          </p:nvSpPr>
          <p:spPr bwMode="auto">
            <a:xfrm>
              <a:off x="2057" y="3280"/>
              <a:ext cx="384" cy="576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>
                <a:ea typeface="宋体" charset="-122"/>
              </a:endParaRPr>
            </a:p>
          </p:txBody>
        </p:sp>
        <p:sp>
          <p:nvSpPr>
            <p:cNvPr id="69643" name="Text Box 11"/>
            <p:cNvSpPr txBox="1">
              <a:spLocks noChangeArrowheads="1"/>
            </p:cNvSpPr>
            <p:nvPr/>
          </p:nvSpPr>
          <p:spPr bwMode="auto">
            <a:xfrm>
              <a:off x="2105" y="3428"/>
              <a:ext cx="310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sz="2400" i="1">
                  <a:latin typeface="Bookman Old Style" pitchFamily="18" charset="0"/>
                  <a:ea typeface="宋体" charset="-122"/>
                </a:rPr>
                <a:t>T</a:t>
              </a:r>
              <a:r>
                <a:rPr lang="en-US" altLang="zh-CN" sz="2400" baseline="-25000">
                  <a:latin typeface="Bookman Old Style" pitchFamily="18" charset="0"/>
                  <a:ea typeface="宋体" charset="-122"/>
                </a:rPr>
                <a:t>1</a:t>
              </a:r>
            </a:p>
          </p:txBody>
        </p:sp>
        <p:sp>
          <p:nvSpPr>
            <p:cNvPr id="69644" name="Oval 12"/>
            <p:cNvSpPr>
              <a:spLocks noChangeArrowheads="1"/>
            </p:cNvSpPr>
            <p:nvPr/>
          </p:nvSpPr>
          <p:spPr bwMode="auto">
            <a:xfrm>
              <a:off x="2681" y="3280"/>
              <a:ext cx="384" cy="576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>
                <a:ea typeface="宋体" charset="-122"/>
              </a:endParaRPr>
            </a:p>
          </p:txBody>
        </p:sp>
        <p:sp>
          <p:nvSpPr>
            <p:cNvPr id="69645" name="Oval 13"/>
            <p:cNvSpPr>
              <a:spLocks noChangeArrowheads="1"/>
            </p:cNvSpPr>
            <p:nvPr/>
          </p:nvSpPr>
          <p:spPr bwMode="auto">
            <a:xfrm>
              <a:off x="3545" y="3280"/>
              <a:ext cx="384" cy="576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>
                <a:ea typeface="宋体" charset="-122"/>
              </a:endParaRPr>
            </a:p>
          </p:txBody>
        </p:sp>
        <p:sp>
          <p:nvSpPr>
            <p:cNvPr id="69646" name="Text Box 14"/>
            <p:cNvSpPr txBox="1">
              <a:spLocks noChangeArrowheads="1"/>
            </p:cNvSpPr>
            <p:nvPr/>
          </p:nvSpPr>
          <p:spPr bwMode="auto">
            <a:xfrm>
              <a:off x="2729" y="3428"/>
              <a:ext cx="310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sz="2400" i="1">
                  <a:latin typeface="Bookman Old Style" pitchFamily="18" charset="0"/>
                  <a:ea typeface="宋体" charset="-122"/>
                </a:rPr>
                <a:t>T</a:t>
              </a:r>
              <a:r>
                <a:rPr lang="en-US" altLang="zh-CN" sz="2400" baseline="-25000">
                  <a:latin typeface="Bookman Old Style" pitchFamily="18" charset="0"/>
                  <a:ea typeface="宋体" charset="-122"/>
                </a:rPr>
                <a:t>2</a:t>
              </a:r>
            </a:p>
          </p:txBody>
        </p:sp>
        <p:sp>
          <p:nvSpPr>
            <p:cNvPr id="69647" name="Text Box 15"/>
            <p:cNvSpPr txBox="1">
              <a:spLocks noChangeArrowheads="1"/>
            </p:cNvSpPr>
            <p:nvPr/>
          </p:nvSpPr>
          <p:spPr bwMode="auto">
            <a:xfrm>
              <a:off x="3593" y="3428"/>
              <a:ext cx="310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sz="2400" i="1">
                  <a:latin typeface="Bookman Old Style" pitchFamily="18" charset="0"/>
                  <a:ea typeface="宋体" charset="-122"/>
                </a:rPr>
                <a:t>T</a:t>
              </a:r>
              <a:r>
                <a:rPr lang="en-US" altLang="zh-CN" sz="2400" i="1" baseline="-25000">
                  <a:latin typeface="Bookman Old Style" pitchFamily="18" charset="0"/>
                  <a:ea typeface="宋体" charset="-122"/>
                </a:rPr>
                <a:t>n</a:t>
              </a:r>
              <a:endParaRPr lang="en-US" altLang="zh-CN" sz="2400" baseline="-25000">
                <a:latin typeface="Bookman Old Style" pitchFamily="18" charset="0"/>
                <a:ea typeface="宋体" charset="-122"/>
              </a:endParaRPr>
            </a:p>
          </p:txBody>
        </p:sp>
        <p:grpSp>
          <p:nvGrpSpPr>
            <p:cNvPr id="69648" name="Group 16"/>
            <p:cNvGrpSpPr>
              <a:grpSpLocks noChangeAspect="1"/>
            </p:cNvGrpSpPr>
            <p:nvPr/>
          </p:nvGrpSpPr>
          <p:grpSpPr bwMode="auto">
            <a:xfrm>
              <a:off x="3209" y="3568"/>
              <a:ext cx="184" cy="37"/>
              <a:chOff x="528" y="3408"/>
              <a:chExt cx="240" cy="48"/>
            </a:xfrm>
          </p:grpSpPr>
          <p:sp>
            <p:nvSpPr>
              <p:cNvPr id="69649" name="Oval 17"/>
              <p:cNvSpPr>
                <a:spLocks noChangeAspect="1" noChangeArrowheads="1"/>
              </p:cNvSpPr>
              <p:nvPr/>
            </p:nvSpPr>
            <p:spPr bwMode="auto">
              <a:xfrm>
                <a:off x="528" y="3408"/>
                <a:ext cx="48" cy="48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>
                  <a:ea typeface="宋体" charset="-122"/>
                </a:endParaRPr>
              </a:p>
            </p:txBody>
          </p:sp>
          <p:sp>
            <p:nvSpPr>
              <p:cNvPr id="69650" name="Oval 18"/>
              <p:cNvSpPr>
                <a:spLocks noChangeAspect="1" noChangeArrowheads="1"/>
              </p:cNvSpPr>
              <p:nvPr/>
            </p:nvSpPr>
            <p:spPr bwMode="auto">
              <a:xfrm>
                <a:off x="624" y="3408"/>
                <a:ext cx="48" cy="48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>
                  <a:ea typeface="宋体" charset="-122"/>
                </a:endParaRPr>
              </a:p>
            </p:txBody>
          </p:sp>
          <p:sp>
            <p:nvSpPr>
              <p:cNvPr id="69651" name="Oval 19"/>
              <p:cNvSpPr>
                <a:spLocks noChangeAspect="1" noChangeArrowheads="1"/>
              </p:cNvSpPr>
              <p:nvPr/>
            </p:nvSpPr>
            <p:spPr bwMode="auto">
              <a:xfrm>
                <a:off x="720" y="3408"/>
                <a:ext cx="48" cy="48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>
                  <a:ea typeface="宋体" charset="-122"/>
                </a:endParaRPr>
              </a:p>
            </p:txBody>
          </p:sp>
        </p:grpSp>
      </p:grpSp>
      <p:sp>
        <p:nvSpPr>
          <p:cNvPr id="20" name="Slide Number Placeholder 1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B66DE-703E-461C-82AF-C942A54373C1}" type="slidenum">
              <a:rPr lang="en-US" altLang="zh-CN" smtClean="0"/>
              <a:pPr/>
              <a:t>29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8018" name="Oval 2"/>
          <p:cNvSpPr>
            <a:spLocks noChangeArrowheads="1"/>
          </p:cNvSpPr>
          <p:nvPr/>
        </p:nvSpPr>
        <p:spPr bwMode="auto">
          <a:xfrm>
            <a:off x="7893050" y="4187825"/>
            <a:ext cx="609600" cy="914400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>
              <a:ea typeface="宋体" charset="-122"/>
            </a:endParaRPr>
          </a:p>
        </p:txBody>
      </p:sp>
      <p:sp>
        <p:nvSpPr>
          <p:cNvPr id="598019" name="Oval 3"/>
          <p:cNvSpPr>
            <a:spLocks noChangeArrowheads="1"/>
          </p:cNvSpPr>
          <p:nvPr/>
        </p:nvSpPr>
        <p:spPr bwMode="auto">
          <a:xfrm>
            <a:off x="6521450" y="4187825"/>
            <a:ext cx="609600" cy="914400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0" hangingPunct="0"/>
            <a:endParaRPr lang="zh-CN" altLang="zh-CN" sz="2400">
              <a:latin typeface="Book Antiqua" pitchFamily="18" charset="0"/>
              <a:ea typeface="宋体" charset="-122"/>
            </a:endParaRPr>
          </a:p>
        </p:txBody>
      </p:sp>
      <p:sp>
        <p:nvSpPr>
          <p:cNvPr id="598020" name="Oval 4"/>
          <p:cNvSpPr>
            <a:spLocks noChangeArrowheads="1"/>
          </p:cNvSpPr>
          <p:nvPr/>
        </p:nvSpPr>
        <p:spPr bwMode="auto">
          <a:xfrm>
            <a:off x="5530850" y="4191000"/>
            <a:ext cx="609600" cy="914400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>
              <a:ea typeface="宋体" charset="-122"/>
            </a:endParaRPr>
          </a:p>
        </p:txBody>
      </p:sp>
      <p:sp>
        <p:nvSpPr>
          <p:cNvPr id="70661" name="Rectangle 5"/>
          <p:cNvSpPr>
            <a:spLocks noGrp="1" noChangeArrowheads="1"/>
          </p:cNvSpPr>
          <p:nvPr>
            <p:ph type="title"/>
          </p:nvPr>
        </p:nvSpPr>
        <p:spPr>
          <a:xfrm>
            <a:off x="152400" y="152400"/>
            <a:ext cx="8763000" cy="914400"/>
          </a:xfrm>
        </p:spPr>
        <p:txBody>
          <a:bodyPr/>
          <a:lstStyle/>
          <a:p>
            <a:pPr eaLnBrk="1" hangingPunct="1"/>
            <a:r>
              <a:rPr lang="en-US" altLang="zh-CN" smtClean="0">
                <a:latin typeface="Times New Roman" pitchFamily="18" charset="0"/>
                <a:ea typeface="宋体" charset="-122"/>
              </a:rPr>
              <a:t>Preorder Traversal</a:t>
            </a:r>
          </a:p>
        </p:txBody>
      </p:sp>
      <p:grpSp>
        <p:nvGrpSpPr>
          <p:cNvPr id="70662" name="Group 6"/>
          <p:cNvGrpSpPr>
            <a:grpSpLocks/>
          </p:cNvGrpSpPr>
          <p:nvPr/>
        </p:nvGrpSpPr>
        <p:grpSpPr bwMode="auto">
          <a:xfrm>
            <a:off x="5530850" y="2746375"/>
            <a:ext cx="2971800" cy="2355850"/>
            <a:chOff x="3484" y="1730"/>
            <a:chExt cx="1872" cy="1484"/>
          </a:xfrm>
        </p:grpSpPr>
        <p:sp>
          <p:nvSpPr>
            <p:cNvPr id="70665" name="Oval 7"/>
            <p:cNvSpPr>
              <a:spLocks noChangeAspect="1" noChangeArrowheads="1"/>
            </p:cNvSpPr>
            <p:nvPr/>
          </p:nvSpPr>
          <p:spPr bwMode="auto">
            <a:xfrm>
              <a:off x="4336" y="1963"/>
              <a:ext cx="115" cy="11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>
                <a:ea typeface="宋体" charset="-122"/>
              </a:endParaRPr>
            </a:p>
          </p:txBody>
        </p:sp>
        <p:sp>
          <p:nvSpPr>
            <p:cNvPr id="70666" name="Text Box 8"/>
            <p:cNvSpPr txBox="1">
              <a:spLocks noChangeArrowheads="1"/>
            </p:cNvSpPr>
            <p:nvPr/>
          </p:nvSpPr>
          <p:spPr bwMode="auto">
            <a:xfrm>
              <a:off x="4108" y="1730"/>
              <a:ext cx="193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sz="2400" i="1">
                  <a:latin typeface="Bookman Old Style" pitchFamily="18" charset="0"/>
                  <a:ea typeface="宋体" charset="-122"/>
                </a:rPr>
                <a:t>r</a:t>
              </a:r>
            </a:p>
          </p:txBody>
        </p:sp>
        <p:sp>
          <p:nvSpPr>
            <p:cNvPr id="70667" name="Line 9"/>
            <p:cNvSpPr>
              <a:spLocks noChangeShapeType="1"/>
            </p:cNvSpPr>
            <p:nvPr/>
          </p:nvSpPr>
          <p:spPr bwMode="auto">
            <a:xfrm flipH="1">
              <a:off x="3724" y="2062"/>
              <a:ext cx="624" cy="57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70668" name="Line 10"/>
            <p:cNvSpPr>
              <a:spLocks noChangeShapeType="1"/>
            </p:cNvSpPr>
            <p:nvPr/>
          </p:nvSpPr>
          <p:spPr bwMode="auto">
            <a:xfrm flipH="1">
              <a:off x="4300" y="2080"/>
              <a:ext cx="93" cy="55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70669" name="Line 11"/>
            <p:cNvSpPr>
              <a:spLocks noChangeShapeType="1"/>
            </p:cNvSpPr>
            <p:nvPr/>
          </p:nvSpPr>
          <p:spPr bwMode="auto">
            <a:xfrm flipH="1" flipV="1">
              <a:off x="4415" y="2076"/>
              <a:ext cx="749" cy="56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70670" name="Oval 12"/>
            <p:cNvSpPr>
              <a:spLocks noChangeArrowheads="1"/>
            </p:cNvSpPr>
            <p:nvPr/>
          </p:nvSpPr>
          <p:spPr bwMode="auto">
            <a:xfrm>
              <a:off x="3484" y="2638"/>
              <a:ext cx="384" cy="576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>
                <a:ea typeface="宋体" charset="-122"/>
              </a:endParaRPr>
            </a:p>
          </p:txBody>
        </p:sp>
        <p:sp>
          <p:nvSpPr>
            <p:cNvPr id="70671" name="Text Box 13"/>
            <p:cNvSpPr txBox="1">
              <a:spLocks noChangeArrowheads="1"/>
            </p:cNvSpPr>
            <p:nvPr/>
          </p:nvSpPr>
          <p:spPr bwMode="auto">
            <a:xfrm>
              <a:off x="3532" y="2786"/>
              <a:ext cx="310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sz="2400" i="1">
                  <a:solidFill>
                    <a:srgbClr val="800000"/>
                  </a:solidFill>
                  <a:latin typeface="Bookman Old Style" pitchFamily="18" charset="0"/>
                  <a:ea typeface="宋体" charset="-122"/>
                </a:rPr>
                <a:t>T</a:t>
              </a:r>
              <a:r>
                <a:rPr lang="en-US" altLang="zh-CN" sz="2400" baseline="-25000">
                  <a:solidFill>
                    <a:srgbClr val="800000"/>
                  </a:solidFill>
                  <a:latin typeface="Bookman Old Style" pitchFamily="18" charset="0"/>
                  <a:ea typeface="宋体" charset="-122"/>
                </a:rPr>
                <a:t>1</a:t>
              </a:r>
            </a:p>
          </p:txBody>
        </p:sp>
        <p:sp>
          <p:nvSpPr>
            <p:cNvPr id="70672" name="Oval 14"/>
            <p:cNvSpPr>
              <a:spLocks noChangeArrowheads="1"/>
            </p:cNvSpPr>
            <p:nvPr/>
          </p:nvSpPr>
          <p:spPr bwMode="auto">
            <a:xfrm>
              <a:off x="4108" y="2638"/>
              <a:ext cx="384" cy="576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>
                <a:ea typeface="宋体" charset="-122"/>
              </a:endParaRPr>
            </a:p>
          </p:txBody>
        </p:sp>
        <p:sp>
          <p:nvSpPr>
            <p:cNvPr id="70673" name="Oval 15"/>
            <p:cNvSpPr>
              <a:spLocks noChangeArrowheads="1"/>
            </p:cNvSpPr>
            <p:nvPr/>
          </p:nvSpPr>
          <p:spPr bwMode="auto">
            <a:xfrm>
              <a:off x="4972" y="2638"/>
              <a:ext cx="384" cy="576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>
                <a:ea typeface="宋体" charset="-122"/>
              </a:endParaRPr>
            </a:p>
          </p:txBody>
        </p:sp>
        <p:sp>
          <p:nvSpPr>
            <p:cNvPr id="70674" name="Text Box 16"/>
            <p:cNvSpPr txBox="1">
              <a:spLocks noChangeArrowheads="1"/>
            </p:cNvSpPr>
            <p:nvPr/>
          </p:nvSpPr>
          <p:spPr bwMode="auto">
            <a:xfrm>
              <a:off x="4156" y="2786"/>
              <a:ext cx="310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sz="2400" i="1">
                  <a:solidFill>
                    <a:srgbClr val="800000"/>
                  </a:solidFill>
                  <a:latin typeface="Bookman Old Style" pitchFamily="18" charset="0"/>
                  <a:ea typeface="宋体" charset="-122"/>
                </a:rPr>
                <a:t>T</a:t>
              </a:r>
              <a:r>
                <a:rPr lang="en-US" altLang="zh-CN" sz="2400" baseline="-25000">
                  <a:solidFill>
                    <a:srgbClr val="800000"/>
                  </a:solidFill>
                  <a:latin typeface="Bookman Old Style" pitchFamily="18" charset="0"/>
                  <a:ea typeface="宋体" charset="-122"/>
                </a:rPr>
                <a:t>2</a:t>
              </a:r>
            </a:p>
          </p:txBody>
        </p:sp>
        <p:sp>
          <p:nvSpPr>
            <p:cNvPr id="70675" name="Text Box 17"/>
            <p:cNvSpPr txBox="1">
              <a:spLocks noChangeArrowheads="1"/>
            </p:cNvSpPr>
            <p:nvPr/>
          </p:nvSpPr>
          <p:spPr bwMode="auto">
            <a:xfrm>
              <a:off x="5020" y="2786"/>
              <a:ext cx="310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sz="2400" i="1">
                  <a:solidFill>
                    <a:srgbClr val="800000"/>
                  </a:solidFill>
                  <a:latin typeface="Bookman Old Style" pitchFamily="18" charset="0"/>
                  <a:ea typeface="宋体" charset="-122"/>
                </a:rPr>
                <a:t>T</a:t>
              </a:r>
              <a:r>
                <a:rPr lang="en-US" altLang="zh-CN" sz="2400" i="1" baseline="-25000">
                  <a:solidFill>
                    <a:srgbClr val="800000"/>
                  </a:solidFill>
                  <a:latin typeface="Bookman Old Style" pitchFamily="18" charset="0"/>
                  <a:ea typeface="宋体" charset="-122"/>
                </a:rPr>
                <a:t>n</a:t>
              </a:r>
              <a:endParaRPr lang="en-US" altLang="zh-CN" sz="2400" baseline="-25000">
                <a:solidFill>
                  <a:srgbClr val="800000"/>
                </a:solidFill>
                <a:latin typeface="Bookman Old Style" pitchFamily="18" charset="0"/>
                <a:ea typeface="宋体" charset="-122"/>
              </a:endParaRPr>
            </a:p>
          </p:txBody>
        </p:sp>
        <p:grpSp>
          <p:nvGrpSpPr>
            <p:cNvPr id="70676" name="Group 18"/>
            <p:cNvGrpSpPr>
              <a:grpSpLocks noChangeAspect="1"/>
            </p:cNvGrpSpPr>
            <p:nvPr/>
          </p:nvGrpSpPr>
          <p:grpSpPr bwMode="auto">
            <a:xfrm>
              <a:off x="4636" y="2926"/>
              <a:ext cx="184" cy="37"/>
              <a:chOff x="528" y="3408"/>
              <a:chExt cx="240" cy="48"/>
            </a:xfrm>
          </p:grpSpPr>
          <p:sp>
            <p:nvSpPr>
              <p:cNvPr id="70677" name="Oval 19"/>
              <p:cNvSpPr>
                <a:spLocks noChangeAspect="1" noChangeArrowheads="1"/>
              </p:cNvSpPr>
              <p:nvPr/>
            </p:nvSpPr>
            <p:spPr bwMode="auto">
              <a:xfrm>
                <a:off x="528" y="3408"/>
                <a:ext cx="48" cy="48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>
                  <a:ea typeface="宋体" charset="-122"/>
                </a:endParaRPr>
              </a:p>
            </p:txBody>
          </p:sp>
          <p:sp>
            <p:nvSpPr>
              <p:cNvPr id="70678" name="Oval 20"/>
              <p:cNvSpPr>
                <a:spLocks noChangeAspect="1" noChangeArrowheads="1"/>
              </p:cNvSpPr>
              <p:nvPr/>
            </p:nvSpPr>
            <p:spPr bwMode="auto">
              <a:xfrm>
                <a:off x="624" y="3408"/>
                <a:ext cx="48" cy="48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>
                  <a:ea typeface="宋体" charset="-122"/>
                </a:endParaRPr>
              </a:p>
            </p:txBody>
          </p:sp>
          <p:sp>
            <p:nvSpPr>
              <p:cNvPr id="70679" name="Oval 21"/>
              <p:cNvSpPr>
                <a:spLocks noChangeAspect="1" noChangeArrowheads="1"/>
              </p:cNvSpPr>
              <p:nvPr/>
            </p:nvSpPr>
            <p:spPr bwMode="auto">
              <a:xfrm>
                <a:off x="720" y="3408"/>
                <a:ext cx="48" cy="48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>
                  <a:ea typeface="宋体" charset="-122"/>
                </a:endParaRPr>
              </a:p>
            </p:txBody>
          </p:sp>
        </p:grpSp>
      </p:grpSp>
      <p:sp>
        <p:nvSpPr>
          <p:cNvPr id="598038" name="Text Box 22"/>
          <p:cNvSpPr txBox="1">
            <a:spLocks noChangeArrowheads="1"/>
          </p:cNvSpPr>
          <p:nvPr/>
        </p:nvSpPr>
        <p:spPr bwMode="auto">
          <a:xfrm>
            <a:off x="304800" y="2133600"/>
            <a:ext cx="5105400" cy="35036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altLang="zh-CN" sz="3200">
                <a:solidFill>
                  <a:schemeClr val="tx2"/>
                </a:solidFill>
                <a:latin typeface="Times New Roman" pitchFamily="18" charset="0"/>
                <a:ea typeface="宋体" charset="-122"/>
              </a:rPr>
              <a:t>Step 1:</a:t>
            </a:r>
            <a:r>
              <a:rPr lang="en-US" altLang="zh-CN" sz="3200">
                <a:latin typeface="Times New Roman" pitchFamily="18" charset="0"/>
                <a:ea typeface="宋体" charset="-122"/>
              </a:rPr>
              <a:t> Visit </a:t>
            </a:r>
            <a:r>
              <a:rPr lang="en-US" altLang="zh-CN" sz="3200" i="1">
                <a:latin typeface="Times New Roman" pitchFamily="18" charset="0"/>
                <a:ea typeface="宋体" charset="-122"/>
              </a:rPr>
              <a:t>r</a:t>
            </a:r>
          </a:p>
          <a:p>
            <a:r>
              <a:rPr lang="en-US" altLang="zh-CN" sz="3200">
                <a:solidFill>
                  <a:schemeClr val="tx2"/>
                </a:solidFill>
                <a:latin typeface="Times New Roman" pitchFamily="18" charset="0"/>
                <a:ea typeface="宋体" charset="-122"/>
              </a:rPr>
              <a:t>Step 2:</a:t>
            </a:r>
            <a:r>
              <a:rPr lang="en-US" altLang="zh-CN" sz="3200">
                <a:latin typeface="Times New Roman" pitchFamily="18" charset="0"/>
                <a:ea typeface="宋体" charset="-122"/>
              </a:rPr>
              <a:t> Visit </a:t>
            </a:r>
            <a:r>
              <a:rPr lang="en-US" altLang="zh-CN" sz="3200" i="1">
                <a:latin typeface="Times New Roman" pitchFamily="18" charset="0"/>
                <a:ea typeface="宋体" charset="-122"/>
              </a:rPr>
              <a:t>T</a:t>
            </a:r>
            <a:r>
              <a:rPr lang="en-US" altLang="zh-CN" sz="3200" baseline="-25000">
                <a:latin typeface="Times New Roman" pitchFamily="18" charset="0"/>
                <a:ea typeface="宋体" charset="-122"/>
              </a:rPr>
              <a:t>1</a:t>
            </a:r>
            <a:r>
              <a:rPr lang="en-US" altLang="zh-CN" sz="3200">
                <a:latin typeface="Times New Roman" pitchFamily="18" charset="0"/>
                <a:ea typeface="宋体" charset="-122"/>
              </a:rPr>
              <a:t> in preorder</a:t>
            </a:r>
          </a:p>
          <a:p>
            <a:r>
              <a:rPr lang="en-US" altLang="zh-CN" sz="3200">
                <a:solidFill>
                  <a:schemeClr val="tx2"/>
                </a:solidFill>
                <a:latin typeface="Times New Roman" pitchFamily="18" charset="0"/>
                <a:ea typeface="宋体" charset="-122"/>
              </a:rPr>
              <a:t>Step 3:</a:t>
            </a:r>
            <a:r>
              <a:rPr lang="en-US" altLang="zh-CN" sz="3200">
                <a:latin typeface="Times New Roman" pitchFamily="18" charset="0"/>
                <a:ea typeface="宋体" charset="-122"/>
              </a:rPr>
              <a:t> Visit </a:t>
            </a:r>
            <a:r>
              <a:rPr lang="en-US" altLang="zh-CN" sz="3200" i="1">
                <a:latin typeface="Times New Roman" pitchFamily="18" charset="0"/>
                <a:ea typeface="宋体" charset="-122"/>
              </a:rPr>
              <a:t>T</a:t>
            </a:r>
            <a:r>
              <a:rPr lang="en-US" altLang="zh-CN" sz="3200" baseline="-25000">
                <a:latin typeface="Times New Roman" pitchFamily="18" charset="0"/>
                <a:ea typeface="宋体" charset="-122"/>
              </a:rPr>
              <a:t>2</a:t>
            </a:r>
            <a:r>
              <a:rPr lang="en-US" altLang="zh-CN" sz="3200">
                <a:latin typeface="Times New Roman" pitchFamily="18" charset="0"/>
                <a:ea typeface="宋体" charset="-122"/>
              </a:rPr>
              <a:t> in preorder</a:t>
            </a:r>
          </a:p>
          <a:p>
            <a:r>
              <a:rPr lang="en-US" altLang="zh-CN" sz="3200">
                <a:latin typeface="Times New Roman" pitchFamily="18" charset="0"/>
                <a:ea typeface="宋体" charset="-122"/>
              </a:rPr>
              <a:t>		.</a:t>
            </a:r>
          </a:p>
          <a:p>
            <a:r>
              <a:rPr lang="en-US" altLang="zh-CN" sz="3200">
                <a:latin typeface="Times New Roman" pitchFamily="18" charset="0"/>
                <a:ea typeface="宋体" charset="-122"/>
              </a:rPr>
              <a:t>		.</a:t>
            </a:r>
          </a:p>
          <a:p>
            <a:r>
              <a:rPr lang="en-US" altLang="zh-CN" sz="3200">
                <a:latin typeface="Times New Roman" pitchFamily="18" charset="0"/>
                <a:ea typeface="宋体" charset="-122"/>
              </a:rPr>
              <a:t>		.</a:t>
            </a:r>
          </a:p>
          <a:p>
            <a:r>
              <a:rPr lang="en-US" altLang="zh-CN" sz="3200">
                <a:solidFill>
                  <a:schemeClr val="tx2"/>
                </a:solidFill>
                <a:latin typeface="Times New Roman" pitchFamily="18" charset="0"/>
                <a:ea typeface="宋体" charset="-122"/>
              </a:rPr>
              <a:t>Step </a:t>
            </a:r>
            <a:r>
              <a:rPr lang="en-US" altLang="zh-CN" sz="3200" i="1">
                <a:solidFill>
                  <a:schemeClr val="tx2"/>
                </a:solidFill>
                <a:latin typeface="Times New Roman" pitchFamily="18" charset="0"/>
                <a:ea typeface="宋体" charset="-122"/>
              </a:rPr>
              <a:t>n</a:t>
            </a:r>
            <a:r>
              <a:rPr lang="en-US" altLang="zh-CN" sz="3200">
                <a:solidFill>
                  <a:schemeClr val="tx2"/>
                </a:solidFill>
                <a:latin typeface="Times New Roman" pitchFamily="18" charset="0"/>
                <a:ea typeface="宋体" charset="-122"/>
              </a:rPr>
              <a:t>+1:</a:t>
            </a:r>
            <a:r>
              <a:rPr lang="en-US" altLang="zh-CN" sz="3200">
                <a:latin typeface="Times New Roman" pitchFamily="18" charset="0"/>
                <a:ea typeface="宋体" charset="-122"/>
              </a:rPr>
              <a:t> Visit </a:t>
            </a:r>
            <a:r>
              <a:rPr lang="en-US" altLang="zh-CN" sz="3200" i="1">
                <a:latin typeface="Times New Roman" pitchFamily="18" charset="0"/>
                <a:ea typeface="宋体" charset="-122"/>
              </a:rPr>
              <a:t>T</a:t>
            </a:r>
            <a:r>
              <a:rPr lang="en-US" altLang="zh-CN" sz="3200" i="1" baseline="-25000">
                <a:latin typeface="Times New Roman" pitchFamily="18" charset="0"/>
                <a:ea typeface="宋体" charset="-122"/>
              </a:rPr>
              <a:t>n</a:t>
            </a:r>
            <a:r>
              <a:rPr lang="en-US" altLang="zh-CN" sz="3200" i="1">
                <a:latin typeface="Times New Roman" pitchFamily="18" charset="0"/>
                <a:ea typeface="宋体" charset="-122"/>
              </a:rPr>
              <a:t> </a:t>
            </a:r>
            <a:r>
              <a:rPr lang="en-US" altLang="zh-CN" sz="3200">
                <a:latin typeface="Times New Roman" pitchFamily="18" charset="0"/>
                <a:ea typeface="宋体" charset="-122"/>
              </a:rPr>
              <a:t>in preorder</a:t>
            </a:r>
          </a:p>
        </p:txBody>
      </p:sp>
      <p:sp>
        <p:nvSpPr>
          <p:cNvPr id="598046" name="Oval 30"/>
          <p:cNvSpPr>
            <a:spLocks noChangeAspect="1" noChangeArrowheads="1"/>
          </p:cNvSpPr>
          <p:nvPr/>
        </p:nvSpPr>
        <p:spPr bwMode="auto">
          <a:xfrm>
            <a:off x="6883400" y="3116263"/>
            <a:ext cx="192088" cy="192087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>
              <a:ea typeface="宋体" charset="-122"/>
            </a:endParaRPr>
          </a:p>
        </p:txBody>
      </p:sp>
      <p:sp>
        <p:nvSpPr>
          <p:cNvPr id="24" name="Slide Number Placeholder 2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94BF74-4D1E-471C-8549-12F0AD34FC1A}" type="slidenum">
              <a:rPr lang="en-US" altLang="zh-CN" smtClean="0"/>
              <a:pPr/>
              <a:t>30</a:t>
            </a:fld>
            <a:endParaRPr lang="en-US" altLang="zh-CN"/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80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980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980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80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5980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5980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80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9" dur="500"/>
                                        <p:tgtEl>
                                          <p:spTgt spid="5980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80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4" dur="500"/>
                                        <p:tgtEl>
                                          <p:spTgt spid="5980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80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9" dur="500"/>
                                        <p:tgtEl>
                                          <p:spTgt spid="5980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98018" grpId="0" animBg="1"/>
      <p:bldP spid="598019" grpId="0" animBg="1" autoUpdateAnimBg="0"/>
      <p:bldP spid="598020" grpId="0" animBg="1"/>
      <p:bldP spid="598038" grpId="0" autoUpdateAnimBg="0"/>
      <p:bldP spid="598046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52400"/>
            <a:ext cx="8229600" cy="914400"/>
          </a:xfrm>
        </p:spPr>
        <p:txBody>
          <a:bodyPr/>
          <a:lstStyle/>
          <a:p>
            <a:pPr eaLnBrk="1" hangingPunct="1"/>
            <a:r>
              <a:rPr lang="en-US" altLang="zh-CN" smtClean="0">
                <a:latin typeface="Times New Roman" pitchFamily="18" charset="0"/>
                <a:ea typeface="宋体" charset="-122"/>
              </a:rPr>
              <a:t>Preorder Traversal</a:t>
            </a:r>
          </a:p>
        </p:txBody>
      </p:sp>
      <p:pic>
        <p:nvPicPr>
          <p:cNvPr id="71683" name="Picture 5" descr="10_3_02"/>
          <p:cNvPicPr>
            <a:picLocks noGrp="1" noChangeAspect="1" noChangeArrowheads="1"/>
          </p:cNvPicPr>
          <p:nvPr>
            <p:ph idx="1"/>
          </p:nvPr>
        </p:nvPicPr>
        <p:blipFill>
          <a:blip r:embed="rId3"/>
          <a:srcRect/>
          <a:stretch>
            <a:fillRect/>
          </a:stretch>
        </p:blipFill>
        <p:spPr>
          <a:xfrm>
            <a:off x="762000" y="1371600"/>
            <a:ext cx="7162800" cy="5237163"/>
          </a:xfrm>
          <a:noFill/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B66DE-703E-461C-82AF-C942A54373C1}" type="slidenum">
              <a:rPr lang="en-US" altLang="zh-CN" smtClean="0"/>
              <a:pPr/>
              <a:t>31</a:t>
            </a:fld>
            <a:endParaRPr lang="en-US" altLang="zh-CN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52400"/>
            <a:ext cx="8229600" cy="838200"/>
          </a:xfrm>
        </p:spPr>
        <p:txBody>
          <a:bodyPr/>
          <a:lstStyle/>
          <a:p>
            <a:pPr eaLnBrk="1" hangingPunct="1"/>
            <a:r>
              <a:rPr lang="en-US" altLang="zh-CN" smtClean="0">
                <a:latin typeface="Times New Roman" pitchFamily="18" charset="0"/>
                <a:ea typeface="宋体" charset="-122"/>
              </a:rPr>
              <a:t>Example</a:t>
            </a:r>
          </a:p>
        </p:txBody>
      </p:sp>
      <p:sp>
        <p:nvSpPr>
          <p:cNvPr id="599043" name="Oval 3"/>
          <p:cNvSpPr>
            <a:spLocks noChangeArrowheads="1"/>
          </p:cNvSpPr>
          <p:nvPr/>
        </p:nvSpPr>
        <p:spPr bwMode="auto">
          <a:xfrm>
            <a:off x="1709738" y="5791200"/>
            <a:ext cx="457200" cy="457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altLang="zh-CN" sz="2400">
                <a:solidFill>
                  <a:srgbClr val="800000"/>
                </a:solidFill>
                <a:latin typeface="Tahoma" pitchFamily="34" charset="0"/>
                <a:ea typeface="宋体" charset="-122"/>
              </a:rPr>
              <a:t>A</a:t>
            </a:r>
          </a:p>
        </p:txBody>
      </p:sp>
      <p:sp>
        <p:nvSpPr>
          <p:cNvPr id="599044" name="Oval 4"/>
          <p:cNvSpPr>
            <a:spLocks noChangeArrowheads="1"/>
          </p:cNvSpPr>
          <p:nvPr/>
        </p:nvSpPr>
        <p:spPr bwMode="auto">
          <a:xfrm>
            <a:off x="4097338" y="5791200"/>
            <a:ext cx="457200" cy="457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altLang="zh-CN" sz="2400">
                <a:solidFill>
                  <a:srgbClr val="800000"/>
                </a:solidFill>
                <a:latin typeface="Tahoma" pitchFamily="34" charset="0"/>
                <a:ea typeface="宋体" charset="-122"/>
              </a:rPr>
              <a:t>R</a:t>
            </a:r>
          </a:p>
        </p:txBody>
      </p:sp>
      <p:sp>
        <p:nvSpPr>
          <p:cNvPr id="599045" name="Oval 5"/>
          <p:cNvSpPr>
            <a:spLocks noChangeArrowheads="1"/>
          </p:cNvSpPr>
          <p:nvPr/>
        </p:nvSpPr>
        <p:spPr bwMode="auto">
          <a:xfrm>
            <a:off x="8077200" y="5791200"/>
            <a:ext cx="457200" cy="457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altLang="zh-CN" sz="2400">
                <a:solidFill>
                  <a:srgbClr val="800000"/>
                </a:solidFill>
                <a:latin typeface="Tahoma" pitchFamily="34" charset="0"/>
                <a:ea typeface="宋体" charset="-122"/>
              </a:rPr>
              <a:t>E</a:t>
            </a:r>
          </a:p>
        </p:txBody>
      </p:sp>
      <p:sp>
        <p:nvSpPr>
          <p:cNvPr id="599046" name="Oval 6"/>
          <p:cNvSpPr>
            <a:spLocks noChangeArrowheads="1"/>
          </p:cNvSpPr>
          <p:nvPr/>
        </p:nvSpPr>
        <p:spPr bwMode="auto">
          <a:xfrm>
            <a:off x="3302000" y="5791200"/>
            <a:ext cx="457200" cy="457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altLang="zh-CN" sz="2400">
                <a:solidFill>
                  <a:srgbClr val="800000"/>
                </a:solidFill>
                <a:latin typeface="Tahoma" pitchFamily="34" charset="0"/>
                <a:ea typeface="宋体" charset="-122"/>
              </a:rPr>
              <a:t>Y</a:t>
            </a:r>
          </a:p>
        </p:txBody>
      </p:sp>
      <p:sp>
        <p:nvSpPr>
          <p:cNvPr id="599047" name="Oval 7"/>
          <p:cNvSpPr>
            <a:spLocks noChangeArrowheads="1"/>
          </p:cNvSpPr>
          <p:nvPr/>
        </p:nvSpPr>
        <p:spPr bwMode="auto">
          <a:xfrm>
            <a:off x="5689600" y="5791200"/>
            <a:ext cx="457200" cy="457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altLang="zh-CN" sz="2400">
                <a:solidFill>
                  <a:srgbClr val="800000"/>
                </a:solidFill>
                <a:latin typeface="Tahoma" pitchFamily="34" charset="0"/>
                <a:ea typeface="宋体" charset="-122"/>
              </a:rPr>
              <a:t>P</a:t>
            </a:r>
          </a:p>
        </p:txBody>
      </p:sp>
      <p:sp>
        <p:nvSpPr>
          <p:cNvPr id="599048" name="Oval 8"/>
          <p:cNvSpPr>
            <a:spLocks noChangeArrowheads="1"/>
          </p:cNvSpPr>
          <p:nvPr/>
        </p:nvSpPr>
        <p:spPr bwMode="auto">
          <a:xfrm>
            <a:off x="914400" y="5791200"/>
            <a:ext cx="457200" cy="457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altLang="zh-CN" sz="2400">
                <a:solidFill>
                  <a:srgbClr val="800000"/>
                </a:solidFill>
                <a:latin typeface="Tahoma" pitchFamily="34" charset="0"/>
                <a:ea typeface="宋体" charset="-122"/>
              </a:rPr>
              <a:t>M</a:t>
            </a:r>
          </a:p>
        </p:txBody>
      </p:sp>
      <p:sp>
        <p:nvSpPr>
          <p:cNvPr id="599049" name="Oval 9"/>
          <p:cNvSpPr>
            <a:spLocks noChangeArrowheads="1"/>
          </p:cNvSpPr>
          <p:nvPr/>
        </p:nvSpPr>
        <p:spPr bwMode="auto">
          <a:xfrm>
            <a:off x="4892675" y="5791200"/>
            <a:ext cx="457200" cy="457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altLang="zh-CN" sz="2400">
                <a:solidFill>
                  <a:srgbClr val="800000"/>
                </a:solidFill>
                <a:latin typeface="Tahoma" pitchFamily="34" charset="0"/>
                <a:ea typeface="宋体" charset="-122"/>
              </a:rPr>
              <a:t>H</a:t>
            </a:r>
          </a:p>
        </p:txBody>
      </p:sp>
      <p:sp>
        <p:nvSpPr>
          <p:cNvPr id="599050" name="Oval 10"/>
          <p:cNvSpPr>
            <a:spLocks noChangeArrowheads="1"/>
          </p:cNvSpPr>
          <p:nvPr/>
        </p:nvSpPr>
        <p:spPr bwMode="auto">
          <a:xfrm>
            <a:off x="2505075" y="5791200"/>
            <a:ext cx="457200" cy="457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altLang="zh-CN" sz="2400">
                <a:solidFill>
                  <a:srgbClr val="800000"/>
                </a:solidFill>
                <a:latin typeface="Tahoma" pitchFamily="34" charset="0"/>
                <a:ea typeface="宋体" charset="-122"/>
              </a:rPr>
              <a:t>J</a:t>
            </a:r>
          </a:p>
        </p:txBody>
      </p:sp>
      <p:sp>
        <p:nvSpPr>
          <p:cNvPr id="599051" name="Oval 11"/>
          <p:cNvSpPr>
            <a:spLocks noChangeArrowheads="1"/>
          </p:cNvSpPr>
          <p:nvPr/>
        </p:nvSpPr>
        <p:spPr bwMode="auto">
          <a:xfrm>
            <a:off x="6484938" y="5791200"/>
            <a:ext cx="457200" cy="457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altLang="zh-CN" sz="2400">
                <a:solidFill>
                  <a:srgbClr val="800000"/>
                </a:solidFill>
                <a:latin typeface="Tahoma" pitchFamily="34" charset="0"/>
                <a:ea typeface="宋体" charset="-122"/>
              </a:rPr>
              <a:t>Q</a:t>
            </a:r>
          </a:p>
        </p:txBody>
      </p:sp>
      <p:sp>
        <p:nvSpPr>
          <p:cNvPr id="599052" name="Oval 12"/>
          <p:cNvSpPr>
            <a:spLocks noChangeArrowheads="1"/>
          </p:cNvSpPr>
          <p:nvPr/>
        </p:nvSpPr>
        <p:spPr bwMode="auto">
          <a:xfrm>
            <a:off x="7280275" y="5791200"/>
            <a:ext cx="457200" cy="457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altLang="zh-CN" sz="2400">
                <a:solidFill>
                  <a:srgbClr val="800000"/>
                </a:solidFill>
                <a:latin typeface="Tahoma" pitchFamily="34" charset="0"/>
                <a:ea typeface="宋体" charset="-122"/>
              </a:rPr>
              <a:t>T</a:t>
            </a:r>
          </a:p>
        </p:txBody>
      </p:sp>
      <p:grpSp>
        <p:nvGrpSpPr>
          <p:cNvPr id="72717" name="Group 13"/>
          <p:cNvGrpSpPr>
            <a:grpSpLocks/>
          </p:cNvGrpSpPr>
          <p:nvPr/>
        </p:nvGrpSpPr>
        <p:grpSpPr bwMode="auto">
          <a:xfrm>
            <a:off x="2932113" y="1908175"/>
            <a:ext cx="3352800" cy="3124200"/>
            <a:chOff x="1824" y="1056"/>
            <a:chExt cx="2112" cy="1968"/>
          </a:xfrm>
        </p:grpSpPr>
        <p:sp>
          <p:nvSpPr>
            <p:cNvPr id="72719" name="Oval 14"/>
            <p:cNvSpPr>
              <a:spLocks noChangeArrowheads="1"/>
            </p:cNvSpPr>
            <p:nvPr/>
          </p:nvSpPr>
          <p:spPr bwMode="auto">
            <a:xfrm>
              <a:off x="1824" y="1632"/>
              <a:ext cx="288" cy="28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zh-CN" sz="2400">
                  <a:solidFill>
                    <a:srgbClr val="800000"/>
                  </a:solidFill>
                  <a:latin typeface="Tahoma" pitchFamily="34" charset="0"/>
                  <a:ea typeface="宋体" charset="-122"/>
                </a:rPr>
                <a:t>A</a:t>
              </a:r>
            </a:p>
          </p:txBody>
        </p:sp>
        <p:sp>
          <p:nvSpPr>
            <p:cNvPr id="72720" name="Oval 15"/>
            <p:cNvSpPr>
              <a:spLocks noChangeArrowheads="1"/>
            </p:cNvSpPr>
            <p:nvPr/>
          </p:nvSpPr>
          <p:spPr bwMode="auto">
            <a:xfrm>
              <a:off x="2448" y="2160"/>
              <a:ext cx="288" cy="28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zh-CN" sz="2400">
                  <a:solidFill>
                    <a:srgbClr val="800000"/>
                  </a:solidFill>
                  <a:latin typeface="Tahoma" pitchFamily="34" charset="0"/>
                  <a:ea typeface="宋体" charset="-122"/>
                </a:rPr>
                <a:t>R</a:t>
              </a:r>
            </a:p>
          </p:txBody>
        </p:sp>
        <p:sp>
          <p:nvSpPr>
            <p:cNvPr id="72721" name="Oval 16"/>
            <p:cNvSpPr>
              <a:spLocks noChangeArrowheads="1"/>
            </p:cNvSpPr>
            <p:nvPr/>
          </p:nvSpPr>
          <p:spPr bwMode="auto">
            <a:xfrm>
              <a:off x="3648" y="1632"/>
              <a:ext cx="288" cy="28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zh-CN" sz="2400">
                  <a:solidFill>
                    <a:srgbClr val="800000"/>
                  </a:solidFill>
                  <a:latin typeface="Tahoma" pitchFamily="34" charset="0"/>
                  <a:ea typeface="宋体" charset="-122"/>
                </a:rPr>
                <a:t>E</a:t>
              </a:r>
            </a:p>
          </p:txBody>
        </p:sp>
        <p:sp>
          <p:nvSpPr>
            <p:cNvPr id="72722" name="Oval 17"/>
            <p:cNvSpPr>
              <a:spLocks noChangeArrowheads="1"/>
            </p:cNvSpPr>
            <p:nvPr/>
          </p:nvSpPr>
          <p:spPr bwMode="auto">
            <a:xfrm>
              <a:off x="2688" y="1632"/>
              <a:ext cx="288" cy="28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zh-CN" sz="2400">
                  <a:solidFill>
                    <a:srgbClr val="800000"/>
                  </a:solidFill>
                  <a:latin typeface="Tahoma" pitchFamily="34" charset="0"/>
                  <a:ea typeface="宋体" charset="-122"/>
                </a:rPr>
                <a:t>Y</a:t>
              </a:r>
            </a:p>
          </p:txBody>
        </p:sp>
        <p:sp>
          <p:nvSpPr>
            <p:cNvPr id="72723" name="Oval 18"/>
            <p:cNvSpPr>
              <a:spLocks noChangeArrowheads="1"/>
            </p:cNvSpPr>
            <p:nvPr/>
          </p:nvSpPr>
          <p:spPr bwMode="auto">
            <a:xfrm>
              <a:off x="2592" y="2736"/>
              <a:ext cx="288" cy="28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zh-CN" sz="2400">
                  <a:solidFill>
                    <a:srgbClr val="800000"/>
                  </a:solidFill>
                  <a:latin typeface="Tahoma" pitchFamily="34" charset="0"/>
                  <a:ea typeface="宋体" charset="-122"/>
                </a:rPr>
                <a:t>P</a:t>
              </a:r>
            </a:p>
          </p:txBody>
        </p:sp>
        <p:sp>
          <p:nvSpPr>
            <p:cNvPr id="72724" name="Oval 19"/>
            <p:cNvSpPr>
              <a:spLocks noChangeArrowheads="1"/>
            </p:cNvSpPr>
            <p:nvPr/>
          </p:nvSpPr>
          <p:spPr bwMode="auto">
            <a:xfrm>
              <a:off x="2688" y="1056"/>
              <a:ext cx="288" cy="28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zh-CN" sz="2400">
                  <a:solidFill>
                    <a:srgbClr val="800000"/>
                  </a:solidFill>
                  <a:latin typeface="Tahoma" pitchFamily="34" charset="0"/>
                  <a:ea typeface="宋体" charset="-122"/>
                </a:rPr>
                <a:t>M</a:t>
              </a:r>
            </a:p>
          </p:txBody>
        </p:sp>
        <p:sp>
          <p:nvSpPr>
            <p:cNvPr id="72725" name="Oval 20"/>
            <p:cNvSpPr>
              <a:spLocks noChangeArrowheads="1"/>
            </p:cNvSpPr>
            <p:nvPr/>
          </p:nvSpPr>
          <p:spPr bwMode="auto">
            <a:xfrm>
              <a:off x="2928" y="2160"/>
              <a:ext cx="288" cy="28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zh-CN" sz="2400">
                  <a:solidFill>
                    <a:srgbClr val="800000"/>
                  </a:solidFill>
                  <a:latin typeface="Tahoma" pitchFamily="34" charset="0"/>
                  <a:ea typeface="宋体" charset="-122"/>
                </a:rPr>
                <a:t>H</a:t>
              </a:r>
            </a:p>
          </p:txBody>
        </p:sp>
        <p:sp>
          <p:nvSpPr>
            <p:cNvPr id="72726" name="Oval 21"/>
            <p:cNvSpPr>
              <a:spLocks noChangeArrowheads="1"/>
            </p:cNvSpPr>
            <p:nvPr/>
          </p:nvSpPr>
          <p:spPr bwMode="auto">
            <a:xfrm>
              <a:off x="1824" y="2160"/>
              <a:ext cx="288" cy="28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zh-CN" sz="2400">
                  <a:solidFill>
                    <a:srgbClr val="800000"/>
                  </a:solidFill>
                  <a:latin typeface="Tahoma" pitchFamily="34" charset="0"/>
                  <a:ea typeface="宋体" charset="-122"/>
                </a:rPr>
                <a:t>J</a:t>
              </a:r>
            </a:p>
          </p:txBody>
        </p:sp>
        <p:sp>
          <p:nvSpPr>
            <p:cNvPr id="72727" name="Oval 22"/>
            <p:cNvSpPr>
              <a:spLocks noChangeArrowheads="1"/>
            </p:cNvSpPr>
            <p:nvPr/>
          </p:nvSpPr>
          <p:spPr bwMode="auto">
            <a:xfrm>
              <a:off x="2928" y="2736"/>
              <a:ext cx="288" cy="28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zh-CN" sz="2400">
                  <a:solidFill>
                    <a:srgbClr val="800000"/>
                  </a:solidFill>
                  <a:latin typeface="Tahoma" pitchFamily="34" charset="0"/>
                  <a:ea typeface="宋体" charset="-122"/>
                </a:rPr>
                <a:t>Q</a:t>
              </a:r>
            </a:p>
          </p:txBody>
        </p:sp>
        <p:sp>
          <p:nvSpPr>
            <p:cNvPr id="72728" name="Oval 23"/>
            <p:cNvSpPr>
              <a:spLocks noChangeArrowheads="1"/>
            </p:cNvSpPr>
            <p:nvPr/>
          </p:nvSpPr>
          <p:spPr bwMode="auto">
            <a:xfrm>
              <a:off x="3312" y="2736"/>
              <a:ext cx="288" cy="28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zh-CN" sz="2400">
                  <a:solidFill>
                    <a:srgbClr val="800000"/>
                  </a:solidFill>
                  <a:latin typeface="Tahoma" pitchFamily="34" charset="0"/>
                  <a:ea typeface="宋体" charset="-122"/>
                </a:rPr>
                <a:t>T</a:t>
              </a:r>
            </a:p>
          </p:txBody>
        </p:sp>
        <p:cxnSp>
          <p:nvCxnSpPr>
            <p:cNvPr id="72729" name="AutoShape 24"/>
            <p:cNvCxnSpPr>
              <a:cxnSpLocks noChangeShapeType="1"/>
              <a:stCxn id="72724" idx="4"/>
              <a:endCxn id="72719" idx="7"/>
            </p:cNvCxnSpPr>
            <p:nvPr/>
          </p:nvCxnSpPr>
          <p:spPr bwMode="auto">
            <a:xfrm flipH="1">
              <a:off x="2070" y="1344"/>
              <a:ext cx="762" cy="33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</p:cxnSp>
        <p:cxnSp>
          <p:nvCxnSpPr>
            <p:cNvPr id="72730" name="AutoShape 25"/>
            <p:cNvCxnSpPr>
              <a:cxnSpLocks noChangeShapeType="1"/>
              <a:stCxn id="72724" idx="4"/>
              <a:endCxn id="72722" idx="0"/>
            </p:cNvCxnSpPr>
            <p:nvPr/>
          </p:nvCxnSpPr>
          <p:spPr bwMode="auto">
            <a:xfrm>
              <a:off x="2832" y="1344"/>
              <a:ext cx="0" cy="288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</p:cxnSp>
        <p:cxnSp>
          <p:nvCxnSpPr>
            <p:cNvPr id="72731" name="AutoShape 26"/>
            <p:cNvCxnSpPr>
              <a:cxnSpLocks noChangeShapeType="1"/>
              <a:stCxn id="72724" idx="4"/>
              <a:endCxn id="72721" idx="1"/>
            </p:cNvCxnSpPr>
            <p:nvPr/>
          </p:nvCxnSpPr>
          <p:spPr bwMode="auto">
            <a:xfrm>
              <a:off x="2832" y="1344"/>
              <a:ext cx="858" cy="33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</p:cxnSp>
        <p:cxnSp>
          <p:nvCxnSpPr>
            <p:cNvPr id="72732" name="AutoShape 27"/>
            <p:cNvCxnSpPr>
              <a:cxnSpLocks noChangeShapeType="1"/>
              <a:stCxn id="72722" idx="4"/>
              <a:endCxn id="72720" idx="0"/>
            </p:cNvCxnSpPr>
            <p:nvPr/>
          </p:nvCxnSpPr>
          <p:spPr bwMode="auto">
            <a:xfrm flipH="1">
              <a:off x="2592" y="1920"/>
              <a:ext cx="240" cy="24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</p:cxnSp>
        <p:cxnSp>
          <p:nvCxnSpPr>
            <p:cNvPr id="72733" name="AutoShape 28"/>
            <p:cNvCxnSpPr>
              <a:cxnSpLocks noChangeShapeType="1"/>
              <a:stCxn id="72722" idx="4"/>
              <a:endCxn id="72725" idx="0"/>
            </p:cNvCxnSpPr>
            <p:nvPr/>
          </p:nvCxnSpPr>
          <p:spPr bwMode="auto">
            <a:xfrm>
              <a:off x="2832" y="1920"/>
              <a:ext cx="240" cy="24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</p:cxnSp>
        <p:cxnSp>
          <p:nvCxnSpPr>
            <p:cNvPr id="72734" name="AutoShape 29"/>
            <p:cNvCxnSpPr>
              <a:cxnSpLocks noChangeShapeType="1"/>
              <a:stCxn id="72719" idx="4"/>
              <a:endCxn id="72726" idx="0"/>
            </p:cNvCxnSpPr>
            <p:nvPr/>
          </p:nvCxnSpPr>
          <p:spPr bwMode="auto">
            <a:xfrm>
              <a:off x="1968" y="1920"/>
              <a:ext cx="0" cy="24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</p:cxnSp>
        <p:cxnSp>
          <p:nvCxnSpPr>
            <p:cNvPr id="72735" name="AutoShape 30"/>
            <p:cNvCxnSpPr>
              <a:cxnSpLocks noChangeShapeType="1"/>
              <a:stCxn id="72725" idx="4"/>
              <a:endCxn id="72723" idx="0"/>
            </p:cNvCxnSpPr>
            <p:nvPr/>
          </p:nvCxnSpPr>
          <p:spPr bwMode="auto">
            <a:xfrm flipH="1">
              <a:off x="2736" y="2448"/>
              <a:ext cx="336" cy="288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</p:cxnSp>
        <p:cxnSp>
          <p:nvCxnSpPr>
            <p:cNvPr id="72736" name="AutoShape 31"/>
            <p:cNvCxnSpPr>
              <a:cxnSpLocks noChangeShapeType="1"/>
              <a:stCxn id="72725" idx="4"/>
              <a:endCxn id="72727" idx="0"/>
            </p:cNvCxnSpPr>
            <p:nvPr/>
          </p:nvCxnSpPr>
          <p:spPr bwMode="auto">
            <a:xfrm>
              <a:off x="3072" y="2448"/>
              <a:ext cx="0" cy="288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</p:cxnSp>
        <p:cxnSp>
          <p:nvCxnSpPr>
            <p:cNvPr id="72737" name="AutoShape 32"/>
            <p:cNvCxnSpPr>
              <a:cxnSpLocks noChangeShapeType="1"/>
              <a:stCxn id="72725" idx="4"/>
              <a:endCxn id="72728" idx="0"/>
            </p:cNvCxnSpPr>
            <p:nvPr/>
          </p:nvCxnSpPr>
          <p:spPr bwMode="auto">
            <a:xfrm>
              <a:off x="3072" y="2448"/>
              <a:ext cx="384" cy="288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</p:cxnSp>
      </p:grpSp>
      <p:sp>
        <p:nvSpPr>
          <p:cNvPr id="72718" name="Text Box 33"/>
          <p:cNvSpPr txBox="1">
            <a:spLocks noChangeArrowheads="1"/>
          </p:cNvSpPr>
          <p:nvPr/>
        </p:nvSpPr>
        <p:spPr bwMode="auto">
          <a:xfrm>
            <a:off x="381000" y="1219200"/>
            <a:ext cx="2819400" cy="4384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lang="en-US" altLang="zh-CN" sz="2400">
              <a:latin typeface="Times New Roman" pitchFamily="18" charset="0"/>
              <a:ea typeface="宋体" charset="-122"/>
            </a:endParaRPr>
          </a:p>
          <a:p>
            <a:pPr>
              <a:spcBef>
                <a:spcPct val="50000"/>
              </a:spcBef>
            </a:pPr>
            <a:r>
              <a:rPr lang="en-US" altLang="zh-CN" sz="2400">
                <a:latin typeface="Times New Roman" pitchFamily="18" charset="0"/>
                <a:ea typeface="宋体" charset="-122"/>
              </a:rPr>
              <a:t>		Tree:</a:t>
            </a:r>
          </a:p>
          <a:p>
            <a:pPr>
              <a:spcBef>
                <a:spcPct val="50000"/>
              </a:spcBef>
            </a:pPr>
            <a:endParaRPr lang="en-US" altLang="zh-CN" sz="2400">
              <a:latin typeface="Times New Roman" pitchFamily="18" charset="0"/>
              <a:ea typeface="宋体" charset="-122"/>
            </a:endParaRPr>
          </a:p>
          <a:p>
            <a:pPr>
              <a:spcBef>
                <a:spcPct val="50000"/>
              </a:spcBef>
            </a:pPr>
            <a:endParaRPr lang="en-US" altLang="zh-CN" sz="2400">
              <a:latin typeface="Times New Roman" pitchFamily="18" charset="0"/>
              <a:ea typeface="宋体" charset="-122"/>
            </a:endParaRPr>
          </a:p>
          <a:p>
            <a:pPr>
              <a:spcBef>
                <a:spcPct val="50000"/>
              </a:spcBef>
            </a:pPr>
            <a:endParaRPr lang="en-US" altLang="zh-CN" sz="2400">
              <a:latin typeface="Times New Roman" pitchFamily="18" charset="0"/>
              <a:ea typeface="宋体" charset="-122"/>
            </a:endParaRPr>
          </a:p>
          <a:p>
            <a:pPr>
              <a:spcBef>
                <a:spcPct val="50000"/>
              </a:spcBef>
            </a:pPr>
            <a:endParaRPr lang="en-US" altLang="zh-CN" sz="2400">
              <a:latin typeface="Times New Roman" pitchFamily="18" charset="0"/>
              <a:ea typeface="宋体" charset="-122"/>
            </a:endParaRPr>
          </a:p>
          <a:p>
            <a:pPr>
              <a:spcBef>
                <a:spcPct val="50000"/>
              </a:spcBef>
            </a:pPr>
            <a:endParaRPr lang="en-US" altLang="zh-CN" sz="2800">
              <a:latin typeface="Times New Roman" pitchFamily="18" charset="0"/>
              <a:ea typeface="宋体" charset="-122"/>
            </a:endParaRPr>
          </a:p>
          <a:p>
            <a:pPr>
              <a:spcBef>
                <a:spcPct val="50000"/>
              </a:spcBef>
            </a:pPr>
            <a:r>
              <a:rPr lang="en-US" altLang="zh-CN" sz="2400">
                <a:latin typeface="Times New Roman" pitchFamily="18" charset="0"/>
                <a:ea typeface="宋体" charset="-122"/>
              </a:rPr>
              <a:t>Visiting sequence:</a:t>
            </a:r>
          </a:p>
        </p:txBody>
      </p:sp>
      <p:sp>
        <p:nvSpPr>
          <p:cNvPr id="34" name="Slide Number Placeholder 3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B66DE-703E-461C-82AF-C942A54373C1}" type="slidenum">
              <a:rPr lang="en-US" altLang="zh-CN" smtClean="0"/>
              <a:pPr/>
              <a:t>32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90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5990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90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" dur="500"/>
                                        <p:tgtEl>
                                          <p:spTgt spid="5990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9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7" dur="500"/>
                                        <p:tgtEl>
                                          <p:spTgt spid="5990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90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2" dur="500"/>
                                        <p:tgtEl>
                                          <p:spTgt spid="5990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90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7" dur="500"/>
                                        <p:tgtEl>
                                          <p:spTgt spid="5990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90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2" dur="500"/>
                                        <p:tgtEl>
                                          <p:spTgt spid="5990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90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7" dur="500"/>
                                        <p:tgtEl>
                                          <p:spTgt spid="5990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9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42" dur="500"/>
                                        <p:tgtEl>
                                          <p:spTgt spid="5990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9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47" dur="500"/>
                                        <p:tgtEl>
                                          <p:spTgt spid="5990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90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52" dur="500"/>
                                        <p:tgtEl>
                                          <p:spTgt spid="5990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99043" grpId="0" animBg="1" autoUpdateAnimBg="0"/>
      <p:bldP spid="599044" grpId="0" animBg="1" autoUpdateAnimBg="0"/>
      <p:bldP spid="599045" grpId="0" animBg="1" autoUpdateAnimBg="0"/>
      <p:bldP spid="599046" grpId="0" animBg="1" autoUpdateAnimBg="0"/>
      <p:bldP spid="599047" grpId="0" animBg="1" autoUpdateAnimBg="0"/>
      <p:bldP spid="599048" grpId="0" animBg="1" autoUpdateAnimBg="0"/>
      <p:bldP spid="599049" grpId="0" animBg="1" autoUpdateAnimBg="0"/>
      <p:bldP spid="599050" grpId="0" animBg="1" autoUpdateAnimBg="0"/>
      <p:bldP spid="599051" grpId="0" animBg="1" autoUpdateAnimBg="0"/>
      <p:bldP spid="599052" grpId="0" animBg="1" autoUpdateAnimBg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52400"/>
            <a:ext cx="8229600" cy="838200"/>
          </a:xfrm>
        </p:spPr>
        <p:txBody>
          <a:bodyPr/>
          <a:lstStyle/>
          <a:p>
            <a:pPr eaLnBrk="1" hangingPunct="1"/>
            <a:r>
              <a:rPr lang="en-US" altLang="zh-CN" smtClean="0">
                <a:latin typeface="Times New Roman" pitchFamily="18" charset="0"/>
                <a:ea typeface="宋体" charset="-122"/>
              </a:rPr>
              <a:t>The Preorder Traversal of </a:t>
            </a:r>
            <a:r>
              <a:rPr lang="en-US" altLang="zh-CN" i="1" smtClean="0">
                <a:latin typeface="Times New Roman" pitchFamily="18" charset="0"/>
                <a:ea typeface="宋体" charset="-122"/>
              </a:rPr>
              <a:t>T</a:t>
            </a:r>
          </a:p>
        </p:txBody>
      </p:sp>
      <p:pic>
        <p:nvPicPr>
          <p:cNvPr id="73731" name="Picture 5" descr="10_3_03"/>
          <p:cNvPicPr>
            <a:picLocks noGrp="1" noChangeAspect="1" noChangeArrowheads="1"/>
          </p:cNvPicPr>
          <p:nvPr>
            <p:ph idx="1"/>
          </p:nvPr>
        </p:nvPicPr>
        <p:blipFill>
          <a:blip r:embed="rId3"/>
          <a:srcRect/>
          <a:stretch>
            <a:fillRect/>
          </a:stretch>
        </p:blipFill>
        <p:spPr>
          <a:xfrm>
            <a:off x="609600" y="1143000"/>
            <a:ext cx="5062538" cy="5562600"/>
          </a:xfrm>
          <a:noFill/>
        </p:spPr>
      </p:pic>
      <p:sp>
        <p:nvSpPr>
          <p:cNvPr id="73732" name="Text Box 7"/>
          <p:cNvSpPr txBox="1">
            <a:spLocks noChangeArrowheads="1"/>
          </p:cNvSpPr>
          <p:nvPr/>
        </p:nvSpPr>
        <p:spPr bwMode="auto">
          <a:xfrm>
            <a:off x="6248400" y="1219200"/>
            <a:ext cx="2590800" cy="48320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800" dirty="0">
                <a:latin typeface="Times New Roman" pitchFamily="18" charset="0"/>
                <a:ea typeface="宋体" charset="-122"/>
              </a:rPr>
              <a:t>In which order does a preorder traversal visit the vertices in the ordered rooted tree </a:t>
            </a:r>
            <a:r>
              <a:rPr lang="en-US" altLang="zh-CN" sz="2800" i="1" dirty="0">
                <a:latin typeface="Times New Roman" pitchFamily="18" charset="0"/>
                <a:ea typeface="宋体" charset="-122"/>
              </a:rPr>
              <a:t>T</a:t>
            </a:r>
            <a:r>
              <a:rPr lang="en-US" altLang="zh-CN" sz="2800" dirty="0">
                <a:latin typeface="Times New Roman" pitchFamily="18" charset="0"/>
                <a:ea typeface="宋体" charset="-122"/>
              </a:rPr>
              <a:t> shown to the left?</a:t>
            </a:r>
          </a:p>
          <a:p>
            <a:r>
              <a:rPr lang="en-US" altLang="zh-CN" sz="2800" b="1" dirty="0">
                <a:solidFill>
                  <a:srgbClr val="002060"/>
                </a:solidFill>
                <a:latin typeface="Times New Roman" pitchFamily="18" charset="0"/>
                <a:ea typeface="宋体" charset="-122"/>
              </a:rPr>
              <a:t>Preorder:</a:t>
            </a:r>
          </a:p>
          <a:p>
            <a:r>
              <a:rPr lang="en-US" altLang="zh-CN" sz="2800" dirty="0">
                <a:solidFill>
                  <a:srgbClr val="002060"/>
                </a:solidFill>
                <a:latin typeface="Times New Roman" pitchFamily="18" charset="0"/>
                <a:ea typeface="宋体" charset="-122"/>
              </a:rPr>
              <a:t>Visit root, then visit subtrees left to right.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B66DE-703E-461C-82AF-C942A54373C1}" type="slidenum">
              <a:rPr lang="en-US" altLang="zh-CN" smtClean="0"/>
              <a:pPr/>
              <a:t>33</a:t>
            </a:fld>
            <a:endParaRPr lang="en-US" altLang="zh-CN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52400"/>
            <a:ext cx="8229600" cy="762000"/>
          </a:xfrm>
        </p:spPr>
        <p:txBody>
          <a:bodyPr/>
          <a:lstStyle/>
          <a:p>
            <a:pPr eaLnBrk="1" hangingPunct="1"/>
            <a:r>
              <a:rPr lang="en-US" altLang="zh-CN" smtClean="0">
                <a:latin typeface="Times New Roman" pitchFamily="18" charset="0"/>
                <a:ea typeface="宋体" charset="-122"/>
              </a:rPr>
              <a:t>The Preorder Traversal of </a:t>
            </a:r>
            <a:r>
              <a:rPr lang="en-US" altLang="zh-CN" i="1" smtClean="0">
                <a:latin typeface="Times New Roman" pitchFamily="18" charset="0"/>
                <a:ea typeface="宋体" charset="-122"/>
              </a:rPr>
              <a:t>T</a:t>
            </a:r>
          </a:p>
        </p:txBody>
      </p:sp>
      <p:sp>
        <p:nvSpPr>
          <p:cNvPr id="74755" name="Text Box 4"/>
          <p:cNvSpPr txBox="1">
            <a:spLocks noChangeArrowheads="1"/>
          </p:cNvSpPr>
          <p:nvPr/>
        </p:nvSpPr>
        <p:spPr bwMode="auto">
          <a:xfrm>
            <a:off x="228600" y="1143000"/>
            <a:ext cx="1752600" cy="14652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>
                <a:ea typeface="宋体" charset="-122"/>
              </a:rPr>
              <a:t>© The McGraw-Hill Companies, Inc. all rights reserved</a:t>
            </a:r>
          </a:p>
        </p:txBody>
      </p:sp>
      <p:pic>
        <p:nvPicPr>
          <p:cNvPr id="74756" name="Picture 6"/>
          <p:cNvPicPr>
            <a:picLocks noGrp="1" noChangeAspect="1" noChangeArrowheads="1"/>
          </p:cNvPicPr>
          <p:nvPr>
            <p:ph idx="1"/>
          </p:nvPr>
        </p:nvPicPr>
        <p:blipFill>
          <a:blip r:embed="rId3"/>
          <a:srcRect/>
          <a:stretch>
            <a:fillRect/>
          </a:stretch>
        </p:blipFill>
        <p:spPr>
          <a:xfrm>
            <a:off x="1524000" y="1101725"/>
            <a:ext cx="7315200" cy="5616575"/>
          </a:xfrm>
          <a:noFill/>
        </p:spPr>
      </p:pic>
      <p:sp>
        <p:nvSpPr>
          <p:cNvPr id="74757" name="Text Box 8"/>
          <p:cNvSpPr txBox="1">
            <a:spLocks noChangeArrowheads="1"/>
          </p:cNvSpPr>
          <p:nvPr/>
        </p:nvSpPr>
        <p:spPr bwMode="auto">
          <a:xfrm>
            <a:off x="152400" y="3124200"/>
            <a:ext cx="2514600" cy="2024063"/>
          </a:xfrm>
          <a:prstGeom prst="rect">
            <a:avLst/>
          </a:prstGeom>
          <a:noFill/>
          <a:ln w="9525">
            <a:solidFill>
              <a:schemeClr val="accent2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800" b="1" dirty="0">
                <a:solidFill>
                  <a:srgbClr val="002060"/>
                </a:solidFill>
                <a:latin typeface="Times New Roman" pitchFamily="18" charset="0"/>
                <a:ea typeface="宋体" charset="-122"/>
              </a:rPr>
              <a:t>Preorder:</a:t>
            </a:r>
          </a:p>
          <a:p>
            <a:pPr>
              <a:spcBef>
                <a:spcPct val="50000"/>
              </a:spcBef>
            </a:pPr>
            <a:r>
              <a:rPr lang="en-US" altLang="zh-CN" sz="2800" dirty="0">
                <a:solidFill>
                  <a:srgbClr val="002060"/>
                </a:solidFill>
                <a:latin typeface="Times New Roman" pitchFamily="18" charset="0"/>
                <a:ea typeface="宋体" charset="-122"/>
              </a:rPr>
              <a:t>Visit root, then visit subtrees left to right.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B66DE-703E-461C-82AF-C942A54373C1}" type="slidenum">
              <a:rPr lang="en-US" altLang="zh-CN" smtClean="0"/>
              <a:pPr/>
              <a:t>34</a:t>
            </a:fld>
            <a:endParaRPr lang="en-US" altLang="zh-CN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52400"/>
            <a:ext cx="8229600" cy="762000"/>
          </a:xfrm>
        </p:spPr>
        <p:txBody>
          <a:bodyPr/>
          <a:lstStyle/>
          <a:p>
            <a:pPr eaLnBrk="1" hangingPunct="1"/>
            <a:r>
              <a:rPr lang="en-US" altLang="zh-CN" smtClean="0">
                <a:latin typeface="Times New Roman" pitchFamily="18" charset="0"/>
                <a:ea typeface="宋体" charset="-122"/>
              </a:rPr>
              <a:t>The Preorder Traversal of </a:t>
            </a:r>
            <a:r>
              <a:rPr lang="en-US" altLang="zh-CN" i="1" smtClean="0">
                <a:latin typeface="Times New Roman" pitchFamily="18" charset="0"/>
                <a:ea typeface="宋体" charset="-122"/>
              </a:rPr>
              <a:t>T</a:t>
            </a:r>
          </a:p>
        </p:txBody>
      </p:sp>
      <p:sp>
        <p:nvSpPr>
          <p:cNvPr id="75779" name="Text Box 3"/>
          <p:cNvSpPr txBox="1">
            <a:spLocks noChangeArrowheads="1"/>
          </p:cNvSpPr>
          <p:nvPr/>
        </p:nvSpPr>
        <p:spPr bwMode="auto">
          <a:xfrm>
            <a:off x="228600" y="1143000"/>
            <a:ext cx="80010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>
                <a:ea typeface="宋体" charset="-122"/>
              </a:rPr>
              <a:t>© The McGraw-Hill Companies, Inc. all rights reserved</a:t>
            </a:r>
          </a:p>
        </p:txBody>
      </p:sp>
      <p:pic>
        <p:nvPicPr>
          <p:cNvPr id="75780" name="Picture 6"/>
          <p:cNvPicPr>
            <a:picLocks noGrp="1" noChangeAspect="1" noChangeArrowheads="1"/>
          </p:cNvPicPr>
          <p:nvPr>
            <p:ph idx="1"/>
          </p:nvPr>
        </p:nvPicPr>
        <p:blipFill>
          <a:blip r:embed="rId3"/>
          <a:srcRect/>
          <a:stretch>
            <a:fillRect/>
          </a:stretch>
        </p:blipFill>
        <p:spPr>
          <a:xfrm>
            <a:off x="228600" y="1600200"/>
            <a:ext cx="8610600" cy="4446588"/>
          </a:xfrm>
          <a:noFill/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B66DE-703E-461C-82AF-C942A54373C1}" type="slidenum">
              <a:rPr lang="en-US" altLang="zh-CN" smtClean="0"/>
              <a:pPr/>
              <a:t>35</a:t>
            </a:fld>
            <a:endParaRPr lang="en-US" altLang="zh-CN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52400"/>
            <a:ext cx="8229600" cy="762000"/>
          </a:xfrm>
        </p:spPr>
        <p:txBody>
          <a:bodyPr/>
          <a:lstStyle/>
          <a:p>
            <a:pPr eaLnBrk="1" hangingPunct="1"/>
            <a:r>
              <a:rPr lang="en-US" altLang="zh-CN" smtClean="0">
                <a:latin typeface="Times New Roman" pitchFamily="18" charset="0"/>
                <a:ea typeface="宋体" charset="-122"/>
              </a:rPr>
              <a:t>The Preorder Traversal of </a:t>
            </a:r>
            <a:r>
              <a:rPr lang="en-US" altLang="zh-CN" i="1" smtClean="0">
                <a:latin typeface="Times New Roman" pitchFamily="18" charset="0"/>
                <a:ea typeface="宋体" charset="-122"/>
              </a:rPr>
              <a:t>T</a:t>
            </a:r>
          </a:p>
        </p:txBody>
      </p:sp>
      <p:sp>
        <p:nvSpPr>
          <p:cNvPr id="76803" name="Text Box 3"/>
          <p:cNvSpPr txBox="1">
            <a:spLocks noChangeArrowheads="1"/>
          </p:cNvSpPr>
          <p:nvPr/>
        </p:nvSpPr>
        <p:spPr bwMode="auto">
          <a:xfrm>
            <a:off x="228600" y="1143000"/>
            <a:ext cx="80010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>
                <a:ea typeface="宋体" charset="-122"/>
              </a:rPr>
              <a:t>© The McGraw-Hill Companies, Inc. all rights reserved</a:t>
            </a:r>
          </a:p>
        </p:txBody>
      </p:sp>
      <p:pic>
        <p:nvPicPr>
          <p:cNvPr id="76804" name="Picture 6"/>
          <p:cNvPicPr>
            <a:picLocks noGrp="1" noChangeAspect="1" noChangeArrowheads="1"/>
          </p:cNvPicPr>
          <p:nvPr>
            <p:ph idx="1"/>
          </p:nvPr>
        </p:nvPicPr>
        <p:blipFill>
          <a:blip r:embed="rId3"/>
          <a:srcRect/>
          <a:stretch>
            <a:fillRect/>
          </a:stretch>
        </p:blipFill>
        <p:spPr>
          <a:xfrm>
            <a:off x="0" y="1828800"/>
            <a:ext cx="9144000" cy="2917825"/>
          </a:xfrm>
          <a:noFill/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B66DE-703E-461C-82AF-C942A54373C1}" type="slidenum">
              <a:rPr lang="en-US" altLang="zh-CN" smtClean="0"/>
              <a:pPr/>
              <a:t>36</a:t>
            </a:fld>
            <a:endParaRPr lang="en-US" altLang="zh-CN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52400"/>
            <a:ext cx="8229600" cy="762000"/>
          </a:xfrm>
        </p:spPr>
        <p:txBody>
          <a:bodyPr/>
          <a:lstStyle/>
          <a:p>
            <a:pPr eaLnBrk="1" hangingPunct="1"/>
            <a:r>
              <a:rPr lang="en-US" altLang="zh-CN" smtClean="0">
                <a:latin typeface="Times New Roman" pitchFamily="18" charset="0"/>
                <a:ea typeface="宋体" charset="-122"/>
              </a:rPr>
              <a:t>The Preorder Traversal of </a:t>
            </a:r>
            <a:r>
              <a:rPr lang="en-US" altLang="zh-CN" i="1" smtClean="0">
                <a:latin typeface="Times New Roman" pitchFamily="18" charset="0"/>
                <a:ea typeface="宋体" charset="-122"/>
              </a:rPr>
              <a:t>T</a:t>
            </a:r>
          </a:p>
        </p:txBody>
      </p:sp>
      <p:sp>
        <p:nvSpPr>
          <p:cNvPr id="77827" name="Text Box 3"/>
          <p:cNvSpPr txBox="1">
            <a:spLocks noChangeArrowheads="1"/>
          </p:cNvSpPr>
          <p:nvPr/>
        </p:nvSpPr>
        <p:spPr bwMode="auto">
          <a:xfrm>
            <a:off x="228600" y="1143000"/>
            <a:ext cx="80010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>
                <a:ea typeface="宋体" charset="-122"/>
              </a:rPr>
              <a:t>© The McGraw-Hill Companies, Inc. all rights reserved</a:t>
            </a:r>
          </a:p>
        </p:txBody>
      </p:sp>
      <p:pic>
        <p:nvPicPr>
          <p:cNvPr id="77828" name="Picture 6"/>
          <p:cNvPicPr>
            <a:picLocks noGrp="1" noChangeAspect="1" noChangeArrowheads="1"/>
          </p:cNvPicPr>
          <p:nvPr>
            <p:ph idx="1"/>
          </p:nvPr>
        </p:nvPicPr>
        <p:blipFill>
          <a:blip r:embed="rId3"/>
          <a:srcRect/>
          <a:stretch>
            <a:fillRect/>
          </a:stretch>
        </p:blipFill>
        <p:spPr>
          <a:xfrm>
            <a:off x="0" y="1905000"/>
            <a:ext cx="9144000" cy="1314450"/>
          </a:xfrm>
          <a:noFill/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B66DE-703E-461C-82AF-C942A54373C1}" type="slidenum">
              <a:rPr lang="en-US" altLang="zh-CN" smtClean="0"/>
              <a:pPr/>
              <a:t>37</a:t>
            </a:fld>
            <a:endParaRPr lang="en-US" altLang="zh-CN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52400"/>
            <a:ext cx="8229600" cy="838200"/>
          </a:xfrm>
        </p:spPr>
        <p:txBody>
          <a:bodyPr/>
          <a:lstStyle/>
          <a:p>
            <a:pPr eaLnBrk="1" hangingPunct="1"/>
            <a:r>
              <a:rPr lang="en-US" altLang="zh-CN" smtClean="0">
                <a:latin typeface="Times New Roman" pitchFamily="18" charset="0"/>
                <a:ea typeface="宋体" charset="-122"/>
              </a:rPr>
              <a:t>Inorder Traversal</a:t>
            </a:r>
          </a:p>
        </p:txBody>
      </p:sp>
      <p:sp>
        <p:nvSpPr>
          <p:cNvPr id="600067" name="Text Box 3"/>
          <p:cNvSpPr txBox="1">
            <a:spLocks noChangeArrowheads="1"/>
          </p:cNvSpPr>
          <p:nvPr/>
        </p:nvSpPr>
        <p:spPr bwMode="auto">
          <a:xfrm>
            <a:off x="381000" y="2133600"/>
            <a:ext cx="5181600" cy="35036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altLang="zh-CN" sz="3200">
                <a:solidFill>
                  <a:schemeClr val="tx2"/>
                </a:solidFill>
                <a:latin typeface="Times New Roman" pitchFamily="18" charset="0"/>
                <a:ea typeface="宋体" charset="-122"/>
              </a:rPr>
              <a:t>Step 1:</a:t>
            </a:r>
            <a:r>
              <a:rPr lang="en-US" altLang="zh-CN" sz="3200">
                <a:latin typeface="Times New Roman" pitchFamily="18" charset="0"/>
                <a:ea typeface="宋体" charset="-122"/>
              </a:rPr>
              <a:t> Visit </a:t>
            </a:r>
            <a:r>
              <a:rPr lang="en-US" altLang="zh-CN" sz="3200" i="1">
                <a:latin typeface="Times New Roman" pitchFamily="18" charset="0"/>
                <a:ea typeface="宋体" charset="-122"/>
              </a:rPr>
              <a:t>T</a:t>
            </a:r>
            <a:r>
              <a:rPr lang="en-US" altLang="zh-CN" sz="3200" baseline="-25000">
                <a:latin typeface="Times New Roman" pitchFamily="18" charset="0"/>
                <a:ea typeface="宋体" charset="-122"/>
              </a:rPr>
              <a:t>1 </a:t>
            </a:r>
            <a:r>
              <a:rPr lang="en-US" altLang="zh-CN" sz="3200">
                <a:latin typeface="Times New Roman" pitchFamily="18" charset="0"/>
                <a:ea typeface="宋体" charset="-122"/>
              </a:rPr>
              <a:t>in inorder</a:t>
            </a:r>
          </a:p>
          <a:p>
            <a:r>
              <a:rPr lang="en-US" altLang="zh-CN" sz="3200">
                <a:solidFill>
                  <a:schemeClr val="tx2"/>
                </a:solidFill>
                <a:latin typeface="Times New Roman" pitchFamily="18" charset="0"/>
                <a:ea typeface="宋体" charset="-122"/>
              </a:rPr>
              <a:t>Step 2:</a:t>
            </a:r>
            <a:r>
              <a:rPr lang="en-US" altLang="zh-CN" sz="3200">
                <a:latin typeface="Times New Roman" pitchFamily="18" charset="0"/>
                <a:ea typeface="宋体" charset="-122"/>
              </a:rPr>
              <a:t> Visit </a:t>
            </a:r>
            <a:r>
              <a:rPr lang="en-US" altLang="zh-CN" sz="3200" i="1">
                <a:latin typeface="Times New Roman" pitchFamily="18" charset="0"/>
                <a:ea typeface="宋体" charset="-122"/>
              </a:rPr>
              <a:t>r</a:t>
            </a:r>
          </a:p>
          <a:p>
            <a:r>
              <a:rPr lang="en-US" altLang="zh-CN" sz="3200">
                <a:solidFill>
                  <a:schemeClr val="tx2"/>
                </a:solidFill>
                <a:latin typeface="Times New Roman" pitchFamily="18" charset="0"/>
                <a:ea typeface="宋体" charset="-122"/>
              </a:rPr>
              <a:t>Step 3:</a:t>
            </a:r>
            <a:r>
              <a:rPr lang="en-US" altLang="zh-CN" sz="3200">
                <a:latin typeface="Times New Roman" pitchFamily="18" charset="0"/>
                <a:ea typeface="宋体" charset="-122"/>
              </a:rPr>
              <a:t> Visit </a:t>
            </a:r>
            <a:r>
              <a:rPr lang="en-US" altLang="zh-CN" sz="3200" i="1">
                <a:latin typeface="Times New Roman" pitchFamily="18" charset="0"/>
                <a:ea typeface="宋体" charset="-122"/>
              </a:rPr>
              <a:t>T</a:t>
            </a:r>
            <a:r>
              <a:rPr lang="en-US" altLang="zh-CN" sz="3200" baseline="-25000">
                <a:latin typeface="Times New Roman" pitchFamily="18" charset="0"/>
                <a:ea typeface="宋体" charset="-122"/>
              </a:rPr>
              <a:t>2</a:t>
            </a:r>
            <a:r>
              <a:rPr lang="en-US" altLang="zh-CN" sz="3200">
                <a:latin typeface="Times New Roman" pitchFamily="18" charset="0"/>
                <a:ea typeface="宋体" charset="-122"/>
              </a:rPr>
              <a:t> in inorder</a:t>
            </a:r>
          </a:p>
          <a:p>
            <a:r>
              <a:rPr lang="en-US" altLang="zh-CN" sz="3200">
                <a:latin typeface="Times New Roman" pitchFamily="18" charset="0"/>
                <a:ea typeface="宋体" charset="-122"/>
              </a:rPr>
              <a:t>		.</a:t>
            </a:r>
          </a:p>
          <a:p>
            <a:r>
              <a:rPr lang="en-US" altLang="zh-CN" sz="3200">
                <a:latin typeface="Times New Roman" pitchFamily="18" charset="0"/>
                <a:ea typeface="宋体" charset="-122"/>
              </a:rPr>
              <a:t>		.</a:t>
            </a:r>
          </a:p>
          <a:p>
            <a:r>
              <a:rPr lang="en-US" altLang="zh-CN" sz="3200">
                <a:latin typeface="Times New Roman" pitchFamily="18" charset="0"/>
                <a:ea typeface="宋体" charset="-122"/>
              </a:rPr>
              <a:t>		.</a:t>
            </a:r>
          </a:p>
          <a:p>
            <a:r>
              <a:rPr lang="en-US" altLang="zh-CN" sz="3200">
                <a:solidFill>
                  <a:schemeClr val="tx2"/>
                </a:solidFill>
                <a:latin typeface="Times New Roman" pitchFamily="18" charset="0"/>
                <a:ea typeface="宋体" charset="-122"/>
              </a:rPr>
              <a:t>Step </a:t>
            </a:r>
            <a:r>
              <a:rPr lang="en-US" altLang="zh-CN" sz="3200" i="1">
                <a:solidFill>
                  <a:schemeClr val="tx2"/>
                </a:solidFill>
                <a:latin typeface="Times New Roman" pitchFamily="18" charset="0"/>
                <a:ea typeface="宋体" charset="-122"/>
              </a:rPr>
              <a:t>n</a:t>
            </a:r>
            <a:r>
              <a:rPr lang="en-US" altLang="zh-CN" sz="3200">
                <a:solidFill>
                  <a:schemeClr val="tx2"/>
                </a:solidFill>
                <a:latin typeface="Times New Roman" pitchFamily="18" charset="0"/>
                <a:ea typeface="宋体" charset="-122"/>
              </a:rPr>
              <a:t>+1:</a:t>
            </a:r>
            <a:r>
              <a:rPr lang="en-US" altLang="zh-CN" sz="3200">
                <a:latin typeface="Times New Roman" pitchFamily="18" charset="0"/>
                <a:ea typeface="宋体" charset="-122"/>
              </a:rPr>
              <a:t> Visit </a:t>
            </a:r>
            <a:r>
              <a:rPr lang="en-US" altLang="zh-CN" sz="3200" i="1">
                <a:latin typeface="Times New Roman" pitchFamily="18" charset="0"/>
                <a:ea typeface="宋体" charset="-122"/>
              </a:rPr>
              <a:t>T</a:t>
            </a:r>
            <a:r>
              <a:rPr lang="en-US" altLang="zh-CN" sz="3200" i="1" baseline="-25000">
                <a:latin typeface="Times New Roman" pitchFamily="18" charset="0"/>
                <a:ea typeface="宋体" charset="-122"/>
              </a:rPr>
              <a:t>n</a:t>
            </a:r>
            <a:r>
              <a:rPr lang="en-US" altLang="zh-CN" sz="3200" i="1">
                <a:latin typeface="Times New Roman" pitchFamily="18" charset="0"/>
                <a:ea typeface="宋体" charset="-122"/>
              </a:rPr>
              <a:t> </a:t>
            </a:r>
            <a:r>
              <a:rPr lang="en-US" altLang="zh-CN" sz="3200">
                <a:latin typeface="Times New Roman" pitchFamily="18" charset="0"/>
                <a:ea typeface="宋体" charset="-122"/>
              </a:rPr>
              <a:t>in inorder</a:t>
            </a:r>
            <a:endParaRPr lang="en-US" altLang="zh-CN" sz="2800" i="1">
              <a:latin typeface="Tahoma" pitchFamily="34" charset="0"/>
              <a:ea typeface="宋体" charset="-122"/>
            </a:endParaRPr>
          </a:p>
        </p:txBody>
      </p:sp>
      <p:sp>
        <p:nvSpPr>
          <p:cNvPr id="600075" name="Oval 11"/>
          <p:cNvSpPr>
            <a:spLocks noChangeArrowheads="1"/>
          </p:cNvSpPr>
          <p:nvPr/>
        </p:nvSpPr>
        <p:spPr bwMode="auto">
          <a:xfrm>
            <a:off x="5530850" y="4187825"/>
            <a:ext cx="609600" cy="914400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>
              <a:ea typeface="宋体" charset="-122"/>
            </a:endParaRPr>
          </a:p>
        </p:txBody>
      </p:sp>
      <p:sp>
        <p:nvSpPr>
          <p:cNvPr id="600076" name="Oval 12"/>
          <p:cNvSpPr>
            <a:spLocks noChangeArrowheads="1"/>
          </p:cNvSpPr>
          <p:nvPr/>
        </p:nvSpPr>
        <p:spPr bwMode="auto">
          <a:xfrm>
            <a:off x="7893050" y="4187825"/>
            <a:ext cx="609600" cy="914400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>
              <a:ea typeface="宋体" charset="-122"/>
            </a:endParaRPr>
          </a:p>
        </p:txBody>
      </p:sp>
      <p:sp>
        <p:nvSpPr>
          <p:cNvPr id="600077" name="Oval 13"/>
          <p:cNvSpPr>
            <a:spLocks noChangeArrowheads="1"/>
          </p:cNvSpPr>
          <p:nvPr/>
        </p:nvSpPr>
        <p:spPr bwMode="auto">
          <a:xfrm>
            <a:off x="6521450" y="4187825"/>
            <a:ext cx="609600" cy="914400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>
              <a:ea typeface="宋体" charset="-122"/>
            </a:endParaRPr>
          </a:p>
        </p:txBody>
      </p:sp>
      <p:grpSp>
        <p:nvGrpSpPr>
          <p:cNvPr id="78855" name="Group 14"/>
          <p:cNvGrpSpPr>
            <a:grpSpLocks/>
          </p:cNvGrpSpPr>
          <p:nvPr/>
        </p:nvGrpSpPr>
        <p:grpSpPr bwMode="auto">
          <a:xfrm>
            <a:off x="5530850" y="2749550"/>
            <a:ext cx="2971800" cy="2355850"/>
            <a:chOff x="3484" y="1730"/>
            <a:chExt cx="1872" cy="1484"/>
          </a:xfrm>
        </p:grpSpPr>
        <p:sp>
          <p:nvSpPr>
            <p:cNvPr id="78857" name="Oval 15"/>
            <p:cNvSpPr>
              <a:spLocks noChangeAspect="1" noChangeArrowheads="1"/>
            </p:cNvSpPr>
            <p:nvPr/>
          </p:nvSpPr>
          <p:spPr bwMode="auto">
            <a:xfrm>
              <a:off x="4336" y="1963"/>
              <a:ext cx="115" cy="11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>
                <a:ea typeface="宋体" charset="-122"/>
              </a:endParaRPr>
            </a:p>
          </p:txBody>
        </p:sp>
        <p:sp>
          <p:nvSpPr>
            <p:cNvPr id="78858" name="Text Box 16"/>
            <p:cNvSpPr txBox="1">
              <a:spLocks noChangeArrowheads="1"/>
            </p:cNvSpPr>
            <p:nvPr/>
          </p:nvSpPr>
          <p:spPr bwMode="auto">
            <a:xfrm>
              <a:off x="4108" y="1730"/>
              <a:ext cx="193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sz="2400" i="1">
                  <a:latin typeface="Bookman Old Style" pitchFamily="18" charset="0"/>
                  <a:ea typeface="宋体" charset="-122"/>
                </a:rPr>
                <a:t>r</a:t>
              </a:r>
            </a:p>
          </p:txBody>
        </p:sp>
        <p:sp>
          <p:nvSpPr>
            <p:cNvPr id="78859" name="Line 17"/>
            <p:cNvSpPr>
              <a:spLocks noChangeShapeType="1"/>
            </p:cNvSpPr>
            <p:nvPr/>
          </p:nvSpPr>
          <p:spPr bwMode="auto">
            <a:xfrm flipH="1">
              <a:off x="3724" y="2062"/>
              <a:ext cx="624" cy="57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78860" name="Line 18"/>
            <p:cNvSpPr>
              <a:spLocks noChangeShapeType="1"/>
            </p:cNvSpPr>
            <p:nvPr/>
          </p:nvSpPr>
          <p:spPr bwMode="auto">
            <a:xfrm flipH="1">
              <a:off x="4300" y="2080"/>
              <a:ext cx="93" cy="55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78861" name="Line 19"/>
            <p:cNvSpPr>
              <a:spLocks noChangeShapeType="1"/>
            </p:cNvSpPr>
            <p:nvPr/>
          </p:nvSpPr>
          <p:spPr bwMode="auto">
            <a:xfrm flipH="1" flipV="1">
              <a:off x="4415" y="2076"/>
              <a:ext cx="749" cy="56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78862" name="Oval 20"/>
            <p:cNvSpPr>
              <a:spLocks noChangeArrowheads="1"/>
            </p:cNvSpPr>
            <p:nvPr/>
          </p:nvSpPr>
          <p:spPr bwMode="auto">
            <a:xfrm>
              <a:off x="3484" y="2638"/>
              <a:ext cx="384" cy="576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>
                <a:ea typeface="宋体" charset="-122"/>
              </a:endParaRPr>
            </a:p>
          </p:txBody>
        </p:sp>
        <p:sp>
          <p:nvSpPr>
            <p:cNvPr id="78863" name="Text Box 21"/>
            <p:cNvSpPr txBox="1">
              <a:spLocks noChangeArrowheads="1"/>
            </p:cNvSpPr>
            <p:nvPr/>
          </p:nvSpPr>
          <p:spPr bwMode="auto">
            <a:xfrm>
              <a:off x="3532" y="2786"/>
              <a:ext cx="310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sz="2400" i="1">
                  <a:solidFill>
                    <a:srgbClr val="800000"/>
                  </a:solidFill>
                  <a:latin typeface="Bookman Old Style" pitchFamily="18" charset="0"/>
                  <a:ea typeface="宋体" charset="-122"/>
                </a:rPr>
                <a:t>T</a:t>
              </a:r>
              <a:r>
                <a:rPr lang="en-US" altLang="zh-CN" sz="2400" baseline="-25000">
                  <a:solidFill>
                    <a:srgbClr val="800000"/>
                  </a:solidFill>
                  <a:latin typeface="Bookman Old Style" pitchFamily="18" charset="0"/>
                  <a:ea typeface="宋体" charset="-122"/>
                </a:rPr>
                <a:t>1</a:t>
              </a:r>
            </a:p>
          </p:txBody>
        </p:sp>
        <p:sp>
          <p:nvSpPr>
            <p:cNvPr id="78864" name="Oval 22"/>
            <p:cNvSpPr>
              <a:spLocks noChangeArrowheads="1"/>
            </p:cNvSpPr>
            <p:nvPr/>
          </p:nvSpPr>
          <p:spPr bwMode="auto">
            <a:xfrm>
              <a:off x="4108" y="2638"/>
              <a:ext cx="384" cy="576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>
                <a:ea typeface="宋体" charset="-122"/>
              </a:endParaRPr>
            </a:p>
          </p:txBody>
        </p:sp>
        <p:sp>
          <p:nvSpPr>
            <p:cNvPr id="78865" name="Oval 23"/>
            <p:cNvSpPr>
              <a:spLocks noChangeArrowheads="1"/>
            </p:cNvSpPr>
            <p:nvPr/>
          </p:nvSpPr>
          <p:spPr bwMode="auto">
            <a:xfrm>
              <a:off x="4972" y="2638"/>
              <a:ext cx="384" cy="576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>
                <a:ea typeface="宋体" charset="-122"/>
              </a:endParaRPr>
            </a:p>
          </p:txBody>
        </p:sp>
        <p:sp>
          <p:nvSpPr>
            <p:cNvPr id="78866" name="Text Box 24"/>
            <p:cNvSpPr txBox="1">
              <a:spLocks noChangeArrowheads="1"/>
            </p:cNvSpPr>
            <p:nvPr/>
          </p:nvSpPr>
          <p:spPr bwMode="auto">
            <a:xfrm>
              <a:off x="4156" y="2786"/>
              <a:ext cx="310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sz="2400" i="1">
                  <a:solidFill>
                    <a:srgbClr val="800000"/>
                  </a:solidFill>
                  <a:latin typeface="Bookman Old Style" pitchFamily="18" charset="0"/>
                  <a:ea typeface="宋体" charset="-122"/>
                </a:rPr>
                <a:t>T</a:t>
              </a:r>
              <a:r>
                <a:rPr lang="en-US" altLang="zh-CN" sz="2400" baseline="-25000">
                  <a:solidFill>
                    <a:srgbClr val="800000"/>
                  </a:solidFill>
                  <a:latin typeface="Bookman Old Style" pitchFamily="18" charset="0"/>
                  <a:ea typeface="宋体" charset="-122"/>
                </a:rPr>
                <a:t>2</a:t>
              </a:r>
            </a:p>
          </p:txBody>
        </p:sp>
        <p:sp>
          <p:nvSpPr>
            <p:cNvPr id="78867" name="Text Box 25"/>
            <p:cNvSpPr txBox="1">
              <a:spLocks noChangeArrowheads="1"/>
            </p:cNvSpPr>
            <p:nvPr/>
          </p:nvSpPr>
          <p:spPr bwMode="auto">
            <a:xfrm>
              <a:off x="5020" y="2786"/>
              <a:ext cx="310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sz="2400" i="1">
                  <a:solidFill>
                    <a:srgbClr val="800000"/>
                  </a:solidFill>
                  <a:latin typeface="Bookman Old Style" pitchFamily="18" charset="0"/>
                  <a:ea typeface="宋体" charset="-122"/>
                </a:rPr>
                <a:t>T</a:t>
              </a:r>
              <a:r>
                <a:rPr lang="en-US" altLang="zh-CN" sz="2400" i="1" baseline="-25000">
                  <a:solidFill>
                    <a:srgbClr val="800000"/>
                  </a:solidFill>
                  <a:latin typeface="Bookman Old Style" pitchFamily="18" charset="0"/>
                  <a:ea typeface="宋体" charset="-122"/>
                </a:rPr>
                <a:t>n</a:t>
              </a:r>
              <a:endParaRPr lang="en-US" altLang="zh-CN" sz="2400" baseline="-25000">
                <a:solidFill>
                  <a:srgbClr val="800000"/>
                </a:solidFill>
                <a:latin typeface="Bookman Old Style" pitchFamily="18" charset="0"/>
                <a:ea typeface="宋体" charset="-122"/>
              </a:endParaRPr>
            </a:p>
          </p:txBody>
        </p:sp>
        <p:grpSp>
          <p:nvGrpSpPr>
            <p:cNvPr id="78868" name="Group 26"/>
            <p:cNvGrpSpPr>
              <a:grpSpLocks noChangeAspect="1"/>
            </p:cNvGrpSpPr>
            <p:nvPr/>
          </p:nvGrpSpPr>
          <p:grpSpPr bwMode="auto">
            <a:xfrm>
              <a:off x="4636" y="2926"/>
              <a:ext cx="184" cy="37"/>
              <a:chOff x="528" y="3408"/>
              <a:chExt cx="240" cy="48"/>
            </a:xfrm>
          </p:grpSpPr>
          <p:sp>
            <p:nvSpPr>
              <p:cNvPr id="78869" name="Oval 27"/>
              <p:cNvSpPr>
                <a:spLocks noChangeAspect="1" noChangeArrowheads="1"/>
              </p:cNvSpPr>
              <p:nvPr/>
            </p:nvSpPr>
            <p:spPr bwMode="auto">
              <a:xfrm>
                <a:off x="528" y="3408"/>
                <a:ext cx="48" cy="48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>
                  <a:ea typeface="宋体" charset="-122"/>
                </a:endParaRPr>
              </a:p>
            </p:txBody>
          </p:sp>
          <p:sp>
            <p:nvSpPr>
              <p:cNvPr id="78870" name="Oval 28"/>
              <p:cNvSpPr>
                <a:spLocks noChangeAspect="1" noChangeArrowheads="1"/>
              </p:cNvSpPr>
              <p:nvPr/>
            </p:nvSpPr>
            <p:spPr bwMode="auto">
              <a:xfrm>
                <a:off x="624" y="3408"/>
                <a:ext cx="48" cy="48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>
                  <a:ea typeface="宋体" charset="-122"/>
                </a:endParaRPr>
              </a:p>
            </p:txBody>
          </p:sp>
          <p:sp>
            <p:nvSpPr>
              <p:cNvPr id="78871" name="Oval 29"/>
              <p:cNvSpPr>
                <a:spLocks noChangeAspect="1" noChangeArrowheads="1"/>
              </p:cNvSpPr>
              <p:nvPr/>
            </p:nvSpPr>
            <p:spPr bwMode="auto">
              <a:xfrm>
                <a:off x="720" y="3408"/>
                <a:ext cx="48" cy="48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>
                  <a:ea typeface="宋体" charset="-122"/>
                </a:endParaRPr>
              </a:p>
            </p:txBody>
          </p:sp>
        </p:grpSp>
      </p:grpSp>
      <p:sp>
        <p:nvSpPr>
          <p:cNvPr id="600094" name="Oval 30"/>
          <p:cNvSpPr>
            <a:spLocks noChangeAspect="1" noChangeArrowheads="1"/>
          </p:cNvSpPr>
          <p:nvPr/>
        </p:nvSpPr>
        <p:spPr bwMode="auto">
          <a:xfrm>
            <a:off x="6883400" y="3116263"/>
            <a:ext cx="192088" cy="192087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>
              <a:ea typeface="宋体" charset="-122"/>
            </a:endParaRPr>
          </a:p>
        </p:txBody>
      </p:sp>
      <p:sp>
        <p:nvSpPr>
          <p:cNvPr id="24" name="Slide Number Placeholder 2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B66DE-703E-461C-82AF-C942A54373C1}" type="slidenum">
              <a:rPr lang="en-US" altLang="zh-CN" smtClean="0"/>
              <a:pPr/>
              <a:t>38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00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000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000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0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3" dur="500"/>
                                        <p:tgtEl>
                                          <p:spTgt spid="6000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00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60009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60009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00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4" dur="500"/>
                                        <p:tgtEl>
                                          <p:spTgt spid="6000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0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9" dur="500"/>
                                        <p:tgtEl>
                                          <p:spTgt spid="6000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00067" grpId="0" autoUpdateAnimBg="0"/>
      <p:bldP spid="600075" grpId="0" animBg="1"/>
      <p:bldP spid="600076" grpId="0" animBg="1"/>
      <p:bldP spid="600077" grpId="0" animBg="1"/>
      <p:bldP spid="600094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52400"/>
            <a:ext cx="8229600" cy="914400"/>
          </a:xfrm>
        </p:spPr>
        <p:txBody>
          <a:bodyPr/>
          <a:lstStyle/>
          <a:p>
            <a:pPr eaLnBrk="1" hangingPunct="1"/>
            <a:r>
              <a:rPr lang="en-US" altLang="zh-CN" smtClean="0">
                <a:latin typeface="Times New Roman" pitchFamily="18" charset="0"/>
                <a:ea typeface="宋体" charset="-122"/>
              </a:rPr>
              <a:t>Example</a:t>
            </a:r>
          </a:p>
        </p:txBody>
      </p:sp>
      <p:sp>
        <p:nvSpPr>
          <p:cNvPr id="601091" name="Oval 3"/>
          <p:cNvSpPr>
            <a:spLocks noChangeArrowheads="1"/>
          </p:cNvSpPr>
          <p:nvPr/>
        </p:nvSpPr>
        <p:spPr bwMode="auto">
          <a:xfrm>
            <a:off x="1778000" y="5791200"/>
            <a:ext cx="457200" cy="457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altLang="zh-CN" sz="2400">
                <a:solidFill>
                  <a:srgbClr val="800000"/>
                </a:solidFill>
                <a:latin typeface="Tahoma" pitchFamily="34" charset="0"/>
                <a:ea typeface="宋体" charset="-122"/>
              </a:rPr>
              <a:t>A</a:t>
            </a:r>
          </a:p>
        </p:txBody>
      </p:sp>
      <p:sp>
        <p:nvSpPr>
          <p:cNvPr id="601092" name="Oval 4"/>
          <p:cNvSpPr>
            <a:spLocks noChangeArrowheads="1"/>
          </p:cNvSpPr>
          <p:nvPr/>
        </p:nvSpPr>
        <p:spPr bwMode="auto">
          <a:xfrm>
            <a:off x="3352800" y="5791200"/>
            <a:ext cx="457200" cy="457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altLang="zh-CN" sz="2400">
                <a:solidFill>
                  <a:srgbClr val="800000"/>
                </a:solidFill>
                <a:latin typeface="Tahoma" pitchFamily="34" charset="0"/>
                <a:ea typeface="宋体" charset="-122"/>
              </a:rPr>
              <a:t>R</a:t>
            </a:r>
          </a:p>
        </p:txBody>
      </p:sp>
      <p:sp>
        <p:nvSpPr>
          <p:cNvPr id="601093" name="Oval 5"/>
          <p:cNvSpPr>
            <a:spLocks noChangeArrowheads="1"/>
          </p:cNvSpPr>
          <p:nvPr/>
        </p:nvSpPr>
        <p:spPr bwMode="auto">
          <a:xfrm>
            <a:off x="8077200" y="5791200"/>
            <a:ext cx="457200" cy="457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altLang="zh-CN" sz="2400">
                <a:solidFill>
                  <a:srgbClr val="800000"/>
                </a:solidFill>
                <a:latin typeface="Tahoma" pitchFamily="34" charset="0"/>
                <a:ea typeface="宋体" charset="-122"/>
              </a:rPr>
              <a:t>E</a:t>
            </a:r>
          </a:p>
        </p:txBody>
      </p:sp>
      <p:sp>
        <p:nvSpPr>
          <p:cNvPr id="601094" name="Oval 6"/>
          <p:cNvSpPr>
            <a:spLocks noChangeArrowheads="1"/>
          </p:cNvSpPr>
          <p:nvPr/>
        </p:nvSpPr>
        <p:spPr bwMode="auto">
          <a:xfrm>
            <a:off x="4140200" y="5791200"/>
            <a:ext cx="457200" cy="457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altLang="zh-CN" sz="2400">
                <a:solidFill>
                  <a:srgbClr val="800000"/>
                </a:solidFill>
                <a:latin typeface="Tahoma" pitchFamily="34" charset="0"/>
                <a:ea typeface="宋体" charset="-122"/>
              </a:rPr>
              <a:t>Y</a:t>
            </a:r>
          </a:p>
        </p:txBody>
      </p:sp>
      <p:sp>
        <p:nvSpPr>
          <p:cNvPr id="601095" name="Oval 7"/>
          <p:cNvSpPr>
            <a:spLocks noChangeArrowheads="1"/>
          </p:cNvSpPr>
          <p:nvPr/>
        </p:nvSpPr>
        <p:spPr bwMode="auto">
          <a:xfrm>
            <a:off x="4927600" y="5791200"/>
            <a:ext cx="457200" cy="457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altLang="zh-CN" sz="2400">
                <a:solidFill>
                  <a:srgbClr val="800000"/>
                </a:solidFill>
                <a:latin typeface="Tahoma" pitchFamily="34" charset="0"/>
                <a:ea typeface="宋体" charset="-122"/>
              </a:rPr>
              <a:t>P</a:t>
            </a:r>
          </a:p>
        </p:txBody>
      </p:sp>
      <p:sp>
        <p:nvSpPr>
          <p:cNvPr id="601096" name="Oval 8"/>
          <p:cNvSpPr>
            <a:spLocks noChangeArrowheads="1"/>
          </p:cNvSpPr>
          <p:nvPr/>
        </p:nvSpPr>
        <p:spPr bwMode="auto">
          <a:xfrm>
            <a:off x="2565400" y="5791200"/>
            <a:ext cx="457200" cy="457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altLang="zh-CN" sz="2400">
                <a:solidFill>
                  <a:srgbClr val="800000"/>
                </a:solidFill>
                <a:latin typeface="Tahoma" pitchFamily="34" charset="0"/>
                <a:ea typeface="宋体" charset="-122"/>
              </a:rPr>
              <a:t>M</a:t>
            </a:r>
          </a:p>
        </p:txBody>
      </p:sp>
      <p:sp>
        <p:nvSpPr>
          <p:cNvPr id="601097" name="Oval 9"/>
          <p:cNvSpPr>
            <a:spLocks noChangeArrowheads="1"/>
          </p:cNvSpPr>
          <p:nvPr/>
        </p:nvSpPr>
        <p:spPr bwMode="auto">
          <a:xfrm>
            <a:off x="5715000" y="5791200"/>
            <a:ext cx="457200" cy="457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altLang="zh-CN" sz="2400">
                <a:solidFill>
                  <a:srgbClr val="800000"/>
                </a:solidFill>
                <a:latin typeface="Tahoma" pitchFamily="34" charset="0"/>
                <a:ea typeface="宋体" charset="-122"/>
              </a:rPr>
              <a:t>H</a:t>
            </a:r>
          </a:p>
        </p:txBody>
      </p:sp>
      <p:sp>
        <p:nvSpPr>
          <p:cNvPr id="601098" name="Oval 10"/>
          <p:cNvSpPr>
            <a:spLocks noChangeArrowheads="1"/>
          </p:cNvSpPr>
          <p:nvPr/>
        </p:nvSpPr>
        <p:spPr bwMode="auto">
          <a:xfrm>
            <a:off x="990600" y="5791200"/>
            <a:ext cx="457200" cy="457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altLang="zh-CN" sz="2400">
                <a:solidFill>
                  <a:srgbClr val="800000"/>
                </a:solidFill>
                <a:latin typeface="Tahoma" pitchFamily="34" charset="0"/>
                <a:ea typeface="宋体" charset="-122"/>
              </a:rPr>
              <a:t>J</a:t>
            </a:r>
          </a:p>
        </p:txBody>
      </p:sp>
      <p:sp>
        <p:nvSpPr>
          <p:cNvPr id="601099" name="Oval 11"/>
          <p:cNvSpPr>
            <a:spLocks noChangeArrowheads="1"/>
          </p:cNvSpPr>
          <p:nvPr/>
        </p:nvSpPr>
        <p:spPr bwMode="auto">
          <a:xfrm>
            <a:off x="6502400" y="5791200"/>
            <a:ext cx="457200" cy="457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altLang="zh-CN" sz="2400">
                <a:solidFill>
                  <a:srgbClr val="800000"/>
                </a:solidFill>
                <a:latin typeface="Tahoma" pitchFamily="34" charset="0"/>
                <a:ea typeface="宋体" charset="-122"/>
              </a:rPr>
              <a:t>Q</a:t>
            </a:r>
          </a:p>
        </p:txBody>
      </p:sp>
      <p:sp>
        <p:nvSpPr>
          <p:cNvPr id="601100" name="Oval 12"/>
          <p:cNvSpPr>
            <a:spLocks noChangeArrowheads="1"/>
          </p:cNvSpPr>
          <p:nvPr/>
        </p:nvSpPr>
        <p:spPr bwMode="auto">
          <a:xfrm>
            <a:off x="7289800" y="5791200"/>
            <a:ext cx="457200" cy="457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altLang="zh-CN" sz="2400">
                <a:solidFill>
                  <a:srgbClr val="800000"/>
                </a:solidFill>
                <a:latin typeface="Tahoma" pitchFamily="34" charset="0"/>
                <a:ea typeface="宋体" charset="-122"/>
              </a:rPr>
              <a:t>T</a:t>
            </a:r>
          </a:p>
        </p:txBody>
      </p:sp>
      <p:grpSp>
        <p:nvGrpSpPr>
          <p:cNvPr id="79885" name="Group 13"/>
          <p:cNvGrpSpPr>
            <a:grpSpLocks/>
          </p:cNvGrpSpPr>
          <p:nvPr/>
        </p:nvGrpSpPr>
        <p:grpSpPr bwMode="auto">
          <a:xfrm>
            <a:off x="2932113" y="1908175"/>
            <a:ext cx="3352800" cy="3124200"/>
            <a:chOff x="1824" y="1056"/>
            <a:chExt cx="2112" cy="1968"/>
          </a:xfrm>
        </p:grpSpPr>
        <p:sp>
          <p:nvSpPr>
            <p:cNvPr id="79887" name="Oval 14"/>
            <p:cNvSpPr>
              <a:spLocks noChangeArrowheads="1"/>
            </p:cNvSpPr>
            <p:nvPr/>
          </p:nvSpPr>
          <p:spPr bwMode="auto">
            <a:xfrm>
              <a:off x="1824" y="1632"/>
              <a:ext cx="288" cy="28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zh-CN" sz="2400">
                  <a:solidFill>
                    <a:srgbClr val="800000"/>
                  </a:solidFill>
                  <a:latin typeface="Tahoma" pitchFamily="34" charset="0"/>
                  <a:ea typeface="宋体" charset="-122"/>
                </a:rPr>
                <a:t>A</a:t>
              </a:r>
            </a:p>
          </p:txBody>
        </p:sp>
        <p:sp>
          <p:nvSpPr>
            <p:cNvPr id="79888" name="Oval 15"/>
            <p:cNvSpPr>
              <a:spLocks noChangeArrowheads="1"/>
            </p:cNvSpPr>
            <p:nvPr/>
          </p:nvSpPr>
          <p:spPr bwMode="auto">
            <a:xfrm>
              <a:off x="2448" y="2160"/>
              <a:ext cx="288" cy="28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zh-CN" sz="2400">
                  <a:solidFill>
                    <a:srgbClr val="800000"/>
                  </a:solidFill>
                  <a:latin typeface="Tahoma" pitchFamily="34" charset="0"/>
                  <a:ea typeface="宋体" charset="-122"/>
                </a:rPr>
                <a:t>R</a:t>
              </a:r>
            </a:p>
          </p:txBody>
        </p:sp>
        <p:sp>
          <p:nvSpPr>
            <p:cNvPr id="79889" name="Oval 16"/>
            <p:cNvSpPr>
              <a:spLocks noChangeArrowheads="1"/>
            </p:cNvSpPr>
            <p:nvPr/>
          </p:nvSpPr>
          <p:spPr bwMode="auto">
            <a:xfrm>
              <a:off x="3648" y="1632"/>
              <a:ext cx="288" cy="28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zh-CN" sz="2400">
                  <a:solidFill>
                    <a:srgbClr val="800000"/>
                  </a:solidFill>
                  <a:latin typeface="Tahoma" pitchFamily="34" charset="0"/>
                  <a:ea typeface="宋体" charset="-122"/>
                </a:rPr>
                <a:t>E</a:t>
              </a:r>
            </a:p>
          </p:txBody>
        </p:sp>
        <p:sp>
          <p:nvSpPr>
            <p:cNvPr id="79890" name="Oval 17"/>
            <p:cNvSpPr>
              <a:spLocks noChangeArrowheads="1"/>
            </p:cNvSpPr>
            <p:nvPr/>
          </p:nvSpPr>
          <p:spPr bwMode="auto">
            <a:xfrm>
              <a:off x="2688" y="1632"/>
              <a:ext cx="288" cy="28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zh-CN" sz="2400">
                  <a:solidFill>
                    <a:srgbClr val="800000"/>
                  </a:solidFill>
                  <a:latin typeface="Tahoma" pitchFamily="34" charset="0"/>
                  <a:ea typeface="宋体" charset="-122"/>
                </a:rPr>
                <a:t>Y</a:t>
              </a:r>
            </a:p>
          </p:txBody>
        </p:sp>
        <p:sp>
          <p:nvSpPr>
            <p:cNvPr id="79891" name="Oval 18"/>
            <p:cNvSpPr>
              <a:spLocks noChangeArrowheads="1"/>
            </p:cNvSpPr>
            <p:nvPr/>
          </p:nvSpPr>
          <p:spPr bwMode="auto">
            <a:xfrm>
              <a:off x="2592" y="2736"/>
              <a:ext cx="288" cy="28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zh-CN" sz="2400">
                  <a:solidFill>
                    <a:srgbClr val="800000"/>
                  </a:solidFill>
                  <a:latin typeface="Tahoma" pitchFamily="34" charset="0"/>
                  <a:ea typeface="宋体" charset="-122"/>
                </a:rPr>
                <a:t>P</a:t>
              </a:r>
            </a:p>
          </p:txBody>
        </p:sp>
        <p:sp>
          <p:nvSpPr>
            <p:cNvPr id="79892" name="Oval 19"/>
            <p:cNvSpPr>
              <a:spLocks noChangeArrowheads="1"/>
            </p:cNvSpPr>
            <p:nvPr/>
          </p:nvSpPr>
          <p:spPr bwMode="auto">
            <a:xfrm>
              <a:off x="2688" y="1056"/>
              <a:ext cx="288" cy="28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zh-CN" sz="2400">
                  <a:solidFill>
                    <a:srgbClr val="800000"/>
                  </a:solidFill>
                  <a:latin typeface="Tahoma" pitchFamily="34" charset="0"/>
                  <a:ea typeface="宋体" charset="-122"/>
                </a:rPr>
                <a:t>M</a:t>
              </a:r>
            </a:p>
          </p:txBody>
        </p:sp>
        <p:sp>
          <p:nvSpPr>
            <p:cNvPr id="79893" name="Oval 20"/>
            <p:cNvSpPr>
              <a:spLocks noChangeArrowheads="1"/>
            </p:cNvSpPr>
            <p:nvPr/>
          </p:nvSpPr>
          <p:spPr bwMode="auto">
            <a:xfrm>
              <a:off x="2928" y="2160"/>
              <a:ext cx="288" cy="28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zh-CN" sz="2400">
                  <a:solidFill>
                    <a:srgbClr val="800000"/>
                  </a:solidFill>
                  <a:latin typeface="Tahoma" pitchFamily="34" charset="0"/>
                  <a:ea typeface="宋体" charset="-122"/>
                </a:rPr>
                <a:t>H</a:t>
              </a:r>
            </a:p>
          </p:txBody>
        </p:sp>
        <p:sp>
          <p:nvSpPr>
            <p:cNvPr id="79894" name="Oval 21"/>
            <p:cNvSpPr>
              <a:spLocks noChangeArrowheads="1"/>
            </p:cNvSpPr>
            <p:nvPr/>
          </p:nvSpPr>
          <p:spPr bwMode="auto">
            <a:xfrm>
              <a:off x="1824" y="2160"/>
              <a:ext cx="288" cy="28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zh-CN" sz="2400">
                  <a:solidFill>
                    <a:srgbClr val="800000"/>
                  </a:solidFill>
                  <a:latin typeface="Tahoma" pitchFamily="34" charset="0"/>
                  <a:ea typeface="宋体" charset="-122"/>
                </a:rPr>
                <a:t>J</a:t>
              </a:r>
            </a:p>
          </p:txBody>
        </p:sp>
        <p:sp>
          <p:nvSpPr>
            <p:cNvPr id="79895" name="Oval 22"/>
            <p:cNvSpPr>
              <a:spLocks noChangeArrowheads="1"/>
            </p:cNvSpPr>
            <p:nvPr/>
          </p:nvSpPr>
          <p:spPr bwMode="auto">
            <a:xfrm>
              <a:off x="2928" y="2736"/>
              <a:ext cx="288" cy="28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zh-CN" sz="2400">
                  <a:solidFill>
                    <a:srgbClr val="800000"/>
                  </a:solidFill>
                  <a:latin typeface="Tahoma" pitchFamily="34" charset="0"/>
                  <a:ea typeface="宋体" charset="-122"/>
                </a:rPr>
                <a:t>Q</a:t>
              </a:r>
            </a:p>
          </p:txBody>
        </p:sp>
        <p:sp>
          <p:nvSpPr>
            <p:cNvPr id="79896" name="Oval 23"/>
            <p:cNvSpPr>
              <a:spLocks noChangeArrowheads="1"/>
            </p:cNvSpPr>
            <p:nvPr/>
          </p:nvSpPr>
          <p:spPr bwMode="auto">
            <a:xfrm>
              <a:off x="3312" y="2736"/>
              <a:ext cx="288" cy="28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zh-CN" sz="2400">
                  <a:solidFill>
                    <a:srgbClr val="800000"/>
                  </a:solidFill>
                  <a:latin typeface="Tahoma" pitchFamily="34" charset="0"/>
                  <a:ea typeface="宋体" charset="-122"/>
                </a:rPr>
                <a:t>T</a:t>
              </a:r>
            </a:p>
          </p:txBody>
        </p:sp>
        <p:cxnSp>
          <p:nvCxnSpPr>
            <p:cNvPr id="79897" name="AutoShape 24"/>
            <p:cNvCxnSpPr>
              <a:cxnSpLocks noChangeShapeType="1"/>
              <a:stCxn id="79892" idx="4"/>
              <a:endCxn id="79887" idx="7"/>
            </p:cNvCxnSpPr>
            <p:nvPr/>
          </p:nvCxnSpPr>
          <p:spPr bwMode="auto">
            <a:xfrm flipH="1">
              <a:off x="2070" y="1344"/>
              <a:ext cx="762" cy="33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</p:cxnSp>
        <p:cxnSp>
          <p:nvCxnSpPr>
            <p:cNvPr id="79898" name="AutoShape 25"/>
            <p:cNvCxnSpPr>
              <a:cxnSpLocks noChangeShapeType="1"/>
              <a:stCxn id="79892" idx="4"/>
              <a:endCxn id="79890" idx="0"/>
            </p:cNvCxnSpPr>
            <p:nvPr/>
          </p:nvCxnSpPr>
          <p:spPr bwMode="auto">
            <a:xfrm>
              <a:off x="2832" y="1344"/>
              <a:ext cx="0" cy="288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</p:cxnSp>
        <p:cxnSp>
          <p:nvCxnSpPr>
            <p:cNvPr id="79899" name="AutoShape 26"/>
            <p:cNvCxnSpPr>
              <a:cxnSpLocks noChangeShapeType="1"/>
              <a:stCxn id="79892" idx="4"/>
              <a:endCxn id="79889" idx="1"/>
            </p:cNvCxnSpPr>
            <p:nvPr/>
          </p:nvCxnSpPr>
          <p:spPr bwMode="auto">
            <a:xfrm>
              <a:off x="2832" y="1344"/>
              <a:ext cx="858" cy="33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</p:cxnSp>
        <p:cxnSp>
          <p:nvCxnSpPr>
            <p:cNvPr id="79900" name="AutoShape 27"/>
            <p:cNvCxnSpPr>
              <a:cxnSpLocks noChangeShapeType="1"/>
              <a:stCxn id="79890" idx="4"/>
              <a:endCxn id="79888" idx="0"/>
            </p:cNvCxnSpPr>
            <p:nvPr/>
          </p:nvCxnSpPr>
          <p:spPr bwMode="auto">
            <a:xfrm flipH="1">
              <a:off x="2592" y="1920"/>
              <a:ext cx="240" cy="24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</p:cxnSp>
        <p:cxnSp>
          <p:nvCxnSpPr>
            <p:cNvPr id="79901" name="AutoShape 28"/>
            <p:cNvCxnSpPr>
              <a:cxnSpLocks noChangeShapeType="1"/>
              <a:stCxn id="79890" idx="4"/>
              <a:endCxn id="79893" idx="0"/>
            </p:cNvCxnSpPr>
            <p:nvPr/>
          </p:nvCxnSpPr>
          <p:spPr bwMode="auto">
            <a:xfrm>
              <a:off x="2832" y="1920"/>
              <a:ext cx="240" cy="24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</p:cxnSp>
        <p:cxnSp>
          <p:nvCxnSpPr>
            <p:cNvPr id="79902" name="AutoShape 29"/>
            <p:cNvCxnSpPr>
              <a:cxnSpLocks noChangeShapeType="1"/>
              <a:stCxn id="79887" idx="4"/>
              <a:endCxn id="79894" idx="0"/>
            </p:cNvCxnSpPr>
            <p:nvPr/>
          </p:nvCxnSpPr>
          <p:spPr bwMode="auto">
            <a:xfrm>
              <a:off x="1968" y="1920"/>
              <a:ext cx="0" cy="24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</p:cxnSp>
        <p:cxnSp>
          <p:nvCxnSpPr>
            <p:cNvPr id="79903" name="AutoShape 30"/>
            <p:cNvCxnSpPr>
              <a:cxnSpLocks noChangeShapeType="1"/>
              <a:stCxn id="79893" idx="4"/>
              <a:endCxn id="79891" idx="0"/>
            </p:cNvCxnSpPr>
            <p:nvPr/>
          </p:nvCxnSpPr>
          <p:spPr bwMode="auto">
            <a:xfrm flipH="1">
              <a:off x="2736" y="2448"/>
              <a:ext cx="336" cy="288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</p:cxnSp>
        <p:cxnSp>
          <p:nvCxnSpPr>
            <p:cNvPr id="79904" name="AutoShape 31"/>
            <p:cNvCxnSpPr>
              <a:cxnSpLocks noChangeShapeType="1"/>
              <a:stCxn id="79893" idx="4"/>
              <a:endCxn id="79895" idx="0"/>
            </p:cNvCxnSpPr>
            <p:nvPr/>
          </p:nvCxnSpPr>
          <p:spPr bwMode="auto">
            <a:xfrm>
              <a:off x="3072" y="2448"/>
              <a:ext cx="0" cy="288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</p:cxnSp>
        <p:cxnSp>
          <p:nvCxnSpPr>
            <p:cNvPr id="79905" name="AutoShape 32"/>
            <p:cNvCxnSpPr>
              <a:cxnSpLocks noChangeShapeType="1"/>
              <a:stCxn id="79893" idx="4"/>
              <a:endCxn id="79896" idx="0"/>
            </p:cNvCxnSpPr>
            <p:nvPr/>
          </p:nvCxnSpPr>
          <p:spPr bwMode="auto">
            <a:xfrm>
              <a:off x="3072" y="2448"/>
              <a:ext cx="384" cy="288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</p:cxnSp>
      </p:grpSp>
      <p:sp>
        <p:nvSpPr>
          <p:cNvPr id="79886" name="Text Box 33"/>
          <p:cNvSpPr txBox="1">
            <a:spLocks noChangeArrowheads="1"/>
          </p:cNvSpPr>
          <p:nvPr/>
        </p:nvSpPr>
        <p:spPr bwMode="auto">
          <a:xfrm>
            <a:off x="304800" y="1295400"/>
            <a:ext cx="3200400" cy="4362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endParaRPr lang="en-US" altLang="zh-CN" sz="2800">
              <a:latin typeface="Times New Roman" pitchFamily="18" charset="0"/>
              <a:ea typeface="宋体" charset="-122"/>
            </a:endParaRPr>
          </a:p>
          <a:p>
            <a:r>
              <a:rPr lang="en-US" altLang="zh-CN" sz="2800">
                <a:latin typeface="Times New Roman" pitchFamily="18" charset="0"/>
                <a:ea typeface="宋体" charset="-122"/>
              </a:rPr>
              <a:t>		Tree:</a:t>
            </a:r>
          </a:p>
          <a:p>
            <a:endParaRPr lang="en-US" altLang="zh-CN" sz="2800">
              <a:latin typeface="Times New Roman" pitchFamily="18" charset="0"/>
              <a:ea typeface="宋体" charset="-122"/>
            </a:endParaRPr>
          </a:p>
          <a:p>
            <a:endParaRPr lang="en-US" altLang="zh-CN" sz="2800">
              <a:latin typeface="Times New Roman" pitchFamily="18" charset="0"/>
              <a:ea typeface="宋体" charset="-122"/>
            </a:endParaRPr>
          </a:p>
          <a:p>
            <a:endParaRPr lang="en-US" altLang="zh-CN" sz="2800">
              <a:latin typeface="Times New Roman" pitchFamily="18" charset="0"/>
              <a:ea typeface="宋体" charset="-122"/>
            </a:endParaRPr>
          </a:p>
          <a:p>
            <a:endParaRPr lang="en-US" altLang="zh-CN" sz="2800">
              <a:latin typeface="Times New Roman" pitchFamily="18" charset="0"/>
              <a:ea typeface="宋体" charset="-122"/>
            </a:endParaRPr>
          </a:p>
          <a:p>
            <a:endParaRPr lang="en-US" altLang="zh-CN" sz="2800">
              <a:latin typeface="Times New Roman" pitchFamily="18" charset="0"/>
              <a:ea typeface="宋体" charset="-122"/>
            </a:endParaRPr>
          </a:p>
          <a:p>
            <a:endParaRPr lang="en-US" altLang="zh-CN" sz="2800">
              <a:latin typeface="Times New Roman" pitchFamily="18" charset="0"/>
              <a:ea typeface="宋体" charset="-122"/>
            </a:endParaRPr>
          </a:p>
          <a:p>
            <a:endParaRPr lang="en-US" altLang="zh-CN" sz="2800">
              <a:latin typeface="Times New Roman" pitchFamily="18" charset="0"/>
              <a:ea typeface="宋体" charset="-122"/>
            </a:endParaRPr>
          </a:p>
          <a:p>
            <a:r>
              <a:rPr lang="en-US" altLang="zh-CN" sz="2800">
                <a:latin typeface="Times New Roman" pitchFamily="18" charset="0"/>
                <a:ea typeface="宋体" charset="-122"/>
              </a:rPr>
              <a:t>Visiting sequence:</a:t>
            </a:r>
          </a:p>
        </p:txBody>
      </p:sp>
      <p:sp>
        <p:nvSpPr>
          <p:cNvPr id="34" name="Slide Number Placeholder 3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B66DE-703E-461C-82AF-C942A54373C1}" type="slidenum">
              <a:rPr lang="en-US" altLang="zh-CN" smtClean="0"/>
              <a:pPr/>
              <a:t>39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1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6010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10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" dur="500"/>
                                        <p:tgtEl>
                                          <p:spTgt spid="6010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10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7" dur="500"/>
                                        <p:tgtEl>
                                          <p:spTgt spid="6010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10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2" dur="500"/>
                                        <p:tgtEl>
                                          <p:spTgt spid="6010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10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7" dur="500"/>
                                        <p:tgtEl>
                                          <p:spTgt spid="6010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10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2" dur="500"/>
                                        <p:tgtEl>
                                          <p:spTgt spid="6010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10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7" dur="500"/>
                                        <p:tgtEl>
                                          <p:spTgt spid="6010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10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42" dur="500"/>
                                        <p:tgtEl>
                                          <p:spTgt spid="6010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1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47" dur="500"/>
                                        <p:tgtEl>
                                          <p:spTgt spid="601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10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52" dur="500"/>
                                        <p:tgtEl>
                                          <p:spTgt spid="6010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01091" grpId="0" animBg="1" autoUpdateAnimBg="0"/>
      <p:bldP spid="601092" grpId="0" animBg="1" autoUpdateAnimBg="0"/>
      <p:bldP spid="601093" grpId="0" animBg="1" autoUpdateAnimBg="0"/>
      <p:bldP spid="601094" grpId="0" animBg="1" autoUpdateAnimBg="0"/>
      <p:bldP spid="601095" grpId="0" animBg="1" autoUpdateAnimBg="0"/>
      <p:bldP spid="601096" grpId="0" animBg="1" autoUpdateAnimBg="0"/>
      <p:bldP spid="601097" grpId="0" animBg="1" autoUpdateAnimBg="0"/>
      <p:bldP spid="601098" grpId="0" animBg="1" autoUpdateAnimBg="0"/>
      <p:bldP spid="601099" grpId="0" animBg="1" autoUpdateAnimBg="0"/>
      <p:bldP spid="601100" grpId="0" animBg="1" autoUpdateAnimBg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52400"/>
            <a:ext cx="8229600" cy="838200"/>
          </a:xfrm>
        </p:spPr>
        <p:txBody>
          <a:bodyPr/>
          <a:lstStyle/>
          <a:p>
            <a:pPr eaLnBrk="1" hangingPunct="1"/>
            <a:r>
              <a:rPr lang="en-US" altLang="zh-CN" smtClean="0">
                <a:latin typeface="Times New Roman" pitchFamily="18" charset="0"/>
                <a:ea typeface="宋体" charset="-122"/>
              </a:rPr>
              <a:t>The Inorder Traversal of </a:t>
            </a:r>
            <a:r>
              <a:rPr lang="en-US" altLang="zh-CN" i="1" smtClean="0">
                <a:latin typeface="Times New Roman" pitchFamily="18" charset="0"/>
                <a:ea typeface="宋体" charset="-122"/>
              </a:rPr>
              <a:t>T</a:t>
            </a:r>
          </a:p>
        </p:txBody>
      </p:sp>
      <p:pic>
        <p:nvPicPr>
          <p:cNvPr id="80899" name="Picture 3" descr="10_3_03"/>
          <p:cNvPicPr>
            <a:picLocks noGrp="1" noChangeAspect="1" noChangeArrowheads="1"/>
          </p:cNvPicPr>
          <p:nvPr>
            <p:ph idx="1"/>
          </p:nvPr>
        </p:nvPicPr>
        <p:blipFill>
          <a:blip r:embed="rId3"/>
          <a:srcRect/>
          <a:stretch>
            <a:fillRect/>
          </a:stretch>
        </p:blipFill>
        <p:spPr>
          <a:xfrm>
            <a:off x="609600" y="1143000"/>
            <a:ext cx="5062538" cy="5562600"/>
          </a:xfrm>
          <a:noFill/>
        </p:spPr>
      </p:pic>
      <p:sp>
        <p:nvSpPr>
          <p:cNvPr id="80900" name="Text Box 4"/>
          <p:cNvSpPr txBox="1">
            <a:spLocks noChangeArrowheads="1"/>
          </p:cNvSpPr>
          <p:nvPr/>
        </p:nvSpPr>
        <p:spPr bwMode="auto">
          <a:xfrm>
            <a:off x="6248400" y="1219200"/>
            <a:ext cx="2590800" cy="45243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altLang="zh-CN" sz="2400" dirty="0">
                <a:latin typeface="Times New Roman" pitchFamily="18" charset="0"/>
                <a:ea typeface="宋体" charset="-122"/>
              </a:rPr>
              <a:t>In which order does an </a:t>
            </a:r>
            <a:r>
              <a:rPr lang="en-US" altLang="zh-CN" sz="2400" dirty="0" err="1">
                <a:latin typeface="Times New Roman" pitchFamily="18" charset="0"/>
                <a:ea typeface="宋体" charset="-122"/>
              </a:rPr>
              <a:t>inorder</a:t>
            </a:r>
            <a:r>
              <a:rPr lang="en-US" altLang="zh-CN" sz="2400" dirty="0">
                <a:latin typeface="Times New Roman" pitchFamily="18" charset="0"/>
                <a:ea typeface="宋体" charset="-122"/>
              </a:rPr>
              <a:t> traversal visit the vertices in the ordered rooted tree </a:t>
            </a:r>
            <a:r>
              <a:rPr lang="en-US" altLang="zh-CN" sz="2400" i="1" dirty="0">
                <a:latin typeface="Times New Roman" pitchFamily="18" charset="0"/>
                <a:ea typeface="宋体" charset="-122"/>
              </a:rPr>
              <a:t>T</a:t>
            </a:r>
            <a:r>
              <a:rPr lang="en-US" altLang="zh-CN" sz="2400" dirty="0">
                <a:latin typeface="Times New Roman" pitchFamily="18" charset="0"/>
                <a:ea typeface="宋体" charset="-122"/>
              </a:rPr>
              <a:t> shown to the left?</a:t>
            </a:r>
          </a:p>
          <a:p>
            <a:endParaRPr lang="en-US" altLang="zh-CN" sz="2400" dirty="0">
              <a:latin typeface="Times New Roman" pitchFamily="18" charset="0"/>
              <a:ea typeface="宋体" charset="-122"/>
            </a:endParaRPr>
          </a:p>
          <a:p>
            <a:r>
              <a:rPr lang="en-US" altLang="zh-CN" sz="2400" b="1" dirty="0" err="1">
                <a:solidFill>
                  <a:srgbClr val="002060"/>
                </a:solidFill>
                <a:latin typeface="Times New Roman" pitchFamily="18" charset="0"/>
                <a:ea typeface="宋体" charset="-122"/>
              </a:rPr>
              <a:t>Inorder</a:t>
            </a:r>
            <a:r>
              <a:rPr lang="en-US" altLang="zh-CN" sz="2400" b="1" dirty="0">
                <a:solidFill>
                  <a:srgbClr val="002060"/>
                </a:solidFill>
                <a:latin typeface="Times New Roman" pitchFamily="18" charset="0"/>
                <a:ea typeface="宋体" charset="-122"/>
              </a:rPr>
              <a:t>:</a:t>
            </a:r>
          </a:p>
          <a:p>
            <a:r>
              <a:rPr lang="en-US" altLang="zh-CN" sz="2400" dirty="0">
                <a:solidFill>
                  <a:srgbClr val="002060"/>
                </a:solidFill>
                <a:latin typeface="Times New Roman" pitchFamily="18" charset="0"/>
                <a:ea typeface="宋体" charset="-122"/>
              </a:rPr>
              <a:t>Visit leftmost tree, visit root, visit other subtrees left to right.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B66DE-703E-461C-82AF-C942A54373C1}" type="slidenum">
              <a:rPr lang="en-US" altLang="zh-CN" smtClean="0"/>
              <a:pPr/>
              <a:t>40</a:t>
            </a:fld>
            <a:endParaRPr lang="en-US" altLang="zh-CN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52400"/>
            <a:ext cx="8229600" cy="762000"/>
          </a:xfrm>
        </p:spPr>
        <p:txBody>
          <a:bodyPr/>
          <a:lstStyle/>
          <a:p>
            <a:pPr eaLnBrk="1" hangingPunct="1"/>
            <a:r>
              <a:rPr lang="en-US" altLang="zh-CN" smtClean="0">
                <a:latin typeface="Times New Roman" pitchFamily="18" charset="0"/>
                <a:ea typeface="宋体" charset="-122"/>
              </a:rPr>
              <a:t>The Inorder Traversal of </a:t>
            </a:r>
            <a:r>
              <a:rPr lang="en-US" altLang="zh-CN" i="1" smtClean="0">
                <a:latin typeface="Times New Roman" pitchFamily="18" charset="0"/>
                <a:ea typeface="宋体" charset="-122"/>
              </a:rPr>
              <a:t>T</a:t>
            </a:r>
          </a:p>
        </p:txBody>
      </p:sp>
      <p:sp>
        <p:nvSpPr>
          <p:cNvPr id="81923" name="Text Box 3"/>
          <p:cNvSpPr txBox="1">
            <a:spLocks noChangeArrowheads="1"/>
          </p:cNvSpPr>
          <p:nvPr/>
        </p:nvSpPr>
        <p:spPr bwMode="auto">
          <a:xfrm>
            <a:off x="228600" y="1143000"/>
            <a:ext cx="2743200" cy="9159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>
                <a:ea typeface="宋体" charset="-122"/>
              </a:rPr>
              <a:t>© The McGraw-Hill Companies, Inc. all rights reserved</a:t>
            </a:r>
          </a:p>
        </p:txBody>
      </p:sp>
      <p:pic>
        <p:nvPicPr>
          <p:cNvPr id="81924" name="Picture 6"/>
          <p:cNvPicPr>
            <a:picLocks noGrp="1" noChangeAspect="1" noChangeArrowheads="1"/>
          </p:cNvPicPr>
          <p:nvPr>
            <p:ph idx="1"/>
          </p:nvPr>
        </p:nvPicPr>
        <p:blipFill>
          <a:blip r:embed="rId3"/>
          <a:srcRect/>
          <a:stretch>
            <a:fillRect/>
          </a:stretch>
        </p:blipFill>
        <p:spPr>
          <a:xfrm>
            <a:off x="1295400" y="1219200"/>
            <a:ext cx="7543800" cy="5600700"/>
          </a:xfrm>
          <a:noFill/>
        </p:spPr>
      </p:pic>
      <p:sp>
        <p:nvSpPr>
          <p:cNvPr id="81925" name="Text Box 8"/>
          <p:cNvSpPr txBox="1">
            <a:spLocks noChangeArrowheads="1"/>
          </p:cNvSpPr>
          <p:nvPr/>
        </p:nvSpPr>
        <p:spPr bwMode="auto">
          <a:xfrm>
            <a:off x="152400" y="2286000"/>
            <a:ext cx="1828800" cy="26776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altLang="zh-CN" sz="2400" b="1" dirty="0" err="1">
                <a:solidFill>
                  <a:srgbClr val="002060"/>
                </a:solidFill>
                <a:latin typeface="Times New Roman" pitchFamily="18" charset="0"/>
                <a:ea typeface="宋体" charset="-122"/>
              </a:rPr>
              <a:t>Inorder</a:t>
            </a:r>
            <a:r>
              <a:rPr lang="en-US" altLang="zh-CN" sz="2400" b="1" dirty="0">
                <a:solidFill>
                  <a:srgbClr val="002060"/>
                </a:solidFill>
                <a:latin typeface="Times New Roman" pitchFamily="18" charset="0"/>
                <a:ea typeface="宋体" charset="-122"/>
              </a:rPr>
              <a:t>:</a:t>
            </a:r>
          </a:p>
          <a:p>
            <a:r>
              <a:rPr lang="en-US" altLang="zh-CN" sz="2400" dirty="0">
                <a:solidFill>
                  <a:srgbClr val="002060"/>
                </a:solidFill>
                <a:latin typeface="Times New Roman" pitchFamily="18" charset="0"/>
                <a:ea typeface="宋体" charset="-122"/>
              </a:rPr>
              <a:t>Visit leftmost tree, visit root, visit other subtrees left to right.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B66DE-703E-461C-82AF-C942A54373C1}" type="slidenum">
              <a:rPr lang="en-US" altLang="zh-CN" smtClean="0"/>
              <a:pPr/>
              <a:t>41</a:t>
            </a:fld>
            <a:endParaRPr lang="en-US" altLang="zh-CN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52400"/>
            <a:ext cx="8229600" cy="762000"/>
          </a:xfrm>
        </p:spPr>
        <p:txBody>
          <a:bodyPr/>
          <a:lstStyle/>
          <a:p>
            <a:pPr eaLnBrk="1" hangingPunct="1"/>
            <a:r>
              <a:rPr lang="en-US" altLang="zh-CN" smtClean="0">
                <a:latin typeface="Times New Roman" pitchFamily="18" charset="0"/>
                <a:ea typeface="宋体" charset="-122"/>
              </a:rPr>
              <a:t>The Inorder Traversal of </a:t>
            </a:r>
            <a:r>
              <a:rPr lang="en-US" altLang="zh-CN" i="1" smtClean="0">
                <a:latin typeface="Times New Roman" pitchFamily="18" charset="0"/>
                <a:ea typeface="宋体" charset="-122"/>
              </a:rPr>
              <a:t>T</a:t>
            </a:r>
          </a:p>
        </p:txBody>
      </p:sp>
      <p:sp>
        <p:nvSpPr>
          <p:cNvPr id="82947" name="Text Box 3"/>
          <p:cNvSpPr txBox="1">
            <a:spLocks noChangeArrowheads="1"/>
          </p:cNvSpPr>
          <p:nvPr/>
        </p:nvSpPr>
        <p:spPr bwMode="auto">
          <a:xfrm>
            <a:off x="228600" y="1371600"/>
            <a:ext cx="85344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>
                <a:ea typeface="宋体" charset="-122"/>
              </a:rPr>
              <a:t>© The McGraw-Hill Companies, Inc. all rights reserved</a:t>
            </a:r>
          </a:p>
        </p:txBody>
      </p:sp>
      <p:pic>
        <p:nvPicPr>
          <p:cNvPr id="82948" name="Picture 6"/>
          <p:cNvPicPr>
            <a:picLocks noGrp="1" noChangeAspect="1" noChangeArrowheads="1"/>
          </p:cNvPicPr>
          <p:nvPr>
            <p:ph idx="1"/>
          </p:nvPr>
        </p:nvPicPr>
        <p:blipFill>
          <a:blip r:embed="rId3"/>
          <a:srcRect/>
          <a:stretch>
            <a:fillRect/>
          </a:stretch>
        </p:blipFill>
        <p:spPr>
          <a:xfrm>
            <a:off x="0" y="1828800"/>
            <a:ext cx="9144000" cy="4462463"/>
          </a:xfrm>
          <a:noFill/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B66DE-703E-461C-82AF-C942A54373C1}" type="slidenum">
              <a:rPr lang="en-US" altLang="zh-CN" smtClean="0"/>
              <a:pPr/>
              <a:t>42</a:t>
            </a:fld>
            <a:endParaRPr lang="en-US" altLang="zh-CN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52400"/>
            <a:ext cx="8229600" cy="762000"/>
          </a:xfrm>
        </p:spPr>
        <p:txBody>
          <a:bodyPr/>
          <a:lstStyle/>
          <a:p>
            <a:pPr eaLnBrk="1" hangingPunct="1"/>
            <a:r>
              <a:rPr lang="en-US" altLang="zh-CN" smtClean="0">
                <a:latin typeface="Times New Roman" pitchFamily="18" charset="0"/>
                <a:ea typeface="宋体" charset="-122"/>
              </a:rPr>
              <a:t>The Inorder Traversal of </a:t>
            </a:r>
            <a:r>
              <a:rPr lang="en-US" altLang="zh-CN" i="1" smtClean="0">
                <a:latin typeface="Times New Roman" pitchFamily="18" charset="0"/>
                <a:ea typeface="宋体" charset="-122"/>
              </a:rPr>
              <a:t>T</a:t>
            </a:r>
          </a:p>
        </p:txBody>
      </p:sp>
      <p:sp>
        <p:nvSpPr>
          <p:cNvPr id="83971" name="Text Box 3"/>
          <p:cNvSpPr txBox="1">
            <a:spLocks noChangeArrowheads="1"/>
          </p:cNvSpPr>
          <p:nvPr/>
        </p:nvSpPr>
        <p:spPr bwMode="auto">
          <a:xfrm>
            <a:off x="152400" y="1447800"/>
            <a:ext cx="85344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>
                <a:ea typeface="宋体" charset="-122"/>
              </a:rPr>
              <a:t>© The McGraw-Hill Companies, Inc. all rights reserved</a:t>
            </a:r>
          </a:p>
        </p:txBody>
      </p:sp>
      <p:pic>
        <p:nvPicPr>
          <p:cNvPr id="83972" name="Picture 6"/>
          <p:cNvPicPr>
            <a:picLocks noGrp="1" noChangeAspect="1" noChangeArrowheads="1"/>
          </p:cNvPicPr>
          <p:nvPr>
            <p:ph idx="1"/>
          </p:nvPr>
        </p:nvPicPr>
        <p:blipFill>
          <a:blip r:embed="rId3"/>
          <a:srcRect/>
          <a:stretch>
            <a:fillRect/>
          </a:stretch>
        </p:blipFill>
        <p:spPr>
          <a:xfrm>
            <a:off x="0" y="1752600"/>
            <a:ext cx="9144000" cy="2946400"/>
          </a:xfrm>
          <a:noFill/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B66DE-703E-461C-82AF-C942A54373C1}" type="slidenum">
              <a:rPr lang="en-US" altLang="zh-CN" smtClean="0"/>
              <a:pPr/>
              <a:t>43</a:t>
            </a:fld>
            <a:endParaRPr lang="en-US" altLang="zh-CN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52400"/>
            <a:ext cx="8229600" cy="762000"/>
          </a:xfrm>
        </p:spPr>
        <p:txBody>
          <a:bodyPr/>
          <a:lstStyle/>
          <a:p>
            <a:pPr eaLnBrk="1" hangingPunct="1"/>
            <a:r>
              <a:rPr lang="en-US" altLang="zh-CN" smtClean="0">
                <a:latin typeface="Times New Roman" pitchFamily="18" charset="0"/>
                <a:ea typeface="宋体" charset="-122"/>
              </a:rPr>
              <a:t>The Inorder Traversal of </a:t>
            </a:r>
            <a:r>
              <a:rPr lang="en-US" altLang="zh-CN" i="1" smtClean="0">
                <a:latin typeface="Times New Roman" pitchFamily="18" charset="0"/>
                <a:ea typeface="宋体" charset="-122"/>
              </a:rPr>
              <a:t>T</a:t>
            </a:r>
          </a:p>
        </p:txBody>
      </p:sp>
      <p:sp>
        <p:nvSpPr>
          <p:cNvPr id="84995" name="Text Box 3"/>
          <p:cNvSpPr txBox="1">
            <a:spLocks noChangeArrowheads="1"/>
          </p:cNvSpPr>
          <p:nvPr/>
        </p:nvSpPr>
        <p:spPr bwMode="auto">
          <a:xfrm>
            <a:off x="152400" y="1447800"/>
            <a:ext cx="85344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>
                <a:ea typeface="宋体" charset="-122"/>
              </a:rPr>
              <a:t>© The McGraw-Hill Companies, Inc. all rights reserved</a:t>
            </a:r>
          </a:p>
        </p:txBody>
      </p:sp>
      <p:pic>
        <p:nvPicPr>
          <p:cNvPr id="84996" name="Picture 6"/>
          <p:cNvPicPr>
            <a:picLocks noGrp="1" noChangeAspect="1" noChangeArrowheads="1"/>
          </p:cNvPicPr>
          <p:nvPr>
            <p:ph idx="1"/>
          </p:nvPr>
        </p:nvPicPr>
        <p:blipFill>
          <a:blip r:embed="rId3"/>
          <a:srcRect/>
          <a:stretch>
            <a:fillRect/>
          </a:stretch>
        </p:blipFill>
        <p:spPr>
          <a:xfrm>
            <a:off x="0" y="1905000"/>
            <a:ext cx="9144000" cy="1239838"/>
          </a:xfrm>
          <a:noFill/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B66DE-703E-461C-82AF-C942A54373C1}" type="slidenum">
              <a:rPr lang="en-US" altLang="zh-CN" smtClean="0"/>
              <a:pPr/>
              <a:t>44</a:t>
            </a:fld>
            <a:endParaRPr lang="en-US" altLang="zh-CN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152400"/>
            <a:ext cx="8686800" cy="914400"/>
          </a:xfrm>
        </p:spPr>
        <p:txBody>
          <a:bodyPr/>
          <a:lstStyle/>
          <a:p>
            <a:pPr eaLnBrk="1" hangingPunct="1"/>
            <a:r>
              <a:rPr lang="en-US" altLang="zh-CN" smtClean="0">
                <a:latin typeface="Times New Roman" pitchFamily="18" charset="0"/>
                <a:ea typeface="宋体" charset="-122"/>
              </a:rPr>
              <a:t>Postorder Traversal</a:t>
            </a:r>
          </a:p>
        </p:txBody>
      </p:sp>
      <p:sp>
        <p:nvSpPr>
          <p:cNvPr id="602115" name="Text Box 3"/>
          <p:cNvSpPr txBox="1">
            <a:spLocks noChangeArrowheads="1"/>
          </p:cNvSpPr>
          <p:nvPr/>
        </p:nvSpPr>
        <p:spPr bwMode="auto">
          <a:xfrm>
            <a:off x="457200" y="2667000"/>
            <a:ext cx="4770438" cy="35036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altLang="zh-CN" sz="3200">
                <a:solidFill>
                  <a:schemeClr val="tx2"/>
                </a:solidFill>
                <a:latin typeface="Times New Roman" pitchFamily="18" charset="0"/>
                <a:ea typeface="宋体" charset="-122"/>
              </a:rPr>
              <a:t>Step 1:</a:t>
            </a:r>
            <a:r>
              <a:rPr lang="en-US" altLang="zh-CN" sz="3200">
                <a:latin typeface="Times New Roman" pitchFamily="18" charset="0"/>
                <a:ea typeface="宋体" charset="-122"/>
              </a:rPr>
              <a:t> Visit </a:t>
            </a:r>
            <a:r>
              <a:rPr lang="en-US" altLang="zh-CN" sz="3200" i="1">
                <a:latin typeface="Times New Roman" pitchFamily="18" charset="0"/>
                <a:ea typeface="宋体" charset="-122"/>
              </a:rPr>
              <a:t>T</a:t>
            </a:r>
            <a:r>
              <a:rPr lang="en-US" altLang="zh-CN" sz="3200" baseline="-25000">
                <a:latin typeface="Times New Roman" pitchFamily="18" charset="0"/>
                <a:ea typeface="宋体" charset="-122"/>
              </a:rPr>
              <a:t>1 </a:t>
            </a:r>
            <a:r>
              <a:rPr lang="en-US" altLang="zh-CN" sz="3200">
                <a:latin typeface="Times New Roman" pitchFamily="18" charset="0"/>
                <a:ea typeface="宋体" charset="-122"/>
              </a:rPr>
              <a:t>in postorder</a:t>
            </a:r>
          </a:p>
          <a:p>
            <a:r>
              <a:rPr lang="en-US" altLang="zh-CN" sz="3200">
                <a:solidFill>
                  <a:schemeClr val="tx2"/>
                </a:solidFill>
                <a:latin typeface="Times New Roman" pitchFamily="18" charset="0"/>
                <a:ea typeface="宋体" charset="-122"/>
              </a:rPr>
              <a:t>Step 2:</a:t>
            </a:r>
            <a:r>
              <a:rPr lang="en-US" altLang="zh-CN" sz="3200">
                <a:latin typeface="Times New Roman" pitchFamily="18" charset="0"/>
                <a:ea typeface="宋体" charset="-122"/>
              </a:rPr>
              <a:t> Visit </a:t>
            </a:r>
            <a:r>
              <a:rPr lang="en-US" altLang="zh-CN" sz="3200" i="1">
                <a:latin typeface="Times New Roman" pitchFamily="18" charset="0"/>
                <a:ea typeface="宋体" charset="-122"/>
              </a:rPr>
              <a:t>T</a:t>
            </a:r>
            <a:r>
              <a:rPr lang="en-US" altLang="zh-CN" sz="3200" baseline="-25000">
                <a:latin typeface="Times New Roman" pitchFamily="18" charset="0"/>
                <a:ea typeface="宋体" charset="-122"/>
              </a:rPr>
              <a:t>2</a:t>
            </a:r>
            <a:r>
              <a:rPr lang="en-US" altLang="zh-CN" sz="3200">
                <a:latin typeface="Times New Roman" pitchFamily="18" charset="0"/>
                <a:ea typeface="宋体" charset="-122"/>
              </a:rPr>
              <a:t> in postorder</a:t>
            </a:r>
          </a:p>
          <a:p>
            <a:r>
              <a:rPr lang="en-US" altLang="zh-CN" sz="3200">
                <a:latin typeface="Times New Roman" pitchFamily="18" charset="0"/>
                <a:ea typeface="宋体" charset="-122"/>
              </a:rPr>
              <a:t>		.</a:t>
            </a:r>
          </a:p>
          <a:p>
            <a:r>
              <a:rPr lang="en-US" altLang="zh-CN" sz="3200">
                <a:latin typeface="Times New Roman" pitchFamily="18" charset="0"/>
                <a:ea typeface="宋体" charset="-122"/>
              </a:rPr>
              <a:t>		.</a:t>
            </a:r>
          </a:p>
          <a:p>
            <a:r>
              <a:rPr lang="en-US" altLang="zh-CN" sz="3200">
                <a:latin typeface="Times New Roman" pitchFamily="18" charset="0"/>
                <a:ea typeface="宋体" charset="-122"/>
              </a:rPr>
              <a:t>		.</a:t>
            </a:r>
          </a:p>
          <a:p>
            <a:r>
              <a:rPr lang="en-US" altLang="zh-CN" sz="3200">
                <a:solidFill>
                  <a:schemeClr val="tx2"/>
                </a:solidFill>
                <a:latin typeface="Times New Roman" pitchFamily="18" charset="0"/>
                <a:ea typeface="宋体" charset="-122"/>
              </a:rPr>
              <a:t>Step </a:t>
            </a:r>
            <a:r>
              <a:rPr lang="en-US" altLang="zh-CN" sz="3200" i="1">
                <a:solidFill>
                  <a:schemeClr val="tx2"/>
                </a:solidFill>
                <a:latin typeface="Times New Roman" pitchFamily="18" charset="0"/>
                <a:ea typeface="宋体" charset="-122"/>
              </a:rPr>
              <a:t>n</a:t>
            </a:r>
            <a:r>
              <a:rPr lang="en-US" altLang="zh-CN" sz="3200">
                <a:solidFill>
                  <a:schemeClr val="tx2"/>
                </a:solidFill>
                <a:latin typeface="Times New Roman" pitchFamily="18" charset="0"/>
                <a:ea typeface="宋体" charset="-122"/>
              </a:rPr>
              <a:t>:</a:t>
            </a:r>
            <a:r>
              <a:rPr lang="en-US" altLang="zh-CN" sz="3200">
                <a:latin typeface="Times New Roman" pitchFamily="18" charset="0"/>
                <a:ea typeface="宋体" charset="-122"/>
              </a:rPr>
              <a:t> Visit </a:t>
            </a:r>
            <a:r>
              <a:rPr lang="en-US" altLang="zh-CN" sz="3200" i="1">
                <a:latin typeface="Times New Roman" pitchFamily="18" charset="0"/>
                <a:ea typeface="宋体" charset="-122"/>
              </a:rPr>
              <a:t>T</a:t>
            </a:r>
            <a:r>
              <a:rPr lang="en-US" altLang="zh-CN" sz="3200" i="1" baseline="-25000">
                <a:latin typeface="Times New Roman" pitchFamily="18" charset="0"/>
                <a:ea typeface="宋体" charset="-122"/>
              </a:rPr>
              <a:t>n</a:t>
            </a:r>
            <a:r>
              <a:rPr lang="en-US" altLang="zh-CN" sz="3200">
                <a:latin typeface="Times New Roman" pitchFamily="18" charset="0"/>
                <a:ea typeface="宋体" charset="-122"/>
              </a:rPr>
              <a:t> in postorder</a:t>
            </a:r>
          </a:p>
          <a:p>
            <a:r>
              <a:rPr lang="en-US" altLang="zh-CN" sz="3200">
                <a:solidFill>
                  <a:schemeClr val="tx2"/>
                </a:solidFill>
                <a:latin typeface="Times New Roman" pitchFamily="18" charset="0"/>
                <a:ea typeface="宋体" charset="-122"/>
              </a:rPr>
              <a:t>Step </a:t>
            </a:r>
            <a:r>
              <a:rPr lang="en-US" altLang="zh-CN" sz="3200" i="1">
                <a:solidFill>
                  <a:schemeClr val="tx2"/>
                </a:solidFill>
                <a:latin typeface="Times New Roman" pitchFamily="18" charset="0"/>
                <a:ea typeface="宋体" charset="-122"/>
              </a:rPr>
              <a:t>n</a:t>
            </a:r>
            <a:r>
              <a:rPr lang="en-US" altLang="zh-CN" sz="3200">
                <a:solidFill>
                  <a:schemeClr val="tx2"/>
                </a:solidFill>
                <a:latin typeface="Times New Roman" pitchFamily="18" charset="0"/>
                <a:ea typeface="宋体" charset="-122"/>
              </a:rPr>
              <a:t>+1:</a:t>
            </a:r>
            <a:r>
              <a:rPr lang="en-US" altLang="zh-CN" sz="3200">
                <a:latin typeface="Times New Roman" pitchFamily="18" charset="0"/>
                <a:ea typeface="宋体" charset="-122"/>
              </a:rPr>
              <a:t> Visit </a:t>
            </a:r>
            <a:r>
              <a:rPr lang="en-US" altLang="zh-CN" sz="3200" i="1">
                <a:latin typeface="Times New Roman" pitchFamily="18" charset="0"/>
                <a:ea typeface="宋体" charset="-122"/>
              </a:rPr>
              <a:t>r</a:t>
            </a:r>
          </a:p>
        </p:txBody>
      </p:sp>
      <p:sp>
        <p:nvSpPr>
          <p:cNvPr id="602123" name="Oval 11"/>
          <p:cNvSpPr>
            <a:spLocks noChangeArrowheads="1"/>
          </p:cNvSpPr>
          <p:nvPr/>
        </p:nvSpPr>
        <p:spPr bwMode="auto">
          <a:xfrm>
            <a:off x="5530850" y="4187825"/>
            <a:ext cx="609600" cy="914400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>
              <a:ea typeface="宋体" charset="-122"/>
            </a:endParaRPr>
          </a:p>
        </p:txBody>
      </p:sp>
      <p:sp>
        <p:nvSpPr>
          <p:cNvPr id="602124" name="Oval 12"/>
          <p:cNvSpPr>
            <a:spLocks noChangeArrowheads="1"/>
          </p:cNvSpPr>
          <p:nvPr/>
        </p:nvSpPr>
        <p:spPr bwMode="auto">
          <a:xfrm>
            <a:off x="7893050" y="4187825"/>
            <a:ext cx="609600" cy="914400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>
              <a:ea typeface="宋体" charset="-122"/>
            </a:endParaRPr>
          </a:p>
        </p:txBody>
      </p:sp>
      <p:sp>
        <p:nvSpPr>
          <p:cNvPr id="602125" name="Oval 13"/>
          <p:cNvSpPr>
            <a:spLocks noChangeArrowheads="1"/>
          </p:cNvSpPr>
          <p:nvPr/>
        </p:nvSpPr>
        <p:spPr bwMode="auto">
          <a:xfrm>
            <a:off x="6521450" y="4187825"/>
            <a:ext cx="609600" cy="914400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>
              <a:ea typeface="宋体" charset="-122"/>
            </a:endParaRPr>
          </a:p>
        </p:txBody>
      </p:sp>
      <p:grpSp>
        <p:nvGrpSpPr>
          <p:cNvPr id="86023" name="Group 14"/>
          <p:cNvGrpSpPr>
            <a:grpSpLocks/>
          </p:cNvGrpSpPr>
          <p:nvPr/>
        </p:nvGrpSpPr>
        <p:grpSpPr bwMode="auto">
          <a:xfrm>
            <a:off x="5530850" y="2746375"/>
            <a:ext cx="2971800" cy="2355850"/>
            <a:chOff x="3484" y="1730"/>
            <a:chExt cx="1872" cy="1484"/>
          </a:xfrm>
        </p:grpSpPr>
        <p:sp>
          <p:nvSpPr>
            <p:cNvPr id="86025" name="Oval 15"/>
            <p:cNvSpPr>
              <a:spLocks noChangeAspect="1" noChangeArrowheads="1"/>
            </p:cNvSpPr>
            <p:nvPr/>
          </p:nvSpPr>
          <p:spPr bwMode="auto">
            <a:xfrm>
              <a:off x="4336" y="1963"/>
              <a:ext cx="115" cy="11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>
                <a:ea typeface="宋体" charset="-122"/>
              </a:endParaRPr>
            </a:p>
          </p:txBody>
        </p:sp>
        <p:sp>
          <p:nvSpPr>
            <p:cNvPr id="86026" name="Text Box 16"/>
            <p:cNvSpPr txBox="1">
              <a:spLocks noChangeArrowheads="1"/>
            </p:cNvSpPr>
            <p:nvPr/>
          </p:nvSpPr>
          <p:spPr bwMode="auto">
            <a:xfrm>
              <a:off x="4108" y="1730"/>
              <a:ext cx="193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sz="2400" i="1">
                  <a:latin typeface="Bookman Old Style" pitchFamily="18" charset="0"/>
                  <a:ea typeface="宋体" charset="-122"/>
                </a:rPr>
                <a:t>r</a:t>
              </a:r>
            </a:p>
          </p:txBody>
        </p:sp>
        <p:sp>
          <p:nvSpPr>
            <p:cNvPr id="86027" name="Line 17"/>
            <p:cNvSpPr>
              <a:spLocks noChangeShapeType="1"/>
            </p:cNvSpPr>
            <p:nvPr/>
          </p:nvSpPr>
          <p:spPr bwMode="auto">
            <a:xfrm flipH="1">
              <a:off x="3724" y="2062"/>
              <a:ext cx="624" cy="57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86028" name="Line 18"/>
            <p:cNvSpPr>
              <a:spLocks noChangeShapeType="1"/>
            </p:cNvSpPr>
            <p:nvPr/>
          </p:nvSpPr>
          <p:spPr bwMode="auto">
            <a:xfrm flipH="1">
              <a:off x="4300" y="2080"/>
              <a:ext cx="93" cy="55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86029" name="Line 19"/>
            <p:cNvSpPr>
              <a:spLocks noChangeShapeType="1"/>
            </p:cNvSpPr>
            <p:nvPr/>
          </p:nvSpPr>
          <p:spPr bwMode="auto">
            <a:xfrm flipH="1" flipV="1">
              <a:off x="4415" y="2076"/>
              <a:ext cx="749" cy="56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86030" name="Oval 20"/>
            <p:cNvSpPr>
              <a:spLocks noChangeArrowheads="1"/>
            </p:cNvSpPr>
            <p:nvPr/>
          </p:nvSpPr>
          <p:spPr bwMode="auto">
            <a:xfrm>
              <a:off x="3484" y="2638"/>
              <a:ext cx="384" cy="576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>
                <a:ea typeface="宋体" charset="-122"/>
              </a:endParaRPr>
            </a:p>
          </p:txBody>
        </p:sp>
        <p:sp>
          <p:nvSpPr>
            <p:cNvPr id="86031" name="Text Box 21"/>
            <p:cNvSpPr txBox="1">
              <a:spLocks noChangeArrowheads="1"/>
            </p:cNvSpPr>
            <p:nvPr/>
          </p:nvSpPr>
          <p:spPr bwMode="auto">
            <a:xfrm>
              <a:off x="3532" y="2786"/>
              <a:ext cx="310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sz="2400" i="1">
                  <a:solidFill>
                    <a:srgbClr val="800000"/>
                  </a:solidFill>
                  <a:latin typeface="Bookman Old Style" pitchFamily="18" charset="0"/>
                  <a:ea typeface="宋体" charset="-122"/>
                </a:rPr>
                <a:t>T</a:t>
              </a:r>
              <a:r>
                <a:rPr lang="en-US" altLang="zh-CN" sz="2400" baseline="-25000">
                  <a:solidFill>
                    <a:srgbClr val="800000"/>
                  </a:solidFill>
                  <a:latin typeface="Bookman Old Style" pitchFamily="18" charset="0"/>
                  <a:ea typeface="宋体" charset="-122"/>
                </a:rPr>
                <a:t>1</a:t>
              </a:r>
            </a:p>
          </p:txBody>
        </p:sp>
        <p:sp>
          <p:nvSpPr>
            <p:cNvPr id="86032" name="Oval 22"/>
            <p:cNvSpPr>
              <a:spLocks noChangeArrowheads="1"/>
            </p:cNvSpPr>
            <p:nvPr/>
          </p:nvSpPr>
          <p:spPr bwMode="auto">
            <a:xfrm>
              <a:off x="4108" y="2638"/>
              <a:ext cx="384" cy="576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>
                <a:ea typeface="宋体" charset="-122"/>
              </a:endParaRPr>
            </a:p>
          </p:txBody>
        </p:sp>
        <p:sp>
          <p:nvSpPr>
            <p:cNvPr id="86033" name="Oval 23"/>
            <p:cNvSpPr>
              <a:spLocks noChangeArrowheads="1"/>
            </p:cNvSpPr>
            <p:nvPr/>
          </p:nvSpPr>
          <p:spPr bwMode="auto">
            <a:xfrm>
              <a:off x="4972" y="2638"/>
              <a:ext cx="384" cy="576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>
                <a:ea typeface="宋体" charset="-122"/>
              </a:endParaRPr>
            </a:p>
          </p:txBody>
        </p:sp>
        <p:sp>
          <p:nvSpPr>
            <p:cNvPr id="86034" name="Text Box 24"/>
            <p:cNvSpPr txBox="1">
              <a:spLocks noChangeArrowheads="1"/>
            </p:cNvSpPr>
            <p:nvPr/>
          </p:nvSpPr>
          <p:spPr bwMode="auto">
            <a:xfrm>
              <a:off x="4156" y="2786"/>
              <a:ext cx="310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sz="2400" i="1">
                  <a:solidFill>
                    <a:srgbClr val="800000"/>
                  </a:solidFill>
                  <a:latin typeface="Bookman Old Style" pitchFamily="18" charset="0"/>
                  <a:ea typeface="宋体" charset="-122"/>
                </a:rPr>
                <a:t>T</a:t>
              </a:r>
              <a:r>
                <a:rPr lang="en-US" altLang="zh-CN" sz="2400" baseline="-25000">
                  <a:solidFill>
                    <a:srgbClr val="800000"/>
                  </a:solidFill>
                  <a:latin typeface="Bookman Old Style" pitchFamily="18" charset="0"/>
                  <a:ea typeface="宋体" charset="-122"/>
                </a:rPr>
                <a:t>2</a:t>
              </a:r>
            </a:p>
          </p:txBody>
        </p:sp>
        <p:sp>
          <p:nvSpPr>
            <p:cNvPr id="86035" name="Text Box 25"/>
            <p:cNvSpPr txBox="1">
              <a:spLocks noChangeArrowheads="1"/>
            </p:cNvSpPr>
            <p:nvPr/>
          </p:nvSpPr>
          <p:spPr bwMode="auto">
            <a:xfrm>
              <a:off x="5020" y="2786"/>
              <a:ext cx="310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sz="2400" i="1">
                  <a:solidFill>
                    <a:srgbClr val="800000"/>
                  </a:solidFill>
                  <a:latin typeface="Bookman Old Style" pitchFamily="18" charset="0"/>
                  <a:ea typeface="宋体" charset="-122"/>
                </a:rPr>
                <a:t>T</a:t>
              </a:r>
              <a:r>
                <a:rPr lang="en-US" altLang="zh-CN" sz="2400" i="1" baseline="-25000">
                  <a:solidFill>
                    <a:srgbClr val="800000"/>
                  </a:solidFill>
                  <a:latin typeface="Bookman Old Style" pitchFamily="18" charset="0"/>
                  <a:ea typeface="宋体" charset="-122"/>
                </a:rPr>
                <a:t>n</a:t>
              </a:r>
              <a:endParaRPr lang="en-US" altLang="zh-CN" sz="2400" baseline="-25000">
                <a:solidFill>
                  <a:srgbClr val="800000"/>
                </a:solidFill>
                <a:latin typeface="Bookman Old Style" pitchFamily="18" charset="0"/>
                <a:ea typeface="宋体" charset="-122"/>
              </a:endParaRPr>
            </a:p>
          </p:txBody>
        </p:sp>
        <p:grpSp>
          <p:nvGrpSpPr>
            <p:cNvPr id="86036" name="Group 26"/>
            <p:cNvGrpSpPr>
              <a:grpSpLocks noChangeAspect="1"/>
            </p:cNvGrpSpPr>
            <p:nvPr/>
          </p:nvGrpSpPr>
          <p:grpSpPr bwMode="auto">
            <a:xfrm>
              <a:off x="4636" y="2926"/>
              <a:ext cx="184" cy="37"/>
              <a:chOff x="528" y="3408"/>
              <a:chExt cx="240" cy="48"/>
            </a:xfrm>
          </p:grpSpPr>
          <p:sp>
            <p:nvSpPr>
              <p:cNvPr id="86037" name="Oval 27"/>
              <p:cNvSpPr>
                <a:spLocks noChangeAspect="1" noChangeArrowheads="1"/>
              </p:cNvSpPr>
              <p:nvPr/>
            </p:nvSpPr>
            <p:spPr bwMode="auto">
              <a:xfrm>
                <a:off x="528" y="3408"/>
                <a:ext cx="48" cy="48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>
                  <a:ea typeface="宋体" charset="-122"/>
                </a:endParaRPr>
              </a:p>
            </p:txBody>
          </p:sp>
          <p:sp>
            <p:nvSpPr>
              <p:cNvPr id="86038" name="Oval 28"/>
              <p:cNvSpPr>
                <a:spLocks noChangeAspect="1" noChangeArrowheads="1"/>
              </p:cNvSpPr>
              <p:nvPr/>
            </p:nvSpPr>
            <p:spPr bwMode="auto">
              <a:xfrm>
                <a:off x="624" y="3408"/>
                <a:ext cx="48" cy="48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>
                  <a:ea typeface="宋体" charset="-122"/>
                </a:endParaRPr>
              </a:p>
            </p:txBody>
          </p:sp>
          <p:sp>
            <p:nvSpPr>
              <p:cNvPr id="86039" name="Oval 29"/>
              <p:cNvSpPr>
                <a:spLocks noChangeAspect="1" noChangeArrowheads="1"/>
              </p:cNvSpPr>
              <p:nvPr/>
            </p:nvSpPr>
            <p:spPr bwMode="auto">
              <a:xfrm>
                <a:off x="720" y="3408"/>
                <a:ext cx="48" cy="48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>
                  <a:ea typeface="宋体" charset="-122"/>
                </a:endParaRPr>
              </a:p>
            </p:txBody>
          </p:sp>
        </p:grpSp>
      </p:grpSp>
      <p:sp>
        <p:nvSpPr>
          <p:cNvPr id="602142" name="Oval 30"/>
          <p:cNvSpPr>
            <a:spLocks noChangeAspect="1" noChangeArrowheads="1"/>
          </p:cNvSpPr>
          <p:nvPr/>
        </p:nvSpPr>
        <p:spPr bwMode="auto">
          <a:xfrm>
            <a:off x="6883400" y="3116263"/>
            <a:ext cx="192088" cy="192087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>
              <a:ea typeface="宋体" charset="-122"/>
            </a:endParaRPr>
          </a:p>
        </p:txBody>
      </p:sp>
      <p:sp>
        <p:nvSpPr>
          <p:cNvPr id="24" name="Slide Number Placeholder 2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B66DE-703E-461C-82AF-C942A54373C1}" type="slidenum">
              <a:rPr lang="en-US" altLang="zh-CN" smtClean="0"/>
              <a:pPr/>
              <a:t>45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2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021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021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2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3" dur="500"/>
                                        <p:tgtEl>
                                          <p:spTgt spid="602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2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8" dur="500"/>
                                        <p:tgtEl>
                                          <p:spTgt spid="602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2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3" dur="500"/>
                                        <p:tgtEl>
                                          <p:spTgt spid="602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2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6021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6021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02115" grpId="0" autoUpdateAnimBg="0"/>
      <p:bldP spid="602123" grpId="0" animBg="1"/>
      <p:bldP spid="602124" grpId="0" animBg="1"/>
      <p:bldP spid="602125" grpId="0" animBg="1"/>
      <p:bldP spid="602142" grpId="0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52400"/>
            <a:ext cx="8229600" cy="838200"/>
          </a:xfrm>
        </p:spPr>
        <p:txBody>
          <a:bodyPr/>
          <a:lstStyle/>
          <a:p>
            <a:pPr eaLnBrk="1" hangingPunct="1"/>
            <a:r>
              <a:rPr lang="en-US" altLang="zh-CN" smtClean="0">
                <a:latin typeface="Times New Roman" pitchFamily="18" charset="0"/>
                <a:ea typeface="宋体" charset="-122"/>
              </a:rPr>
              <a:t>Example</a:t>
            </a:r>
          </a:p>
        </p:txBody>
      </p:sp>
      <p:sp>
        <p:nvSpPr>
          <p:cNvPr id="603139" name="Oval 3"/>
          <p:cNvSpPr>
            <a:spLocks noChangeArrowheads="1"/>
          </p:cNvSpPr>
          <p:nvPr/>
        </p:nvSpPr>
        <p:spPr bwMode="auto">
          <a:xfrm>
            <a:off x="1778000" y="5791200"/>
            <a:ext cx="457200" cy="457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altLang="zh-CN" sz="2400">
                <a:solidFill>
                  <a:srgbClr val="800000"/>
                </a:solidFill>
                <a:latin typeface="Tahoma" pitchFamily="34" charset="0"/>
                <a:ea typeface="宋体" charset="-122"/>
              </a:rPr>
              <a:t>A</a:t>
            </a:r>
          </a:p>
        </p:txBody>
      </p:sp>
      <p:sp>
        <p:nvSpPr>
          <p:cNvPr id="603140" name="Oval 4"/>
          <p:cNvSpPr>
            <a:spLocks noChangeArrowheads="1"/>
          </p:cNvSpPr>
          <p:nvPr/>
        </p:nvSpPr>
        <p:spPr bwMode="auto">
          <a:xfrm>
            <a:off x="2565400" y="5791200"/>
            <a:ext cx="457200" cy="457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altLang="zh-CN" sz="2400">
                <a:solidFill>
                  <a:srgbClr val="800000"/>
                </a:solidFill>
                <a:latin typeface="Tahoma" pitchFamily="34" charset="0"/>
                <a:ea typeface="宋体" charset="-122"/>
              </a:rPr>
              <a:t>R</a:t>
            </a:r>
          </a:p>
        </p:txBody>
      </p:sp>
      <p:sp>
        <p:nvSpPr>
          <p:cNvPr id="603141" name="Oval 5"/>
          <p:cNvSpPr>
            <a:spLocks noChangeArrowheads="1"/>
          </p:cNvSpPr>
          <p:nvPr/>
        </p:nvSpPr>
        <p:spPr bwMode="auto">
          <a:xfrm>
            <a:off x="7289800" y="5791200"/>
            <a:ext cx="457200" cy="457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altLang="zh-CN" sz="2400">
                <a:solidFill>
                  <a:srgbClr val="800000"/>
                </a:solidFill>
                <a:latin typeface="Tahoma" pitchFamily="34" charset="0"/>
                <a:ea typeface="宋体" charset="-122"/>
              </a:rPr>
              <a:t>E</a:t>
            </a:r>
          </a:p>
        </p:txBody>
      </p:sp>
      <p:sp>
        <p:nvSpPr>
          <p:cNvPr id="603142" name="Oval 6"/>
          <p:cNvSpPr>
            <a:spLocks noChangeArrowheads="1"/>
          </p:cNvSpPr>
          <p:nvPr/>
        </p:nvSpPr>
        <p:spPr bwMode="auto">
          <a:xfrm>
            <a:off x="6502400" y="5791200"/>
            <a:ext cx="457200" cy="457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altLang="zh-CN" sz="2400">
                <a:solidFill>
                  <a:srgbClr val="800000"/>
                </a:solidFill>
                <a:latin typeface="Tahoma" pitchFamily="34" charset="0"/>
                <a:ea typeface="宋体" charset="-122"/>
              </a:rPr>
              <a:t>Y</a:t>
            </a:r>
          </a:p>
        </p:txBody>
      </p:sp>
      <p:sp>
        <p:nvSpPr>
          <p:cNvPr id="603143" name="Oval 7"/>
          <p:cNvSpPr>
            <a:spLocks noChangeArrowheads="1"/>
          </p:cNvSpPr>
          <p:nvPr/>
        </p:nvSpPr>
        <p:spPr bwMode="auto">
          <a:xfrm>
            <a:off x="3352800" y="5791200"/>
            <a:ext cx="457200" cy="457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altLang="zh-CN" sz="2400">
                <a:solidFill>
                  <a:srgbClr val="800000"/>
                </a:solidFill>
                <a:latin typeface="Tahoma" pitchFamily="34" charset="0"/>
                <a:ea typeface="宋体" charset="-122"/>
              </a:rPr>
              <a:t>P</a:t>
            </a:r>
          </a:p>
        </p:txBody>
      </p:sp>
      <p:sp>
        <p:nvSpPr>
          <p:cNvPr id="603144" name="Oval 8"/>
          <p:cNvSpPr>
            <a:spLocks noChangeArrowheads="1"/>
          </p:cNvSpPr>
          <p:nvPr/>
        </p:nvSpPr>
        <p:spPr bwMode="auto">
          <a:xfrm>
            <a:off x="8077200" y="5791200"/>
            <a:ext cx="457200" cy="457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altLang="zh-CN" sz="2400">
                <a:solidFill>
                  <a:srgbClr val="800000"/>
                </a:solidFill>
                <a:latin typeface="Tahoma" pitchFamily="34" charset="0"/>
                <a:ea typeface="宋体" charset="-122"/>
              </a:rPr>
              <a:t>M</a:t>
            </a:r>
          </a:p>
        </p:txBody>
      </p:sp>
      <p:sp>
        <p:nvSpPr>
          <p:cNvPr id="603145" name="Oval 9"/>
          <p:cNvSpPr>
            <a:spLocks noChangeArrowheads="1"/>
          </p:cNvSpPr>
          <p:nvPr/>
        </p:nvSpPr>
        <p:spPr bwMode="auto">
          <a:xfrm>
            <a:off x="5715000" y="5791200"/>
            <a:ext cx="457200" cy="457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altLang="zh-CN" sz="2400">
                <a:solidFill>
                  <a:srgbClr val="800000"/>
                </a:solidFill>
                <a:latin typeface="Tahoma" pitchFamily="34" charset="0"/>
                <a:ea typeface="宋体" charset="-122"/>
              </a:rPr>
              <a:t>H</a:t>
            </a:r>
          </a:p>
        </p:txBody>
      </p:sp>
      <p:sp>
        <p:nvSpPr>
          <p:cNvPr id="603146" name="Oval 10"/>
          <p:cNvSpPr>
            <a:spLocks noChangeArrowheads="1"/>
          </p:cNvSpPr>
          <p:nvPr/>
        </p:nvSpPr>
        <p:spPr bwMode="auto">
          <a:xfrm>
            <a:off x="990600" y="5791200"/>
            <a:ext cx="457200" cy="457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altLang="zh-CN" sz="2400">
                <a:solidFill>
                  <a:srgbClr val="800000"/>
                </a:solidFill>
                <a:latin typeface="Tahoma" pitchFamily="34" charset="0"/>
                <a:ea typeface="宋体" charset="-122"/>
              </a:rPr>
              <a:t>J</a:t>
            </a:r>
          </a:p>
        </p:txBody>
      </p:sp>
      <p:sp>
        <p:nvSpPr>
          <p:cNvPr id="603147" name="Oval 11"/>
          <p:cNvSpPr>
            <a:spLocks noChangeArrowheads="1"/>
          </p:cNvSpPr>
          <p:nvPr/>
        </p:nvSpPr>
        <p:spPr bwMode="auto">
          <a:xfrm>
            <a:off x="4140200" y="5791200"/>
            <a:ext cx="457200" cy="457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altLang="zh-CN" sz="2400">
                <a:solidFill>
                  <a:srgbClr val="800000"/>
                </a:solidFill>
                <a:latin typeface="Tahoma" pitchFamily="34" charset="0"/>
                <a:ea typeface="宋体" charset="-122"/>
              </a:rPr>
              <a:t>Q</a:t>
            </a:r>
          </a:p>
        </p:txBody>
      </p:sp>
      <p:sp>
        <p:nvSpPr>
          <p:cNvPr id="603148" name="Oval 12"/>
          <p:cNvSpPr>
            <a:spLocks noChangeArrowheads="1"/>
          </p:cNvSpPr>
          <p:nvPr/>
        </p:nvSpPr>
        <p:spPr bwMode="auto">
          <a:xfrm>
            <a:off x="4927600" y="5791200"/>
            <a:ext cx="457200" cy="457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altLang="zh-CN" sz="2400">
                <a:solidFill>
                  <a:srgbClr val="800000"/>
                </a:solidFill>
                <a:latin typeface="Tahoma" pitchFamily="34" charset="0"/>
                <a:ea typeface="宋体" charset="-122"/>
              </a:rPr>
              <a:t>T</a:t>
            </a:r>
          </a:p>
        </p:txBody>
      </p:sp>
      <p:grpSp>
        <p:nvGrpSpPr>
          <p:cNvPr id="87053" name="Group 13"/>
          <p:cNvGrpSpPr>
            <a:grpSpLocks/>
          </p:cNvGrpSpPr>
          <p:nvPr/>
        </p:nvGrpSpPr>
        <p:grpSpPr bwMode="auto">
          <a:xfrm>
            <a:off x="2932113" y="1908175"/>
            <a:ext cx="3352800" cy="3124200"/>
            <a:chOff x="1824" y="1056"/>
            <a:chExt cx="2112" cy="1968"/>
          </a:xfrm>
        </p:grpSpPr>
        <p:sp>
          <p:nvSpPr>
            <p:cNvPr id="87055" name="Oval 14"/>
            <p:cNvSpPr>
              <a:spLocks noChangeArrowheads="1"/>
            </p:cNvSpPr>
            <p:nvPr/>
          </p:nvSpPr>
          <p:spPr bwMode="auto">
            <a:xfrm>
              <a:off x="1824" y="1632"/>
              <a:ext cx="288" cy="28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zh-CN" sz="2400">
                  <a:solidFill>
                    <a:srgbClr val="800000"/>
                  </a:solidFill>
                  <a:latin typeface="Tahoma" pitchFamily="34" charset="0"/>
                  <a:ea typeface="宋体" charset="-122"/>
                </a:rPr>
                <a:t>A</a:t>
              </a:r>
            </a:p>
          </p:txBody>
        </p:sp>
        <p:sp>
          <p:nvSpPr>
            <p:cNvPr id="87056" name="Oval 15"/>
            <p:cNvSpPr>
              <a:spLocks noChangeArrowheads="1"/>
            </p:cNvSpPr>
            <p:nvPr/>
          </p:nvSpPr>
          <p:spPr bwMode="auto">
            <a:xfrm>
              <a:off x="2448" y="2160"/>
              <a:ext cx="288" cy="28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zh-CN" sz="2400">
                  <a:solidFill>
                    <a:srgbClr val="800000"/>
                  </a:solidFill>
                  <a:latin typeface="Tahoma" pitchFamily="34" charset="0"/>
                  <a:ea typeface="宋体" charset="-122"/>
                </a:rPr>
                <a:t>R</a:t>
              </a:r>
            </a:p>
          </p:txBody>
        </p:sp>
        <p:sp>
          <p:nvSpPr>
            <p:cNvPr id="87057" name="Oval 16"/>
            <p:cNvSpPr>
              <a:spLocks noChangeArrowheads="1"/>
            </p:cNvSpPr>
            <p:nvPr/>
          </p:nvSpPr>
          <p:spPr bwMode="auto">
            <a:xfrm>
              <a:off x="3648" y="1632"/>
              <a:ext cx="288" cy="28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zh-CN" sz="2400">
                  <a:solidFill>
                    <a:srgbClr val="800000"/>
                  </a:solidFill>
                  <a:latin typeface="Tahoma" pitchFamily="34" charset="0"/>
                  <a:ea typeface="宋体" charset="-122"/>
                </a:rPr>
                <a:t>E</a:t>
              </a:r>
            </a:p>
          </p:txBody>
        </p:sp>
        <p:sp>
          <p:nvSpPr>
            <p:cNvPr id="87058" name="Oval 17"/>
            <p:cNvSpPr>
              <a:spLocks noChangeArrowheads="1"/>
            </p:cNvSpPr>
            <p:nvPr/>
          </p:nvSpPr>
          <p:spPr bwMode="auto">
            <a:xfrm>
              <a:off x="2688" y="1632"/>
              <a:ext cx="288" cy="28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zh-CN" sz="2400">
                  <a:solidFill>
                    <a:srgbClr val="800000"/>
                  </a:solidFill>
                  <a:latin typeface="Tahoma" pitchFamily="34" charset="0"/>
                  <a:ea typeface="宋体" charset="-122"/>
                </a:rPr>
                <a:t>Y</a:t>
              </a:r>
            </a:p>
          </p:txBody>
        </p:sp>
        <p:sp>
          <p:nvSpPr>
            <p:cNvPr id="87059" name="Oval 18"/>
            <p:cNvSpPr>
              <a:spLocks noChangeArrowheads="1"/>
            </p:cNvSpPr>
            <p:nvPr/>
          </p:nvSpPr>
          <p:spPr bwMode="auto">
            <a:xfrm>
              <a:off x="2592" y="2736"/>
              <a:ext cx="288" cy="28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zh-CN" sz="2400">
                  <a:solidFill>
                    <a:srgbClr val="800000"/>
                  </a:solidFill>
                  <a:latin typeface="Tahoma" pitchFamily="34" charset="0"/>
                  <a:ea typeface="宋体" charset="-122"/>
                </a:rPr>
                <a:t>P</a:t>
              </a:r>
            </a:p>
          </p:txBody>
        </p:sp>
        <p:sp>
          <p:nvSpPr>
            <p:cNvPr id="87060" name="Oval 19"/>
            <p:cNvSpPr>
              <a:spLocks noChangeArrowheads="1"/>
            </p:cNvSpPr>
            <p:nvPr/>
          </p:nvSpPr>
          <p:spPr bwMode="auto">
            <a:xfrm>
              <a:off x="2688" y="1056"/>
              <a:ext cx="288" cy="28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zh-CN" sz="2400">
                  <a:solidFill>
                    <a:srgbClr val="800000"/>
                  </a:solidFill>
                  <a:latin typeface="Tahoma" pitchFamily="34" charset="0"/>
                  <a:ea typeface="宋体" charset="-122"/>
                </a:rPr>
                <a:t>M</a:t>
              </a:r>
            </a:p>
          </p:txBody>
        </p:sp>
        <p:sp>
          <p:nvSpPr>
            <p:cNvPr id="87061" name="Oval 20"/>
            <p:cNvSpPr>
              <a:spLocks noChangeArrowheads="1"/>
            </p:cNvSpPr>
            <p:nvPr/>
          </p:nvSpPr>
          <p:spPr bwMode="auto">
            <a:xfrm>
              <a:off x="2928" y="2160"/>
              <a:ext cx="288" cy="28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zh-CN" sz="2400">
                  <a:solidFill>
                    <a:srgbClr val="800000"/>
                  </a:solidFill>
                  <a:latin typeface="Tahoma" pitchFamily="34" charset="0"/>
                  <a:ea typeface="宋体" charset="-122"/>
                </a:rPr>
                <a:t>H</a:t>
              </a:r>
            </a:p>
          </p:txBody>
        </p:sp>
        <p:sp>
          <p:nvSpPr>
            <p:cNvPr id="87062" name="Oval 21"/>
            <p:cNvSpPr>
              <a:spLocks noChangeArrowheads="1"/>
            </p:cNvSpPr>
            <p:nvPr/>
          </p:nvSpPr>
          <p:spPr bwMode="auto">
            <a:xfrm>
              <a:off x="1824" y="2160"/>
              <a:ext cx="288" cy="28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zh-CN" sz="2400">
                  <a:solidFill>
                    <a:srgbClr val="800000"/>
                  </a:solidFill>
                  <a:latin typeface="Tahoma" pitchFamily="34" charset="0"/>
                  <a:ea typeface="宋体" charset="-122"/>
                </a:rPr>
                <a:t>J</a:t>
              </a:r>
            </a:p>
          </p:txBody>
        </p:sp>
        <p:sp>
          <p:nvSpPr>
            <p:cNvPr id="87063" name="Oval 22"/>
            <p:cNvSpPr>
              <a:spLocks noChangeArrowheads="1"/>
            </p:cNvSpPr>
            <p:nvPr/>
          </p:nvSpPr>
          <p:spPr bwMode="auto">
            <a:xfrm>
              <a:off x="2928" y="2736"/>
              <a:ext cx="288" cy="28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zh-CN" sz="2400">
                  <a:solidFill>
                    <a:srgbClr val="800000"/>
                  </a:solidFill>
                  <a:latin typeface="Tahoma" pitchFamily="34" charset="0"/>
                  <a:ea typeface="宋体" charset="-122"/>
                </a:rPr>
                <a:t>Q</a:t>
              </a:r>
            </a:p>
          </p:txBody>
        </p:sp>
        <p:sp>
          <p:nvSpPr>
            <p:cNvPr id="87064" name="Oval 23"/>
            <p:cNvSpPr>
              <a:spLocks noChangeArrowheads="1"/>
            </p:cNvSpPr>
            <p:nvPr/>
          </p:nvSpPr>
          <p:spPr bwMode="auto">
            <a:xfrm>
              <a:off x="3312" y="2736"/>
              <a:ext cx="288" cy="28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zh-CN" sz="2400">
                  <a:solidFill>
                    <a:srgbClr val="800000"/>
                  </a:solidFill>
                  <a:latin typeface="Tahoma" pitchFamily="34" charset="0"/>
                  <a:ea typeface="宋体" charset="-122"/>
                </a:rPr>
                <a:t>T</a:t>
              </a:r>
            </a:p>
          </p:txBody>
        </p:sp>
        <p:cxnSp>
          <p:nvCxnSpPr>
            <p:cNvPr id="87065" name="AutoShape 24"/>
            <p:cNvCxnSpPr>
              <a:cxnSpLocks noChangeShapeType="1"/>
              <a:stCxn id="87060" idx="4"/>
              <a:endCxn id="87055" idx="7"/>
            </p:cNvCxnSpPr>
            <p:nvPr/>
          </p:nvCxnSpPr>
          <p:spPr bwMode="auto">
            <a:xfrm flipH="1">
              <a:off x="2070" y="1344"/>
              <a:ext cx="762" cy="33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</p:cxnSp>
        <p:cxnSp>
          <p:nvCxnSpPr>
            <p:cNvPr id="87066" name="AutoShape 25"/>
            <p:cNvCxnSpPr>
              <a:cxnSpLocks noChangeShapeType="1"/>
              <a:stCxn id="87060" idx="4"/>
              <a:endCxn id="87058" idx="0"/>
            </p:cNvCxnSpPr>
            <p:nvPr/>
          </p:nvCxnSpPr>
          <p:spPr bwMode="auto">
            <a:xfrm>
              <a:off x="2832" y="1344"/>
              <a:ext cx="0" cy="288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</p:cxnSp>
        <p:cxnSp>
          <p:nvCxnSpPr>
            <p:cNvPr id="87067" name="AutoShape 26"/>
            <p:cNvCxnSpPr>
              <a:cxnSpLocks noChangeShapeType="1"/>
              <a:stCxn id="87060" idx="4"/>
              <a:endCxn id="87057" idx="1"/>
            </p:cNvCxnSpPr>
            <p:nvPr/>
          </p:nvCxnSpPr>
          <p:spPr bwMode="auto">
            <a:xfrm>
              <a:off x="2832" y="1344"/>
              <a:ext cx="858" cy="33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</p:cxnSp>
        <p:cxnSp>
          <p:nvCxnSpPr>
            <p:cNvPr id="87068" name="AutoShape 27"/>
            <p:cNvCxnSpPr>
              <a:cxnSpLocks noChangeShapeType="1"/>
              <a:stCxn id="87058" idx="4"/>
              <a:endCxn id="87056" idx="0"/>
            </p:cNvCxnSpPr>
            <p:nvPr/>
          </p:nvCxnSpPr>
          <p:spPr bwMode="auto">
            <a:xfrm flipH="1">
              <a:off x="2592" y="1920"/>
              <a:ext cx="240" cy="24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</p:cxnSp>
        <p:cxnSp>
          <p:nvCxnSpPr>
            <p:cNvPr id="87069" name="AutoShape 28"/>
            <p:cNvCxnSpPr>
              <a:cxnSpLocks noChangeShapeType="1"/>
              <a:stCxn id="87058" idx="4"/>
              <a:endCxn id="87061" idx="0"/>
            </p:cNvCxnSpPr>
            <p:nvPr/>
          </p:nvCxnSpPr>
          <p:spPr bwMode="auto">
            <a:xfrm>
              <a:off x="2832" y="1920"/>
              <a:ext cx="240" cy="24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</p:cxnSp>
        <p:cxnSp>
          <p:nvCxnSpPr>
            <p:cNvPr id="87070" name="AutoShape 29"/>
            <p:cNvCxnSpPr>
              <a:cxnSpLocks noChangeShapeType="1"/>
              <a:stCxn id="87055" idx="4"/>
              <a:endCxn id="87062" idx="0"/>
            </p:cNvCxnSpPr>
            <p:nvPr/>
          </p:nvCxnSpPr>
          <p:spPr bwMode="auto">
            <a:xfrm>
              <a:off x="1968" y="1920"/>
              <a:ext cx="0" cy="24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</p:cxnSp>
        <p:cxnSp>
          <p:nvCxnSpPr>
            <p:cNvPr id="87071" name="AutoShape 30"/>
            <p:cNvCxnSpPr>
              <a:cxnSpLocks noChangeShapeType="1"/>
              <a:stCxn id="87061" idx="4"/>
              <a:endCxn id="87059" idx="0"/>
            </p:cNvCxnSpPr>
            <p:nvPr/>
          </p:nvCxnSpPr>
          <p:spPr bwMode="auto">
            <a:xfrm flipH="1">
              <a:off x="2736" y="2448"/>
              <a:ext cx="336" cy="288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</p:cxnSp>
        <p:cxnSp>
          <p:nvCxnSpPr>
            <p:cNvPr id="87072" name="AutoShape 31"/>
            <p:cNvCxnSpPr>
              <a:cxnSpLocks noChangeShapeType="1"/>
              <a:stCxn id="87061" idx="4"/>
              <a:endCxn id="87063" idx="0"/>
            </p:cNvCxnSpPr>
            <p:nvPr/>
          </p:nvCxnSpPr>
          <p:spPr bwMode="auto">
            <a:xfrm>
              <a:off x="3072" y="2448"/>
              <a:ext cx="0" cy="288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</p:cxnSp>
        <p:cxnSp>
          <p:nvCxnSpPr>
            <p:cNvPr id="87073" name="AutoShape 32"/>
            <p:cNvCxnSpPr>
              <a:cxnSpLocks noChangeShapeType="1"/>
              <a:stCxn id="87061" idx="4"/>
              <a:endCxn id="87064" idx="0"/>
            </p:cNvCxnSpPr>
            <p:nvPr/>
          </p:nvCxnSpPr>
          <p:spPr bwMode="auto">
            <a:xfrm>
              <a:off x="3072" y="2448"/>
              <a:ext cx="384" cy="288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</p:cxnSp>
      </p:grpSp>
      <p:sp>
        <p:nvSpPr>
          <p:cNvPr id="87054" name="Text Box 33"/>
          <p:cNvSpPr txBox="1">
            <a:spLocks noChangeArrowheads="1"/>
          </p:cNvSpPr>
          <p:nvPr/>
        </p:nvSpPr>
        <p:spPr bwMode="auto">
          <a:xfrm>
            <a:off x="457200" y="1295400"/>
            <a:ext cx="3581400" cy="5003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endParaRPr lang="en-US" altLang="zh-CN" sz="2800">
              <a:latin typeface="Times New Roman" pitchFamily="18" charset="0"/>
              <a:ea typeface="宋体" charset="-122"/>
            </a:endParaRPr>
          </a:p>
          <a:p>
            <a:r>
              <a:rPr lang="en-US" altLang="zh-CN" sz="2800">
                <a:latin typeface="Times New Roman" pitchFamily="18" charset="0"/>
                <a:ea typeface="宋体" charset="-122"/>
              </a:rPr>
              <a:t>		Tree:</a:t>
            </a:r>
          </a:p>
          <a:p>
            <a:endParaRPr lang="en-US" altLang="zh-CN" sz="2800">
              <a:latin typeface="Times New Roman" pitchFamily="18" charset="0"/>
              <a:ea typeface="宋体" charset="-122"/>
            </a:endParaRPr>
          </a:p>
          <a:p>
            <a:endParaRPr lang="en-US" altLang="zh-CN" sz="2800">
              <a:latin typeface="Times New Roman" pitchFamily="18" charset="0"/>
              <a:ea typeface="宋体" charset="-122"/>
            </a:endParaRPr>
          </a:p>
          <a:p>
            <a:endParaRPr lang="en-US" altLang="zh-CN" sz="2800">
              <a:latin typeface="Times New Roman" pitchFamily="18" charset="0"/>
              <a:ea typeface="宋体" charset="-122"/>
            </a:endParaRPr>
          </a:p>
          <a:p>
            <a:endParaRPr lang="en-US" altLang="zh-CN" sz="2800">
              <a:latin typeface="Times New Roman" pitchFamily="18" charset="0"/>
              <a:ea typeface="宋体" charset="-122"/>
            </a:endParaRPr>
          </a:p>
          <a:p>
            <a:endParaRPr lang="en-US" altLang="zh-CN" sz="2800">
              <a:latin typeface="Times New Roman" pitchFamily="18" charset="0"/>
              <a:ea typeface="宋体" charset="-122"/>
            </a:endParaRPr>
          </a:p>
          <a:p>
            <a:endParaRPr lang="en-US" altLang="zh-CN" sz="2800">
              <a:latin typeface="Times New Roman" pitchFamily="18" charset="0"/>
              <a:ea typeface="宋体" charset="-122"/>
            </a:endParaRPr>
          </a:p>
          <a:p>
            <a:endParaRPr lang="en-US" altLang="zh-CN" sz="2800">
              <a:latin typeface="Times New Roman" pitchFamily="18" charset="0"/>
              <a:ea typeface="宋体" charset="-122"/>
            </a:endParaRPr>
          </a:p>
          <a:p>
            <a:r>
              <a:rPr lang="en-US" altLang="zh-CN" sz="2800">
                <a:latin typeface="Times New Roman" pitchFamily="18" charset="0"/>
                <a:ea typeface="宋体" charset="-122"/>
              </a:rPr>
              <a:t>Visiting sequence:</a:t>
            </a:r>
          </a:p>
          <a:p>
            <a:pPr>
              <a:spcBef>
                <a:spcPct val="50000"/>
              </a:spcBef>
            </a:pPr>
            <a:endParaRPr lang="en-US" altLang="zh-CN" sz="2800">
              <a:latin typeface="Times New Roman" pitchFamily="18" charset="0"/>
              <a:ea typeface="宋体" charset="-122"/>
            </a:endParaRPr>
          </a:p>
        </p:txBody>
      </p:sp>
      <p:sp>
        <p:nvSpPr>
          <p:cNvPr id="34" name="Slide Number Placeholder 3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B66DE-703E-461C-82AF-C942A54373C1}" type="slidenum">
              <a:rPr lang="en-US" altLang="zh-CN" smtClean="0"/>
              <a:pPr/>
              <a:t>46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3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603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3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" dur="500"/>
                                        <p:tgtEl>
                                          <p:spTgt spid="603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3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7" dur="500"/>
                                        <p:tgtEl>
                                          <p:spTgt spid="603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3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2" dur="500"/>
                                        <p:tgtEl>
                                          <p:spTgt spid="6031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3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7" dur="500"/>
                                        <p:tgtEl>
                                          <p:spTgt spid="6031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3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2" dur="500"/>
                                        <p:tgtEl>
                                          <p:spTgt spid="603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3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7" dur="500"/>
                                        <p:tgtEl>
                                          <p:spTgt spid="6031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3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42" dur="500"/>
                                        <p:tgtEl>
                                          <p:spTgt spid="6031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3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47" dur="500"/>
                                        <p:tgtEl>
                                          <p:spTgt spid="603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3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52" dur="500"/>
                                        <p:tgtEl>
                                          <p:spTgt spid="6031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03139" grpId="0" animBg="1" autoUpdateAnimBg="0"/>
      <p:bldP spid="603140" grpId="0" animBg="1" autoUpdateAnimBg="0"/>
      <p:bldP spid="603141" grpId="0" animBg="1" autoUpdateAnimBg="0"/>
      <p:bldP spid="603142" grpId="0" animBg="1" autoUpdateAnimBg="0"/>
      <p:bldP spid="603143" grpId="0" animBg="1" autoUpdateAnimBg="0"/>
      <p:bldP spid="603144" grpId="0" animBg="1" autoUpdateAnimBg="0"/>
      <p:bldP spid="603145" grpId="0" animBg="1" autoUpdateAnimBg="0"/>
      <p:bldP spid="603146" grpId="0" animBg="1" autoUpdateAnimBg="0"/>
      <p:bldP spid="603147" grpId="0" animBg="1" autoUpdateAnimBg="0"/>
      <p:bldP spid="603148" grpId="0" animBg="1" autoUpdateAnimBg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52400"/>
            <a:ext cx="8229600" cy="838200"/>
          </a:xfrm>
        </p:spPr>
        <p:txBody>
          <a:bodyPr/>
          <a:lstStyle/>
          <a:p>
            <a:pPr eaLnBrk="1" hangingPunct="1"/>
            <a:r>
              <a:rPr lang="en-US" altLang="zh-CN" smtClean="0">
                <a:latin typeface="Times New Roman" pitchFamily="18" charset="0"/>
                <a:ea typeface="宋体" charset="-122"/>
              </a:rPr>
              <a:t>The Postorder Traversal of </a:t>
            </a:r>
            <a:r>
              <a:rPr lang="en-US" altLang="zh-CN" i="1" smtClean="0">
                <a:latin typeface="Times New Roman" pitchFamily="18" charset="0"/>
                <a:ea typeface="宋体" charset="-122"/>
              </a:rPr>
              <a:t>T</a:t>
            </a:r>
          </a:p>
        </p:txBody>
      </p:sp>
      <p:pic>
        <p:nvPicPr>
          <p:cNvPr id="88067" name="Picture 3" descr="10_3_03"/>
          <p:cNvPicPr>
            <a:picLocks noGrp="1" noChangeAspect="1" noChangeArrowheads="1"/>
          </p:cNvPicPr>
          <p:nvPr>
            <p:ph idx="1"/>
          </p:nvPr>
        </p:nvPicPr>
        <p:blipFill>
          <a:blip r:embed="rId3"/>
          <a:srcRect/>
          <a:stretch>
            <a:fillRect/>
          </a:stretch>
        </p:blipFill>
        <p:spPr>
          <a:xfrm>
            <a:off x="609600" y="1143000"/>
            <a:ext cx="5062538" cy="5562600"/>
          </a:xfrm>
          <a:noFill/>
        </p:spPr>
      </p:pic>
      <p:sp>
        <p:nvSpPr>
          <p:cNvPr id="88068" name="Text Box 4"/>
          <p:cNvSpPr txBox="1">
            <a:spLocks noChangeArrowheads="1"/>
          </p:cNvSpPr>
          <p:nvPr/>
        </p:nvSpPr>
        <p:spPr bwMode="auto">
          <a:xfrm>
            <a:off x="6248400" y="1066800"/>
            <a:ext cx="2590800" cy="50475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altLang="zh-CN" sz="2800" dirty="0">
                <a:latin typeface="Times New Roman" pitchFamily="18" charset="0"/>
                <a:ea typeface="宋体" charset="-122"/>
              </a:rPr>
              <a:t>In which order does a </a:t>
            </a:r>
            <a:r>
              <a:rPr lang="en-US" altLang="zh-CN" sz="2800" dirty="0" err="1">
                <a:latin typeface="Times New Roman" pitchFamily="18" charset="0"/>
                <a:ea typeface="宋体" charset="-122"/>
              </a:rPr>
              <a:t>postorder</a:t>
            </a:r>
            <a:r>
              <a:rPr lang="en-US" altLang="zh-CN" sz="2800" dirty="0">
                <a:latin typeface="Times New Roman" pitchFamily="18" charset="0"/>
                <a:ea typeface="宋体" charset="-122"/>
              </a:rPr>
              <a:t> traversal visit the vertices in the ordered rooted tree </a:t>
            </a:r>
            <a:r>
              <a:rPr lang="en-US" altLang="zh-CN" sz="2800" i="1" dirty="0">
                <a:latin typeface="Times New Roman" pitchFamily="18" charset="0"/>
                <a:ea typeface="宋体" charset="-122"/>
              </a:rPr>
              <a:t>T</a:t>
            </a:r>
            <a:r>
              <a:rPr lang="en-US" altLang="zh-CN" sz="2800" dirty="0">
                <a:latin typeface="Times New Roman" pitchFamily="18" charset="0"/>
                <a:ea typeface="宋体" charset="-122"/>
              </a:rPr>
              <a:t> shown to the left?</a:t>
            </a:r>
          </a:p>
          <a:p>
            <a:endParaRPr lang="en-US" altLang="zh-CN" sz="1400" dirty="0">
              <a:latin typeface="Times New Roman" pitchFamily="18" charset="0"/>
              <a:ea typeface="宋体" charset="-122"/>
            </a:endParaRPr>
          </a:p>
          <a:p>
            <a:r>
              <a:rPr lang="en-US" altLang="zh-CN" sz="2800" b="1" dirty="0" err="1">
                <a:solidFill>
                  <a:srgbClr val="002060"/>
                </a:solidFill>
                <a:latin typeface="Times New Roman" pitchFamily="18" charset="0"/>
                <a:ea typeface="宋体" charset="-122"/>
              </a:rPr>
              <a:t>Postorder</a:t>
            </a:r>
            <a:r>
              <a:rPr lang="en-US" altLang="zh-CN" sz="2800" b="1" dirty="0">
                <a:solidFill>
                  <a:srgbClr val="002060"/>
                </a:solidFill>
                <a:latin typeface="Times New Roman" pitchFamily="18" charset="0"/>
                <a:ea typeface="宋体" charset="-122"/>
              </a:rPr>
              <a:t>:</a:t>
            </a:r>
          </a:p>
          <a:p>
            <a:r>
              <a:rPr lang="en-US" altLang="zh-CN" sz="2800" dirty="0">
                <a:solidFill>
                  <a:srgbClr val="002060"/>
                </a:solidFill>
                <a:latin typeface="Times New Roman" pitchFamily="18" charset="0"/>
                <a:ea typeface="宋体" charset="-122"/>
              </a:rPr>
              <a:t>Visit subtrees left to right, then visit root.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B66DE-703E-461C-82AF-C942A54373C1}" type="slidenum">
              <a:rPr lang="en-US" altLang="zh-CN" smtClean="0"/>
              <a:pPr/>
              <a:t>47</a:t>
            </a:fld>
            <a:endParaRPr lang="en-US" altLang="zh-CN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52400"/>
            <a:ext cx="8229600" cy="838200"/>
          </a:xfrm>
        </p:spPr>
        <p:txBody>
          <a:bodyPr/>
          <a:lstStyle/>
          <a:p>
            <a:pPr eaLnBrk="1" hangingPunct="1"/>
            <a:r>
              <a:rPr lang="en-US" altLang="zh-CN" smtClean="0">
                <a:latin typeface="Times New Roman" pitchFamily="18" charset="0"/>
                <a:ea typeface="宋体" charset="-122"/>
              </a:rPr>
              <a:t>The Postorder Traversal of </a:t>
            </a:r>
            <a:r>
              <a:rPr lang="en-US" altLang="zh-CN" i="1" smtClean="0">
                <a:latin typeface="Times New Roman" pitchFamily="18" charset="0"/>
                <a:ea typeface="宋体" charset="-122"/>
              </a:rPr>
              <a:t>T</a:t>
            </a:r>
          </a:p>
        </p:txBody>
      </p:sp>
      <p:sp>
        <p:nvSpPr>
          <p:cNvPr id="89091" name="Text Box 4"/>
          <p:cNvSpPr txBox="1">
            <a:spLocks noChangeArrowheads="1"/>
          </p:cNvSpPr>
          <p:nvPr/>
        </p:nvSpPr>
        <p:spPr bwMode="auto">
          <a:xfrm>
            <a:off x="381000" y="1219200"/>
            <a:ext cx="1600200" cy="18780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>
                <a:ea typeface="宋体" charset="-122"/>
              </a:rPr>
              <a:t>© The McGraw-Hill Companies, Inc. all rights reserved</a:t>
            </a:r>
          </a:p>
          <a:p>
            <a:pPr>
              <a:spcBef>
                <a:spcPct val="50000"/>
              </a:spcBef>
            </a:pPr>
            <a:endParaRPr lang="en-US" altLang="zh-CN">
              <a:ea typeface="宋体" charset="-122"/>
            </a:endParaRPr>
          </a:p>
        </p:txBody>
      </p:sp>
      <p:pic>
        <p:nvPicPr>
          <p:cNvPr id="89092" name="Picture 6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>
          <a:xfrm>
            <a:off x="1600200" y="865188"/>
            <a:ext cx="7543800" cy="5992812"/>
          </a:xfrm>
          <a:noFill/>
        </p:spPr>
      </p:pic>
      <p:sp>
        <p:nvSpPr>
          <p:cNvPr id="89093" name="Text Box 8"/>
          <p:cNvSpPr txBox="1">
            <a:spLocks noChangeArrowheads="1"/>
          </p:cNvSpPr>
          <p:nvPr/>
        </p:nvSpPr>
        <p:spPr bwMode="auto">
          <a:xfrm>
            <a:off x="304800" y="3048000"/>
            <a:ext cx="1676400" cy="28623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altLang="zh-CN" sz="2400" b="1" dirty="0" err="1">
                <a:solidFill>
                  <a:srgbClr val="002060"/>
                </a:solidFill>
                <a:latin typeface="Times New Roman" pitchFamily="18" charset="0"/>
                <a:ea typeface="宋体" charset="-122"/>
              </a:rPr>
              <a:t>Postorder</a:t>
            </a:r>
            <a:r>
              <a:rPr lang="en-US" altLang="zh-CN" sz="2400" b="1" dirty="0">
                <a:solidFill>
                  <a:srgbClr val="002060"/>
                </a:solidFill>
                <a:latin typeface="Times New Roman" pitchFamily="18" charset="0"/>
                <a:ea typeface="宋体" charset="-122"/>
              </a:rPr>
              <a:t>:</a:t>
            </a:r>
          </a:p>
          <a:p>
            <a:r>
              <a:rPr lang="en-US" altLang="zh-CN" sz="2400" dirty="0">
                <a:solidFill>
                  <a:srgbClr val="002060"/>
                </a:solidFill>
                <a:latin typeface="Times New Roman" pitchFamily="18" charset="0"/>
                <a:ea typeface="宋体" charset="-122"/>
              </a:rPr>
              <a:t>Visit subtrees left to right, then visit root.</a:t>
            </a:r>
          </a:p>
          <a:p>
            <a:pPr>
              <a:spcBef>
                <a:spcPct val="50000"/>
              </a:spcBef>
            </a:pPr>
            <a:endParaRPr lang="en-US" altLang="zh-CN" sz="2400" dirty="0">
              <a:solidFill>
                <a:srgbClr val="002060"/>
              </a:solidFill>
              <a:latin typeface="Times New Roman" pitchFamily="18" charset="0"/>
              <a:ea typeface="宋体" charset="-122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B66DE-703E-461C-82AF-C942A54373C1}" type="slidenum">
              <a:rPr lang="en-US" altLang="zh-CN" smtClean="0"/>
              <a:pPr/>
              <a:t>48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52400"/>
            <a:ext cx="8229600" cy="838200"/>
          </a:xfrm>
        </p:spPr>
        <p:txBody>
          <a:bodyPr/>
          <a:lstStyle/>
          <a:p>
            <a:pPr eaLnBrk="1" hangingPunct="1"/>
            <a:r>
              <a:rPr lang="en-US" altLang="zh-CN" smtClean="0">
                <a:latin typeface="Times New Roman" pitchFamily="18" charset="0"/>
                <a:ea typeface="宋体" charset="-122"/>
              </a:rPr>
              <a:t>The Postorder Traversal of </a:t>
            </a:r>
            <a:r>
              <a:rPr lang="en-US" altLang="zh-CN" i="1" smtClean="0">
                <a:latin typeface="Times New Roman" pitchFamily="18" charset="0"/>
                <a:ea typeface="宋体" charset="-122"/>
              </a:rPr>
              <a:t>T</a:t>
            </a:r>
          </a:p>
        </p:txBody>
      </p:sp>
      <p:sp>
        <p:nvSpPr>
          <p:cNvPr id="90115" name="Text Box 3"/>
          <p:cNvSpPr txBox="1">
            <a:spLocks noChangeArrowheads="1"/>
          </p:cNvSpPr>
          <p:nvPr/>
        </p:nvSpPr>
        <p:spPr bwMode="auto">
          <a:xfrm>
            <a:off x="381000" y="1219200"/>
            <a:ext cx="81534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>
                <a:ea typeface="宋体" charset="-122"/>
              </a:rPr>
              <a:t>© The McGraw-Hill Companies, Inc. all rights reserved</a:t>
            </a:r>
          </a:p>
        </p:txBody>
      </p:sp>
      <p:pic>
        <p:nvPicPr>
          <p:cNvPr id="90116" name="Picture 6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>
          <a:xfrm>
            <a:off x="0" y="1828800"/>
            <a:ext cx="8763000" cy="3940175"/>
          </a:xfrm>
          <a:noFill/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B66DE-703E-461C-82AF-C942A54373C1}" type="slidenum">
              <a:rPr lang="en-US" altLang="zh-CN" smtClean="0"/>
              <a:pPr/>
              <a:t>49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52400"/>
            <a:ext cx="8229600" cy="838200"/>
          </a:xfrm>
        </p:spPr>
        <p:txBody>
          <a:bodyPr/>
          <a:lstStyle/>
          <a:p>
            <a:pPr eaLnBrk="1" hangingPunct="1"/>
            <a:r>
              <a:rPr lang="en-US" altLang="zh-CN" smtClean="0">
                <a:latin typeface="Times New Roman" pitchFamily="18" charset="0"/>
                <a:ea typeface="宋体" charset="-122"/>
              </a:rPr>
              <a:t>The Postorder Traversal of </a:t>
            </a:r>
            <a:r>
              <a:rPr lang="en-US" altLang="zh-CN" i="1" smtClean="0">
                <a:latin typeface="Times New Roman" pitchFamily="18" charset="0"/>
                <a:ea typeface="宋体" charset="-122"/>
              </a:rPr>
              <a:t>T</a:t>
            </a:r>
          </a:p>
        </p:txBody>
      </p:sp>
      <p:sp>
        <p:nvSpPr>
          <p:cNvPr id="91139" name="Text Box 3"/>
          <p:cNvSpPr txBox="1">
            <a:spLocks noChangeArrowheads="1"/>
          </p:cNvSpPr>
          <p:nvPr/>
        </p:nvSpPr>
        <p:spPr bwMode="auto">
          <a:xfrm>
            <a:off x="381000" y="1219200"/>
            <a:ext cx="81534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>
                <a:ea typeface="宋体" charset="-122"/>
              </a:rPr>
              <a:t>© The McGraw-Hill Companies, Inc. all rights reserved</a:t>
            </a:r>
          </a:p>
        </p:txBody>
      </p:sp>
      <p:pic>
        <p:nvPicPr>
          <p:cNvPr id="91140" name="Picture 6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>
          <a:xfrm>
            <a:off x="0" y="1981200"/>
            <a:ext cx="9144000" cy="2576513"/>
          </a:xfrm>
          <a:noFill/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B66DE-703E-461C-82AF-C942A54373C1}" type="slidenum">
              <a:rPr lang="en-US" altLang="zh-CN" smtClean="0"/>
              <a:pPr/>
              <a:t>50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52400"/>
            <a:ext cx="8229600" cy="838200"/>
          </a:xfrm>
        </p:spPr>
        <p:txBody>
          <a:bodyPr/>
          <a:lstStyle/>
          <a:p>
            <a:pPr eaLnBrk="1" hangingPunct="1"/>
            <a:r>
              <a:rPr lang="en-US" altLang="zh-CN" smtClean="0">
                <a:latin typeface="Times New Roman" pitchFamily="18" charset="0"/>
                <a:ea typeface="宋体" charset="-122"/>
              </a:rPr>
              <a:t>The Postorder Traversal of </a:t>
            </a:r>
            <a:r>
              <a:rPr lang="en-US" altLang="zh-CN" i="1" smtClean="0">
                <a:latin typeface="Times New Roman" pitchFamily="18" charset="0"/>
                <a:ea typeface="宋体" charset="-122"/>
              </a:rPr>
              <a:t>T</a:t>
            </a:r>
          </a:p>
        </p:txBody>
      </p:sp>
      <p:sp>
        <p:nvSpPr>
          <p:cNvPr id="92163" name="Text Box 3"/>
          <p:cNvSpPr txBox="1">
            <a:spLocks noChangeArrowheads="1"/>
          </p:cNvSpPr>
          <p:nvPr/>
        </p:nvSpPr>
        <p:spPr bwMode="auto">
          <a:xfrm>
            <a:off x="381000" y="1447800"/>
            <a:ext cx="81534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>
                <a:ea typeface="宋体" charset="-122"/>
              </a:rPr>
              <a:t>© The McGraw-Hill Companies, Inc. all rights reserved</a:t>
            </a:r>
          </a:p>
        </p:txBody>
      </p:sp>
      <p:pic>
        <p:nvPicPr>
          <p:cNvPr id="92164" name="Picture 6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>
          <a:xfrm>
            <a:off x="0" y="2286000"/>
            <a:ext cx="9144000" cy="984250"/>
          </a:xfrm>
          <a:noFill/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B66DE-703E-461C-82AF-C942A54373C1}" type="slidenum">
              <a:rPr lang="en-US" altLang="zh-CN" smtClean="0"/>
              <a:pPr/>
              <a:t>51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2"/>
          <p:cNvSpPr>
            <a:spLocks noGrp="1" noChangeArrowheads="1"/>
          </p:cNvSpPr>
          <p:nvPr>
            <p:ph type="title"/>
          </p:nvPr>
        </p:nvSpPr>
        <p:spPr>
          <a:xfrm>
            <a:off x="152400" y="152400"/>
            <a:ext cx="8839200" cy="990600"/>
          </a:xfrm>
        </p:spPr>
        <p:txBody>
          <a:bodyPr/>
          <a:lstStyle/>
          <a:p>
            <a:pPr eaLnBrk="1" hangingPunct="1"/>
            <a:r>
              <a:rPr lang="en-US" altLang="zh-CN" smtClean="0">
                <a:latin typeface="Times New Roman" pitchFamily="18" charset="0"/>
                <a:ea typeface="宋体" charset="-122"/>
              </a:rPr>
              <a:t>Representing Arithmetic Expressions</a:t>
            </a:r>
            <a:endParaRPr lang="en-US" altLang="zh-CN" sz="4000" smtClean="0">
              <a:latin typeface="Times New Roman" pitchFamily="18" charset="0"/>
              <a:ea typeface="宋体" charset="-122"/>
            </a:endParaRPr>
          </a:p>
        </p:txBody>
      </p:sp>
      <p:sp>
        <p:nvSpPr>
          <p:cNvPr id="6799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4800" y="1524000"/>
            <a:ext cx="8610600" cy="5105400"/>
          </a:xfrm>
        </p:spPr>
        <p:txBody>
          <a:bodyPr/>
          <a:lstStyle/>
          <a:p>
            <a:pPr eaLnBrk="1" hangingPunct="1"/>
            <a:r>
              <a:rPr lang="en-US" altLang="zh-CN" sz="3600" smtClean="0">
                <a:latin typeface="Times New Roman" pitchFamily="18" charset="0"/>
                <a:ea typeface="宋体" charset="-122"/>
              </a:rPr>
              <a:t>Complicated arithmetic expressions can be represented by an ordered rooted tree</a:t>
            </a:r>
          </a:p>
          <a:p>
            <a:pPr lvl="1" eaLnBrk="1" hangingPunct="1"/>
            <a:r>
              <a:rPr lang="en-US" altLang="zh-CN" sz="3200" smtClean="0">
                <a:latin typeface="Times New Roman" pitchFamily="18" charset="0"/>
                <a:ea typeface="宋体" charset="-122"/>
              </a:rPr>
              <a:t>Internal vertices represent operators</a:t>
            </a:r>
          </a:p>
          <a:p>
            <a:pPr lvl="1" eaLnBrk="1" hangingPunct="1"/>
            <a:r>
              <a:rPr lang="en-US" altLang="zh-CN" sz="3200" smtClean="0">
                <a:latin typeface="Times New Roman" pitchFamily="18" charset="0"/>
                <a:ea typeface="宋体" charset="-122"/>
              </a:rPr>
              <a:t>Leaves represent operands</a:t>
            </a:r>
          </a:p>
          <a:p>
            <a:pPr lvl="1" eaLnBrk="1" hangingPunct="1">
              <a:buFontTx/>
              <a:buNone/>
            </a:pPr>
            <a:endParaRPr lang="en-US" altLang="zh-CN" sz="1200" smtClean="0">
              <a:latin typeface="Times New Roman" pitchFamily="18" charset="0"/>
              <a:ea typeface="宋体" charset="-122"/>
            </a:endParaRPr>
          </a:p>
          <a:p>
            <a:pPr eaLnBrk="1" hangingPunct="1"/>
            <a:r>
              <a:rPr lang="en-US" altLang="zh-CN" sz="3600" smtClean="0">
                <a:latin typeface="Times New Roman" pitchFamily="18" charset="0"/>
                <a:ea typeface="宋体" charset="-122"/>
              </a:rPr>
              <a:t>Build the tree bottom-up</a:t>
            </a:r>
          </a:p>
          <a:p>
            <a:pPr lvl="1" eaLnBrk="1" hangingPunct="1"/>
            <a:r>
              <a:rPr lang="en-US" altLang="zh-CN" sz="3200" smtClean="0">
                <a:latin typeface="Times New Roman" pitchFamily="18" charset="0"/>
                <a:ea typeface="宋体" charset="-122"/>
              </a:rPr>
              <a:t>Construct smaller subtrees</a:t>
            </a:r>
          </a:p>
          <a:p>
            <a:pPr lvl="1" eaLnBrk="1" hangingPunct="1"/>
            <a:r>
              <a:rPr lang="en-US" altLang="zh-CN" sz="3200" smtClean="0">
                <a:latin typeface="Times New Roman" pitchFamily="18" charset="0"/>
                <a:ea typeface="宋体" charset="-122"/>
              </a:rPr>
              <a:t>Incorporate the smaller subtrees as part of larger subtrees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B66DE-703E-461C-82AF-C942A54373C1}" type="slidenum">
              <a:rPr lang="en-US" altLang="zh-CN" smtClean="0"/>
              <a:pPr/>
              <a:t>52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99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799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799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99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799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799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99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799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799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99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6799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6799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993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67993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67993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993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67993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67993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79939" grpId="0" build="p" bldLvl="2" autoUpdateAnimBg="0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152400"/>
            <a:ext cx="8686800" cy="838200"/>
          </a:xfrm>
        </p:spPr>
        <p:txBody>
          <a:bodyPr/>
          <a:lstStyle/>
          <a:p>
            <a:pPr eaLnBrk="1" hangingPunct="1"/>
            <a:r>
              <a:rPr lang="en-US" altLang="zh-CN" smtClean="0">
                <a:latin typeface="Times New Roman" pitchFamily="18" charset="0"/>
                <a:ea typeface="宋体" charset="-122"/>
              </a:rPr>
              <a:t>Example</a:t>
            </a:r>
          </a:p>
        </p:txBody>
      </p:sp>
      <p:sp>
        <p:nvSpPr>
          <p:cNvPr id="6051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8600" y="1371600"/>
            <a:ext cx="8534400" cy="1112838"/>
          </a:xfrm>
          <a:noFill/>
        </p:spPr>
        <p:txBody>
          <a:bodyPr lIns="90488" tIns="44450" rIns="90488" bIns="44450"/>
          <a:lstStyle/>
          <a:p>
            <a:pPr algn="ctr" eaLnBrk="1" hangingPunct="1">
              <a:buFontTx/>
              <a:buNone/>
            </a:pPr>
            <a:r>
              <a:rPr lang="en-US" altLang="zh-CN" sz="3600" smtClean="0">
                <a:latin typeface="Times New Roman" pitchFamily="18" charset="0"/>
                <a:ea typeface="宋体" charset="-122"/>
              </a:rPr>
              <a:t>(</a:t>
            </a:r>
            <a:r>
              <a:rPr lang="en-US" altLang="zh-CN" sz="3600" i="1" smtClean="0">
                <a:latin typeface="Times New Roman" pitchFamily="18" charset="0"/>
                <a:ea typeface="宋体" charset="-122"/>
              </a:rPr>
              <a:t>x</a:t>
            </a:r>
            <a:r>
              <a:rPr lang="en-US" altLang="zh-CN" sz="3600" smtClean="0">
                <a:latin typeface="Times New Roman" pitchFamily="18" charset="0"/>
                <a:ea typeface="宋体" charset="-122"/>
              </a:rPr>
              <a:t>+</a:t>
            </a:r>
            <a:r>
              <a:rPr lang="en-US" altLang="zh-CN" sz="3600" i="1" smtClean="0">
                <a:latin typeface="Times New Roman" pitchFamily="18" charset="0"/>
                <a:ea typeface="宋体" charset="-122"/>
              </a:rPr>
              <a:t>y</a:t>
            </a:r>
            <a:r>
              <a:rPr lang="en-US" altLang="zh-CN" sz="3600" smtClean="0">
                <a:latin typeface="Times New Roman" pitchFamily="18" charset="0"/>
                <a:ea typeface="宋体" charset="-122"/>
              </a:rPr>
              <a:t>)</a:t>
            </a:r>
            <a:r>
              <a:rPr lang="en-US" altLang="zh-CN" sz="3600" baseline="30000" smtClean="0">
                <a:latin typeface="Times New Roman" pitchFamily="18" charset="0"/>
                <a:ea typeface="宋体" charset="-122"/>
              </a:rPr>
              <a:t>2</a:t>
            </a:r>
            <a:r>
              <a:rPr lang="en-US" altLang="zh-CN" sz="3600" smtClean="0">
                <a:latin typeface="Times New Roman" pitchFamily="18" charset="0"/>
                <a:ea typeface="宋体" charset="-122"/>
              </a:rPr>
              <a:t> + (</a:t>
            </a:r>
            <a:r>
              <a:rPr lang="en-US" altLang="zh-CN" sz="3600" i="1" smtClean="0">
                <a:latin typeface="Times New Roman" pitchFamily="18" charset="0"/>
                <a:ea typeface="宋体" charset="-122"/>
              </a:rPr>
              <a:t>x</a:t>
            </a:r>
            <a:r>
              <a:rPr lang="en-US" altLang="zh-CN" sz="3600" smtClean="0">
                <a:latin typeface="Times New Roman" pitchFamily="18" charset="0"/>
                <a:ea typeface="宋体" charset="-122"/>
              </a:rPr>
              <a:t>-3)/(</a:t>
            </a:r>
            <a:r>
              <a:rPr lang="en-US" altLang="zh-CN" sz="3600" i="1" smtClean="0">
                <a:latin typeface="Times New Roman" pitchFamily="18" charset="0"/>
                <a:ea typeface="宋体" charset="-122"/>
              </a:rPr>
              <a:t>y</a:t>
            </a:r>
            <a:r>
              <a:rPr lang="en-US" altLang="zh-CN" sz="3600" smtClean="0">
                <a:latin typeface="Times New Roman" pitchFamily="18" charset="0"/>
                <a:ea typeface="宋体" charset="-122"/>
              </a:rPr>
              <a:t>+2)</a:t>
            </a:r>
          </a:p>
        </p:txBody>
      </p:sp>
      <p:grpSp>
        <p:nvGrpSpPr>
          <p:cNvPr id="605188" name="Group 4"/>
          <p:cNvGrpSpPr>
            <a:grpSpLocks/>
          </p:cNvGrpSpPr>
          <p:nvPr/>
        </p:nvGrpSpPr>
        <p:grpSpPr bwMode="auto">
          <a:xfrm>
            <a:off x="2374900" y="4279900"/>
            <a:ext cx="1035050" cy="1497013"/>
            <a:chOff x="1484" y="2909"/>
            <a:chExt cx="652" cy="943"/>
          </a:xfrm>
        </p:grpSpPr>
        <p:sp>
          <p:nvSpPr>
            <p:cNvPr id="94252" name="Text Box 5"/>
            <p:cNvSpPr txBox="1">
              <a:spLocks noChangeArrowheads="1"/>
            </p:cNvSpPr>
            <p:nvPr/>
          </p:nvSpPr>
          <p:spPr bwMode="auto">
            <a:xfrm>
              <a:off x="1724" y="2909"/>
              <a:ext cx="271" cy="3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sz="3200">
                  <a:latin typeface="Book Antiqua" pitchFamily="18" charset="0"/>
                  <a:ea typeface="宋体" charset="-122"/>
                </a:rPr>
                <a:t>+</a:t>
              </a:r>
              <a:endParaRPr lang="en-US" altLang="zh-CN" sz="2800" b="1">
                <a:latin typeface="Arial Black" pitchFamily="34" charset="0"/>
                <a:ea typeface="宋体" charset="-122"/>
              </a:endParaRPr>
            </a:p>
          </p:txBody>
        </p:sp>
        <p:sp>
          <p:nvSpPr>
            <p:cNvPr id="94253" name="Oval 6"/>
            <p:cNvSpPr>
              <a:spLocks noChangeArrowheads="1"/>
            </p:cNvSpPr>
            <p:nvPr/>
          </p:nvSpPr>
          <p:spPr bwMode="auto">
            <a:xfrm>
              <a:off x="1708" y="2968"/>
              <a:ext cx="256" cy="264"/>
            </a:xfrm>
            <a:prstGeom prst="ellipse">
              <a:avLst/>
            </a:prstGeom>
            <a:noFill/>
            <a:ln w="25400">
              <a:solidFill>
                <a:schemeClr val="accent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>
                <a:ea typeface="宋体" charset="-122"/>
              </a:endParaRPr>
            </a:p>
          </p:txBody>
        </p:sp>
        <p:sp>
          <p:nvSpPr>
            <p:cNvPr id="94254" name="Text Box 7"/>
            <p:cNvSpPr txBox="1">
              <a:spLocks noChangeArrowheads="1"/>
            </p:cNvSpPr>
            <p:nvPr/>
          </p:nvSpPr>
          <p:spPr bwMode="auto">
            <a:xfrm>
              <a:off x="1500" y="3487"/>
              <a:ext cx="244" cy="3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sz="3200" i="1">
                  <a:latin typeface="Book Antiqua" pitchFamily="18" charset="0"/>
                  <a:ea typeface="宋体" charset="-122"/>
                </a:rPr>
                <a:t>x</a:t>
              </a:r>
              <a:endParaRPr lang="en-US" altLang="zh-CN" sz="2800" b="1">
                <a:latin typeface="Arial Black" pitchFamily="34" charset="0"/>
                <a:ea typeface="宋体" charset="-122"/>
              </a:endParaRPr>
            </a:p>
          </p:txBody>
        </p:sp>
        <p:sp>
          <p:nvSpPr>
            <p:cNvPr id="94255" name="Text Box 8"/>
            <p:cNvSpPr txBox="1">
              <a:spLocks noChangeArrowheads="1"/>
            </p:cNvSpPr>
            <p:nvPr/>
          </p:nvSpPr>
          <p:spPr bwMode="auto">
            <a:xfrm>
              <a:off x="1892" y="3447"/>
              <a:ext cx="244" cy="3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sz="3200" i="1">
                  <a:latin typeface="Book Antiqua" pitchFamily="18" charset="0"/>
                  <a:ea typeface="宋体" charset="-122"/>
                </a:rPr>
                <a:t>y</a:t>
              </a:r>
              <a:endParaRPr lang="en-US" altLang="zh-CN" sz="2800" b="1">
                <a:latin typeface="Arial Black" pitchFamily="34" charset="0"/>
                <a:ea typeface="宋体" charset="-122"/>
              </a:endParaRPr>
            </a:p>
          </p:txBody>
        </p:sp>
        <p:sp>
          <p:nvSpPr>
            <p:cNvPr id="94256" name="Oval 9"/>
            <p:cNvSpPr>
              <a:spLocks noChangeArrowheads="1"/>
            </p:cNvSpPr>
            <p:nvPr/>
          </p:nvSpPr>
          <p:spPr bwMode="auto">
            <a:xfrm>
              <a:off x="1484" y="3544"/>
              <a:ext cx="256" cy="264"/>
            </a:xfrm>
            <a:prstGeom prst="ellipse">
              <a:avLst/>
            </a:prstGeom>
            <a:noFill/>
            <a:ln w="25400">
              <a:solidFill>
                <a:schemeClr val="accent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>
                <a:ea typeface="宋体" charset="-122"/>
              </a:endParaRPr>
            </a:p>
          </p:txBody>
        </p:sp>
        <p:sp>
          <p:nvSpPr>
            <p:cNvPr id="94257" name="Oval 10"/>
            <p:cNvSpPr>
              <a:spLocks noChangeArrowheads="1"/>
            </p:cNvSpPr>
            <p:nvPr/>
          </p:nvSpPr>
          <p:spPr bwMode="auto">
            <a:xfrm>
              <a:off x="1876" y="3544"/>
              <a:ext cx="256" cy="264"/>
            </a:xfrm>
            <a:prstGeom prst="ellipse">
              <a:avLst/>
            </a:prstGeom>
            <a:noFill/>
            <a:ln w="25400">
              <a:solidFill>
                <a:schemeClr val="accent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>
                <a:ea typeface="宋体" charset="-122"/>
              </a:endParaRPr>
            </a:p>
          </p:txBody>
        </p:sp>
        <p:grpSp>
          <p:nvGrpSpPr>
            <p:cNvPr id="94258" name="Group 11"/>
            <p:cNvGrpSpPr>
              <a:grpSpLocks/>
            </p:cNvGrpSpPr>
            <p:nvPr/>
          </p:nvGrpSpPr>
          <p:grpSpPr bwMode="auto">
            <a:xfrm>
              <a:off x="1652" y="3232"/>
              <a:ext cx="368" cy="312"/>
              <a:chOff x="4488" y="2960"/>
              <a:chExt cx="368" cy="352"/>
            </a:xfrm>
          </p:grpSpPr>
          <p:sp>
            <p:nvSpPr>
              <p:cNvPr id="94259" name="Line 12"/>
              <p:cNvSpPr>
                <a:spLocks noChangeShapeType="1"/>
              </p:cNvSpPr>
              <p:nvPr/>
            </p:nvSpPr>
            <p:spPr bwMode="auto">
              <a:xfrm flipV="1">
                <a:off x="4488" y="2968"/>
                <a:ext cx="184" cy="344"/>
              </a:xfrm>
              <a:prstGeom prst="line">
                <a:avLst/>
              </a:prstGeom>
              <a:noFill/>
              <a:ln w="28575">
                <a:solidFill>
                  <a:schemeClr val="tx2"/>
                </a:solidFill>
                <a:miter lim="800000"/>
                <a:headEnd/>
                <a:tailEnd/>
              </a:ln>
              <a:effectLst/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94260" name="Line 13"/>
              <p:cNvSpPr>
                <a:spLocks noChangeShapeType="1"/>
              </p:cNvSpPr>
              <p:nvPr/>
            </p:nvSpPr>
            <p:spPr bwMode="auto">
              <a:xfrm flipH="1" flipV="1">
                <a:off x="4672" y="2960"/>
                <a:ext cx="184" cy="344"/>
              </a:xfrm>
              <a:prstGeom prst="line">
                <a:avLst/>
              </a:prstGeom>
              <a:noFill/>
              <a:ln w="28575">
                <a:solidFill>
                  <a:schemeClr val="tx2"/>
                </a:solidFill>
                <a:miter lim="800000"/>
                <a:headEnd/>
                <a:tailEnd/>
              </a:ln>
              <a:effectLst/>
            </p:spPr>
            <p:txBody>
              <a:bodyPr wrap="none"/>
              <a:lstStyle/>
              <a:p>
                <a:endParaRPr lang="en-US"/>
              </a:p>
            </p:txBody>
          </p:sp>
        </p:grpSp>
      </p:grpSp>
      <p:grpSp>
        <p:nvGrpSpPr>
          <p:cNvPr id="605198" name="Group 14"/>
          <p:cNvGrpSpPr>
            <a:grpSpLocks/>
          </p:cNvGrpSpPr>
          <p:nvPr/>
        </p:nvGrpSpPr>
        <p:grpSpPr bwMode="auto">
          <a:xfrm>
            <a:off x="3048000" y="3429000"/>
            <a:ext cx="1238250" cy="1428750"/>
            <a:chOff x="1908" y="2390"/>
            <a:chExt cx="780" cy="900"/>
          </a:xfrm>
        </p:grpSpPr>
        <p:sp>
          <p:nvSpPr>
            <p:cNvPr id="94245" name="Oval 15"/>
            <p:cNvSpPr>
              <a:spLocks noChangeArrowheads="1"/>
            </p:cNvSpPr>
            <p:nvPr/>
          </p:nvSpPr>
          <p:spPr bwMode="auto">
            <a:xfrm>
              <a:off x="2076" y="2392"/>
              <a:ext cx="256" cy="264"/>
            </a:xfrm>
            <a:prstGeom prst="ellipse">
              <a:avLst/>
            </a:prstGeom>
            <a:noFill/>
            <a:ln w="25400">
              <a:solidFill>
                <a:schemeClr val="accent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>
                <a:ea typeface="宋体" charset="-122"/>
              </a:endParaRPr>
            </a:p>
          </p:txBody>
        </p:sp>
        <p:sp>
          <p:nvSpPr>
            <p:cNvPr id="94246" name="Text Box 16"/>
            <p:cNvSpPr txBox="1">
              <a:spLocks noChangeArrowheads="1"/>
            </p:cNvSpPr>
            <p:nvPr/>
          </p:nvSpPr>
          <p:spPr bwMode="auto">
            <a:xfrm>
              <a:off x="2444" y="2925"/>
              <a:ext cx="244" cy="3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sz="3200">
                  <a:latin typeface="Book Antiqua" pitchFamily="18" charset="0"/>
                  <a:ea typeface="宋体" charset="-122"/>
                </a:rPr>
                <a:t>2</a:t>
              </a:r>
              <a:endParaRPr lang="en-US" altLang="zh-CN" sz="2800" b="1">
                <a:latin typeface="Arial Black" pitchFamily="34" charset="0"/>
                <a:ea typeface="宋体" charset="-122"/>
              </a:endParaRPr>
            </a:p>
          </p:txBody>
        </p:sp>
        <p:sp>
          <p:nvSpPr>
            <p:cNvPr id="94247" name="Oval 17"/>
            <p:cNvSpPr>
              <a:spLocks noChangeArrowheads="1"/>
            </p:cNvSpPr>
            <p:nvPr/>
          </p:nvSpPr>
          <p:spPr bwMode="auto">
            <a:xfrm>
              <a:off x="2428" y="2968"/>
              <a:ext cx="256" cy="264"/>
            </a:xfrm>
            <a:prstGeom prst="ellipse">
              <a:avLst/>
            </a:prstGeom>
            <a:noFill/>
            <a:ln w="25400">
              <a:solidFill>
                <a:schemeClr val="accent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>
                <a:ea typeface="宋体" charset="-122"/>
              </a:endParaRPr>
            </a:p>
          </p:txBody>
        </p:sp>
        <p:grpSp>
          <p:nvGrpSpPr>
            <p:cNvPr id="94248" name="Group 18"/>
            <p:cNvGrpSpPr>
              <a:grpSpLocks/>
            </p:cNvGrpSpPr>
            <p:nvPr/>
          </p:nvGrpSpPr>
          <p:grpSpPr bwMode="auto">
            <a:xfrm>
              <a:off x="1908" y="2656"/>
              <a:ext cx="576" cy="336"/>
              <a:chOff x="4264" y="2912"/>
              <a:chExt cx="576" cy="336"/>
            </a:xfrm>
          </p:grpSpPr>
          <p:sp>
            <p:nvSpPr>
              <p:cNvPr id="94250" name="Line 19"/>
              <p:cNvSpPr>
                <a:spLocks noChangeShapeType="1"/>
              </p:cNvSpPr>
              <p:nvPr/>
            </p:nvSpPr>
            <p:spPr bwMode="auto">
              <a:xfrm flipV="1">
                <a:off x="4264" y="2912"/>
                <a:ext cx="288" cy="336"/>
              </a:xfrm>
              <a:prstGeom prst="line">
                <a:avLst/>
              </a:prstGeom>
              <a:noFill/>
              <a:ln w="28575">
                <a:solidFill>
                  <a:schemeClr val="tx2"/>
                </a:solidFill>
                <a:miter lim="800000"/>
                <a:headEnd/>
                <a:tailEnd/>
              </a:ln>
              <a:effectLst/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94251" name="Line 20"/>
              <p:cNvSpPr>
                <a:spLocks noChangeShapeType="1"/>
              </p:cNvSpPr>
              <p:nvPr/>
            </p:nvSpPr>
            <p:spPr bwMode="auto">
              <a:xfrm flipH="1" flipV="1">
                <a:off x="4552" y="2912"/>
                <a:ext cx="288" cy="336"/>
              </a:xfrm>
              <a:prstGeom prst="line">
                <a:avLst/>
              </a:prstGeom>
              <a:noFill/>
              <a:ln w="28575">
                <a:solidFill>
                  <a:schemeClr val="tx2"/>
                </a:solidFill>
                <a:miter lim="800000"/>
                <a:headEnd/>
                <a:tailEnd/>
              </a:ln>
              <a:effectLst/>
            </p:spPr>
            <p:txBody>
              <a:bodyPr wrap="none"/>
              <a:lstStyle/>
              <a:p>
                <a:endParaRPr lang="en-US"/>
              </a:p>
            </p:txBody>
          </p:sp>
        </p:grpSp>
        <p:sp>
          <p:nvSpPr>
            <p:cNvPr id="94249" name="Text Box 21"/>
            <p:cNvSpPr txBox="1">
              <a:spLocks noChangeArrowheads="1"/>
            </p:cNvSpPr>
            <p:nvPr/>
          </p:nvSpPr>
          <p:spPr bwMode="auto">
            <a:xfrm>
              <a:off x="2086" y="2390"/>
              <a:ext cx="232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sz="2400">
                  <a:latin typeface="Book Antiqua" pitchFamily="18" charset="0"/>
                  <a:ea typeface="宋体" charset="-122"/>
                  <a:sym typeface="Symbol" pitchFamily="18" charset="2"/>
                </a:rPr>
                <a:t></a:t>
              </a:r>
              <a:endParaRPr lang="en-US" altLang="zh-CN" sz="2800" b="1">
                <a:latin typeface="Arial Black" pitchFamily="34" charset="0"/>
                <a:ea typeface="宋体" charset="-122"/>
              </a:endParaRPr>
            </a:p>
          </p:txBody>
        </p:sp>
      </p:grpSp>
      <p:grpSp>
        <p:nvGrpSpPr>
          <p:cNvPr id="605206" name="Group 22"/>
          <p:cNvGrpSpPr>
            <a:grpSpLocks/>
          </p:cNvGrpSpPr>
          <p:nvPr/>
        </p:nvGrpSpPr>
        <p:grpSpPr bwMode="auto">
          <a:xfrm>
            <a:off x="4800600" y="4279900"/>
            <a:ext cx="1022350" cy="1519238"/>
            <a:chOff x="3012" y="2909"/>
            <a:chExt cx="644" cy="957"/>
          </a:xfrm>
        </p:grpSpPr>
        <p:sp>
          <p:nvSpPr>
            <p:cNvPr id="94236" name="Text Box 23"/>
            <p:cNvSpPr txBox="1">
              <a:spLocks noChangeArrowheads="1"/>
            </p:cNvSpPr>
            <p:nvPr/>
          </p:nvSpPr>
          <p:spPr bwMode="auto">
            <a:xfrm>
              <a:off x="3228" y="2909"/>
              <a:ext cx="244" cy="3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sz="3200">
                  <a:latin typeface="Book Antiqua" pitchFamily="18" charset="0"/>
                  <a:ea typeface="宋体" charset="-122"/>
                </a:rPr>
                <a:t>–</a:t>
              </a:r>
              <a:endParaRPr lang="en-US" altLang="zh-CN" sz="2800" b="1">
                <a:latin typeface="Arial Black" pitchFamily="34" charset="0"/>
                <a:ea typeface="宋体" charset="-122"/>
              </a:endParaRPr>
            </a:p>
          </p:txBody>
        </p:sp>
        <p:sp>
          <p:nvSpPr>
            <p:cNvPr id="94237" name="Oval 24"/>
            <p:cNvSpPr>
              <a:spLocks noChangeArrowheads="1"/>
            </p:cNvSpPr>
            <p:nvPr/>
          </p:nvSpPr>
          <p:spPr bwMode="auto">
            <a:xfrm>
              <a:off x="3212" y="2968"/>
              <a:ext cx="256" cy="264"/>
            </a:xfrm>
            <a:prstGeom prst="ellipse">
              <a:avLst/>
            </a:prstGeom>
            <a:noFill/>
            <a:ln w="25400">
              <a:solidFill>
                <a:schemeClr val="accent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>
                <a:ea typeface="宋体" charset="-122"/>
              </a:endParaRPr>
            </a:p>
          </p:txBody>
        </p:sp>
        <p:sp>
          <p:nvSpPr>
            <p:cNvPr id="94238" name="Text Box 25"/>
            <p:cNvSpPr txBox="1">
              <a:spLocks noChangeArrowheads="1"/>
            </p:cNvSpPr>
            <p:nvPr/>
          </p:nvSpPr>
          <p:spPr bwMode="auto">
            <a:xfrm>
              <a:off x="3028" y="3495"/>
              <a:ext cx="244" cy="3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sz="3200" i="1">
                  <a:latin typeface="Book Antiqua" pitchFamily="18" charset="0"/>
                  <a:ea typeface="宋体" charset="-122"/>
                </a:rPr>
                <a:t>x</a:t>
              </a:r>
              <a:endParaRPr lang="en-US" altLang="zh-CN" sz="2800" b="1">
                <a:latin typeface="Arial Black" pitchFamily="34" charset="0"/>
                <a:ea typeface="宋体" charset="-122"/>
              </a:endParaRPr>
            </a:p>
          </p:txBody>
        </p:sp>
        <p:sp>
          <p:nvSpPr>
            <p:cNvPr id="94239" name="Text Box 26"/>
            <p:cNvSpPr txBox="1">
              <a:spLocks noChangeArrowheads="1"/>
            </p:cNvSpPr>
            <p:nvPr/>
          </p:nvSpPr>
          <p:spPr bwMode="auto">
            <a:xfrm>
              <a:off x="3412" y="3501"/>
              <a:ext cx="244" cy="3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sz="3200">
                  <a:latin typeface="Book Antiqua" pitchFamily="18" charset="0"/>
                  <a:ea typeface="宋体" charset="-122"/>
                </a:rPr>
                <a:t>3</a:t>
              </a:r>
              <a:endParaRPr lang="en-US" altLang="zh-CN" sz="2800" b="1">
                <a:latin typeface="Arial Black" pitchFamily="34" charset="0"/>
                <a:ea typeface="宋体" charset="-122"/>
              </a:endParaRPr>
            </a:p>
          </p:txBody>
        </p:sp>
        <p:sp>
          <p:nvSpPr>
            <p:cNvPr id="94240" name="Oval 27"/>
            <p:cNvSpPr>
              <a:spLocks noChangeArrowheads="1"/>
            </p:cNvSpPr>
            <p:nvPr/>
          </p:nvSpPr>
          <p:spPr bwMode="auto">
            <a:xfrm>
              <a:off x="3012" y="3552"/>
              <a:ext cx="256" cy="264"/>
            </a:xfrm>
            <a:prstGeom prst="ellipse">
              <a:avLst/>
            </a:prstGeom>
            <a:noFill/>
            <a:ln w="25400">
              <a:solidFill>
                <a:schemeClr val="accent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>
                <a:ea typeface="宋体" charset="-122"/>
              </a:endParaRPr>
            </a:p>
          </p:txBody>
        </p:sp>
        <p:sp>
          <p:nvSpPr>
            <p:cNvPr id="94241" name="Oval 28"/>
            <p:cNvSpPr>
              <a:spLocks noChangeArrowheads="1"/>
            </p:cNvSpPr>
            <p:nvPr/>
          </p:nvSpPr>
          <p:spPr bwMode="auto">
            <a:xfrm>
              <a:off x="3396" y="3552"/>
              <a:ext cx="256" cy="264"/>
            </a:xfrm>
            <a:prstGeom prst="ellipse">
              <a:avLst/>
            </a:prstGeom>
            <a:noFill/>
            <a:ln w="25400">
              <a:solidFill>
                <a:schemeClr val="accent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>
                <a:ea typeface="宋体" charset="-122"/>
              </a:endParaRPr>
            </a:p>
          </p:txBody>
        </p:sp>
        <p:grpSp>
          <p:nvGrpSpPr>
            <p:cNvPr id="94242" name="Group 29"/>
            <p:cNvGrpSpPr>
              <a:grpSpLocks/>
            </p:cNvGrpSpPr>
            <p:nvPr/>
          </p:nvGrpSpPr>
          <p:grpSpPr bwMode="auto">
            <a:xfrm>
              <a:off x="3156" y="3232"/>
              <a:ext cx="368" cy="312"/>
              <a:chOff x="4488" y="2960"/>
              <a:chExt cx="368" cy="352"/>
            </a:xfrm>
          </p:grpSpPr>
          <p:sp>
            <p:nvSpPr>
              <p:cNvPr id="94243" name="Line 30"/>
              <p:cNvSpPr>
                <a:spLocks noChangeShapeType="1"/>
              </p:cNvSpPr>
              <p:nvPr/>
            </p:nvSpPr>
            <p:spPr bwMode="auto">
              <a:xfrm flipV="1">
                <a:off x="4488" y="2968"/>
                <a:ext cx="184" cy="344"/>
              </a:xfrm>
              <a:prstGeom prst="line">
                <a:avLst/>
              </a:prstGeom>
              <a:noFill/>
              <a:ln w="28575">
                <a:solidFill>
                  <a:schemeClr val="tx2"/>
                </a:solidFill>
                <a:miter lim="800000"/>
                <a:headEnd/>
                <a:tailEnd/>
              </a:ln>
              <a:effectLst/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94244" name="Line 31"/>
              <p:cNvSpPr>
                <a:spLocks noChangeShapeType="1"/>
              </p:cNvSpPr>
              <p:nvPr/>
            </p:nvSpPr>
            <p:spPr bwMode="auto">
              <a:xfrm flipH="1" flipV="1">
                <a:off x="4672" y="2960"/>
                <a:ext cx="184" cy="344"/>
              </a:xfrm>
              <a:prstGeom prst="line">
                <a:avLst/>
              </a:prstGeom>
              <a:noFill/>
              <a:ln w="28575">
                <a:solidFill>
                  <a:schemeClr val="tx2"/>
                </a:solidFill>
                <a:miter lim="800000"/>
                <a:headEnd/>
                <a:tailEnd/>
              </a:ln>
              <a:effectLst/>
            </p:spPr>
            <p:txBody>
              <a:bodyPr wrap="none"/>
              <a:lstStyle/>
              <a:p>
                <a:endParaRPr lang="en-US"/>
              </a:p>
            </p:txBody>
          </p:sp>
        </p:grpSp>
      </p:grpSp>
      <p:grpSp>
        <p:nvGrpSpPr>
          <p:cNvPr id="605216" name="Group 32"/>
          <p:cNvGrpSpPr>
            <a:grpSpLocks/>
          </p:cNvGrpSpPr>
          <p:nvPr/>
        </p:nvGrpSpPr>
        <p:grpSpPr bwMode="auto">
          <a:xfrm>
            <a:off x="5981700" y="4305300"/>
            <a:ext cx="1022350" cy="1493838"/>
            <a:chOff x="3756" y="2925"/>
            <a:chExt cx="644" cy="941"/>
          </a:xfrm>
        </p:grpSpPr>
        <p:sp>
          <p:nvSpPr>
            <p:cNvPr id="94227" name="Text Box 33"/>
            <p:cNvSpPr txBox="1">
              <a:spLocks noChangeArrowheads="1"/>
            </p:cNvSpPr>
            <p:nvPr/>
          </p:nvSpPr>
          <p:spPr bwMode="auto">
            <a:xfrm>
              <a:off x="3972" y="2925"/>
              <a:ext cx="271" cy="3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sz="3200">
                  <a:latin typeface="Book Antiqua" pitchFamily="18" charset="0"/>
                  <a:ea typeface="宋体" charset="-122"/>
                </a:rPr>
                <a:t>+</a:t>
              </a:r>
              <a:endParaRPr lang="en-US" altLang="zh-CN" sz="2800" b="1">
                <a:latin typeface="Arial Black" pitchFamily="34" charset="0"/>
                <a:ea typeface="宋体" charset="-122"/>
              </a:endParaRPr>
            </a:p>
          </p:txBody>
        </p:sp>
        <p:sp>
          <p:nvSpPr>
            <p:cNvPr id="94228" name="Oval 34"/>
            <p:cNvSpPr>
              <a:spLocks noChangeArrowheads="1"/>
            </p:cNvSpPr>
            <p:nvPr/>
          </p:nvSpPr>
          <p:spPr bwMode="auto">
            <a:xfrm>
              <a:off x="3964" y="2968"/>
              <a:ext cx="256" cy="264"/>
            </a:xfrm>
            <a:prstGeom prst="ellipse">
              <a:avLst/>
            </a:prstGeom>
            <a:noFill/>
            <a:ln w="25400">
              <a:solidFill>
                <a:schemeClr val="accent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>
                <a:ea typeface="宋体" charset="-122"/>
              </a:endParaRPr>
            </a:p>
          </p:txBody>
        </p:sp>
        <p:grpSp>
          <p:nvGrpSpPr>
            <p:cNvPr id="94229" name="Group 35"/>
            <p:cNvGrpSpPr>
              <a:grpSpLocks/>
            </p:cNvGrpSpPr>
            <p:nvPr/>
          </p:nvGrpSpPr>
          <p:grpSpPr bwMode="auto">
            <a:xfrm>
              <a:off x="3908" y="3232"/>
              <a:ext cx="368" cy="312"/>
              <a:chOff x="4488" y="2960"/>
              <a:chExt cx="368" cy="352"/>
            </a:xfrm>
          </p:grpSpPr>
          <p:sp>
            <p:nvSpPr>
              <p:cNvPr id="94234" name="Line 36"/>
              <p:cNvSpPr>
                <a:spLocks noChangeShapeType="1"/>
              </p:cNvSpPr>
              <p:nvPr/>
            </p:nvSpPr>
            <p:spPr bwMode="auto">
              <a:xfrm flipV="1">
                <a:off x="4488" y="2968"/>
                <a:ext cx="184" cy="344"/>
              </a:xfrm>
              <a:prstGeom prst="line">
                <a:avLst/>
              </a:prstGeom>
              <a:noFill/>
              <a:ln w="28575">
                <a:solidFill>
                  <a:schemeClr val="tx2"/>
                </a:solidFill>
                <a:miter lim="800000"/>
                <a:headEnd/>
                <a:tailEnd/>
              </a:ln>
              <a:effectLst/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94235" name="Line 37"/>
              <p:cNvSpPr>
                <a:spLocks noChangeShapeType="1"/>
              </p:cNvSpPr>
              <p:nvPr/>
            </p:nvSpPr>
            <p:spPr bwMode="auto">
              <a:xfrm flipH="1" flipV="1">
                <a:off x="4672" y="2960"/>
                <a:ext cx="184" cy="344"/>
              </a:xfrm>
              <a:prstGeom prst="line">
                <a:avLst/>
              </a:prstGeom>
              <a:noFill/>
              <a:ln w="28575">
                <a:solidFill>
                  <a:schemeClr val="tx2"/>
                </a:solidFill>
                <a:miter lim="800000"/>
                <a:headEnd/>
                <a:tailEnd/>
              </a:ln>
              <a:effectLst/>
            </p:spPr>
            <p:txBody>
              <a:bodyPr wrap="none"/>
              <a:lstStyle/>
              <a:p>
                <a:endParaRPr lang="en-US"/>
              </a:p>
            </p:txBody>
          </p:sp>
        </p:grpSp>
        <p:sp>
          <p:nvSpPr>
            <p:cNvPr id="94230" name="Text Box 38"/>
            <p:cNvSpPr txBox="1">
              <a:spLocks noChangeArrowheads="1"/>
            </p:cNvSpPr>
            <p:nvPr/>
          </p:nvSpPr>
          <p:spPr bwMode="auto">
            <a:xfrm>
              <a:off x="3772" y="3455"/>
              <a:ext cx="244" cy="3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sz="3200" i="1">
                  <a:latin typeface="Book Antiqua" pitchFamily="18" charset="0"/>
                  <a:ea typeface="宋体" charset="-122"/>
                </a:rPr>
                <a:t>y</a:t>
              </a:r>
              <a:endParaRPr lang="en-US" altLang="zh-CN" sz="2800" b="1">
                <a:latin typeface="Arial Black" pitchFamily="34" charset="0"/>
                <a:ea typeface="宋体" charset="-122"/>
              </a:endParaRPr>
            </a:p>
          </p:txBody>
        </p:sp>
        <p:sp>
          <p:nvSpPr>
            <p:cNvPr id="94231" name="Text Box 39"/>
            <p:cNvSpPr txBox="1">
              <a:spLocks noChangeArrowheads="1"/>
            </p:cNvSpPr>
            <p:nvPr/>
          </p:nvSpPr>
          <p:spPr bwMode="auto">
            <a:xfrm>
              <a:off x="4156" y="3501"/>
              <a:ext cx="244" cy="3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sz="3200">
                  <a:latin typeface="Book Antiqua" pitchFamily="18" charset="0"/>
                  <a:ea typeface="宋体" charset="-122"/>
                </a:rPr>
                <a:t>2</a:t>
              </a:r>
              <a:endParaRPr lang="en-US" altLang="zh-CN" sz="2800" b="1">
                <a:latin typeface="Arial Black" pitchFamily="34" charset="0"/>
                <a:ea typeface="宋体" charset="-122"/>
              </a:endParaRPr>
            </a:p>
          </p:txBody>
        </p:sp>
        <p:sp>
          <p:nvSpPr>
            <p:cNvPr id="94232" name="Oval 40"/>
            <p:cNvSpPr>
              <a:spLocks noChangeArrowheads="1"/>
            </p:cNvSpPr>
            <p:nvPr/>
          </p:nvSpPr>
          <p:spPr bwMode="auto">
            <a:xfrm>
              <a:off x="3756" y="3552"/>
              <a:ext cx="256" cy="264"/>
            </a:xfrm>
            <a:prstGeom prst="ellipse">
              <a:avLst/>
            </a:prstGeom>
            <a:noFill/>
            <a:ln w="25400">
              <a:solidFill>
                <a:schemeClr val="accent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>
                <a:ea typeface="宋体" charset="-122"/>
              </a:endParaRPr>
            </a:p>
          </p:txBody>
        </p:sp>
        <p:sp>
          <p:nvSpPr>
            <p:cNvPr id="94233" name="Oval 41"/>
            <p:cNvSpPr>
              <a:spLocks noChangeArrowheads="1"/>
            </p:cNvSpPr>
            <p:nvPr/>
          </p:nvSpPr>
          <p:spPr bwMode="auto">
            <a:xfrm>
              <a:off x="4140" y="3552"/>
              <a:ext cx="256" cy="264"/>
            </a:xfrm>
            <a:prstGeom prst="ellipse">
              <a:avLst/>
            </a:prstGeom>
            <a:noFill/>
            <a:ln w="25400">
              <a:solidFill>
                <a:schemeClr val="accent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>
                <a:ea typeface="宋体" charset="-122"/>
              </a:endParaRPr>
            </a:p>
          </p:txBody>
        </p:sp>
      </p:grpSp>
      <p:grpSp>
        <p:nvGrpSpPr>
          <p:cNvPr id="605226" name="Group 42"/>
          <p:cNvGrpSpPr>
            <a:grpSpLocks/>
          </p:cNvGrpSpPr>
          <p:nvPr/>
        </p:nvGrpSpPr>
        <p:grpSpPr bwMode="auto">
          <a:xfrm>
            <a:off x="5461000" y="3446463"/>
            <a:ext cx="914400" cy="977900"/>
            <a:chOff x="3428" y="2384"/>
            <a:chExt cx="576" cy="616"/>
          </a:xfrm>
        </p:grpSpPr>
        <p:sp>
          <p:nvSpPr>
            <p:cNvPr id="94222" name="Text Box 43"/>
            <p:cNvSpPr txBox="1">
              <a:spLocks noChangeArrowheads="1"/>
            </p:cNvSpPr>
            <p:nvPr/>
          </p:nvSpPr>
          <p:spPr bwMode="auto">
            <a:xfrm>
              <a:off x="3612" y="2384"/>
              <a:ext cx="232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sz="2400">
                  <a:latin typeface="Book Antiqua" pitchFamily="18" charset="0"/>
                  <a:ea typeface="宋体" charset="-122"/>
                </a:rPr>
                <a:t>/</a:t>
              </a:r>
              <a:endParaRPr lang="en-US" altLang="zh-CN" sz="2800" b="1">
                <a:latin typeface="Arial Black" pitchFamily="34" charset="0"/>
                <a:ea typeface="宋体" charset="-122"/>
              </a:endParaRPr>
            </a:p>
          </p:txBody>
        </p:sp>
        <p:sp>
          <p:nvSpPr>
            <p:cNvPr id="94223" name="Oval 44"/>
            <p:cNvSpPr>
              <a:spLocks noChangeArrowheads="1"/>
            </p:cNvSpPr>
            <p:nvPr/>
          </p:nvSpPr>
          <p:spPr bwMode="auto">
            <a:xfrm>
              <a:off x="3580" y="2400"/>
              <a:ext cx="256" cy="264"/>
            </a:xfrm>
            <a:prstGeom prst="ellipse">
              <a:avLst/>
            </a:prstGeom>
            <a:noFill/>
            <a:ln w="25400">
              <a:solidFill>
                <a:schemeClr val="accent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>
                <a:ea typeface="宋体" charset="-122"/>
              </a:endParaRPr>
            </a:p>
          </p:txBody>
        </p:sp>
        <p:grpSp>
          <p:nvGrpSpPr>
            <p:cNvPr id="94224" name="Group 45"/>
            <p:cNvGrpSpPr>
              <a:grpSpLocks/>
            </p:cNvGrpSpPr>
            <p:nvPr/>
          </p:nvGrpSpPr>
          <p:grpSpPr bwMode="auto">
            <a:xfrm>
              <a:off x="3428" y="2664"/>
              <a:ext cx="576" cy="336"/>
              <a:chOff x="4264" y="2912"/>
              <a:chExt cx="576" cy="336"/>
            </a:xfrm>
          </p:grpSpPr>
          <p:sp>
            <p:nvSpPr>
              <p:cNvPr id="94225" name="Line 46"/>
              <p:cNvSpPr>
                <a:spLocks noChangeShapeType="1"/>
              </p:cNvSpPr>
              <p:nvPr/>
            </p:nvSpPr>
            <p:spPr bwMode="auto">
              <a:xfrm flipV="1">
                <a:off x="4264" y="2912"/>
                <a:ext cx="288" cy="336"/>
              </a:xfrm>
              <a:prstGeom prst="line">
                <a:avLst/>
              </a:prstGeom>
              <a:noFill/>
              <a:ln w="28575">
                <a:solidFill>
                  <a:schemeClr val="tx2"/>
                </a:solidFill>
                <a:miter lim="800000"/>
                <a:headEnd/>
                <a:tailEnd/>
              </a:ln>
              <a:effectLst/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94226" name="Line 47"/>
              <p:cNvSpPr>
                <a:spLocks noChangeShapeType="1"/>
              </p:cNvSpPr>
              <p:nvPr/>
            </p:nvSpPr>
            <p:spPr bwMode="auto">
              <a:xfrm flipH="1" flipV="1">
                <a:off x="4552" y="2912"/>
                <a:ext cx="288" cy="336"/>
              </a:xfrm>
              <a:prstGeom prst="line">
                <a:avLst/>
              </a:prstGeom>
              <a:noFill/>
              <a:ln w="28575">
                <a:solidFill>
                  <a:schemeClr val="tx2"/>
                </a:solidFill>
                <a:miter lim="800000"/>
                <a:headEnd/>
                <a:tailEnd/>
              </a:ln>
              <a:effectLst/>
            </p:spPr>
            <p:txBody>
              <a:bodyPr wrap="none"/>
              <a:lstStyle/>
              <a:p>
                <a:endParaRPr lang="en-US"/>
              </a:p>
            </p:txBody>
          </p:sp>
        </p:grpSp>
      </p:grpSp>
      <p:grpSp>
        <p:nvGrpSpPr>
          <p:cNvPr id="605232" name="Group 48"/>
          <p:cNvGrpSpPr>
            <a:grpSpLocks/>
          </p:cNvGrpSpPr>
          <p:nvPr/>
        </p:nvGrpSpPr>
        <p:grpSpPr bwMode="auto">
          <a:xfrm>
            <a:off x="3657600" y="2895600"/>
            <a:ext cx="2108200" cy="639763"/>
            <a:chOff x="2292" y="2037"/>
            <a:chExt cx="1328" cy="403"/>
          </a:xfrm>
        </p:grpSpPr>
        <p:sp>
          <p:nvSpPr>
            <p:cNvPr id="94218" name="Text Box 49"/>
            <p:cNvSpPr txBox="1">
              <a:spLocks noChangeArrowheads="1"/>
            </p:cNvSpPr>
            <p:nvPr/>
          </p:nvSpPr>
          <p:spPr bwMode="auto">
            <a:xfrm>
              <a:off x="2820" y="2037"/>
              <a:ext cx="271" cy="3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sz="3200">
                  <a:latin typeface="Book Antiqua" pitchFamily="18" charset="0"/>
                  <a:ea typeface="宋体" charset="-122"/>
                </a:rPr>
                <a:t>+</a:t>
              </a:r>
              <a:endParaRPr lang="en-US" altLang="zh-CN" sz="2800" b="1">
                <a:latin typeface="Arial Black" pitchFamily="34" charset="0"/>
                <a:ea typeface="宋体" charset="-122"/>
              </a:endParaRPr>
            </a:p>
          </p:txBody>
        </p:sp>
        <p:sp>
          <p:nvSpPr>
            <p:cNvPr id="94219" name="Line 50"/>
            <p:cNvSpPr>
              <a:spLocks noChangeShapeType="1"/>
            </p:cNvSpPr>
            <p:nvPr/>
          </p:nvSpPr>
          <p:spPr bwMode="auto">
            <a:xfrm flipH="1" flipV="1">
              <a:off x="3060" y="2256"/>
              <a:ext cx="560" cy="176"/>
            </a:xfrm>
            <a:prstGeom prst="line">
              <a:avLst/>
            </a:prstGeom>
            <a:noFill/>
            <a:ln w="28575">
              <a:solidFill>
                <a:schemeClr val="tx2"/>
              </a:solidFill>
              <a:miter lim="800000"/>
              <a:headEnd/>
              <a:tailEnd/>
            </a:ln>
            <a:effectLst/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94220" name="Line 51"/>
            <p:cNvSpPr>
              <a:spLocks noChangeShapeType="1"/>
            </p:cNvSpPr>
            <p:nvPr/>
          </p:nvSpPr>
          <p:spPr bwMode="auto">
            <a:xfrm flipV="1">
              <a:off x="2292" y="2256"/>
              <a:ext cx="528" cy="184"/>
            </a:xfrm>
            <a:prstGeom prst="line">
              <a:avLst/>
            </a:prstGeom>
            <a:noFill/>
            <a:ln w="28575">
              <a:solidFill>
                <a:schemeClr val="tx2"/>
              </a:solidFill>
              <a:miter lim="800000"/>
              <a:headEnd/>
              <a:tailEnd/>
            </a:ln>
            <a:effectLst/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94221" name="Oval 52"/>
            <p:cNvSpPr>
              <a:spLocks noChangeArrowheads="1"/>
            </p:cNvSpPr>
            <p:nvPr/>
          </p:nvSpPr>
          <p:spPr bwMode="auto">
            <a:xfrm>
              <a:off x="2812" y="2080"/>
              <a:ext cx="256" cy="264"/>
            </a:xfrm>
            <a:prstGeom prst="ellips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>
                <a:ea typeface="宋体" charset="-122"/>
              </a:endParaRPr>
            </a:p>
          </p:txBody>
        </p:sp>
      </p:grpSp>
      <p:sp>
        <p:nvSpPr>
          <p:cNvPr id="53" name="Slide Number Placeholder 5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B66DE-703E-461C-82AF-C942A54373C1}" type="slidenum">
              <a:rPr lang="en-US" altLang="zh-CN" smtClean="0"/>
              <a:pPr/>
              <a:t>53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51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051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051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5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6051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5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6051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5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6052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5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6052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5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" dur="500"/>
                                        <p:tgtEl>
                                          <p:spTgt spid="6052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5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8" dur="500"/>
                                        <p:tgtEl>
                                          <p:spTgt spid="6052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05187" grpId="0" build="p" autoUpdateAnimBg="0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152400"/>
            <a:ext cx="8686800" cy="838200"/>
          </a:xfrm>
        </p:spPr>
        <p:txBody>
          <a:bodyPr/>
          <a:lstStyle/>
          <a:p>
            <a:pPr eaLnBrk="1" hangingPunct="1"/>
            <a:r>
              <a:rPr lang="en-US" altLang="zh-CN" smtClean="0">
                <a:latin typeface="Times New Roman" pitchFamily="18" charset="0"/>
                <a:ea typeface="宋体" charset="-122"/>
              </a:rPr>
              <a:t>Infix Notation</a:t>
            </a:r>
          </a:p>
        </p:txBody>
      </p:sp>
      <p:grpSp>
        <p:nvGrpSpPr>
          <p:cNvPr id="606211" name="Group 3"/>
          <p:cNvGrpSpPr>
            <a:grpSpLocks/>
          </p:cNvGrpSpPr>
          <p:nvPr/>
        </p:nvGrpSpPr>
        <p:grpSpPr bwMode="auto">
          <a:xfrm>
            <a:off x="2133600" y="2667000"/>
            <a:ext cx="4629150" cy="2903538"/>
            <a:chOff x="1336" y="1627"/>
            <a:chExt cx="2916" cy="1829"/>
          </a:xfrm>
        </p:grpSpPr>
        <p:sp>
          <p:nvSpPr>
            <p:cNvPr id="95268" name="Text Box 4"/>
            <p:cNvSpPr txBox="1">
              <a:spLocks noChangeArrowheads="1"/>
            </p:cNvSpPr>
            <p:nvPr/>
          </p:nvSpPr>
          <p:spPr bwMode="auto">
            <a:xfrm>
              <a:off x="2672" y="1627"/>
              <a:ext cx="271" cy="3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sz="3200">
                  <a:latin typeface="Book Antiqua" pitchFamily="18" charset="0"/>
                  <a:ea typeface="宋体" charset="-122"/>
                </a:rPr>
                <a:t>+</a:t>
              </a:r>
              <a:endParaRPr lang="en-US" altLang="zh-CN" sz="2800" b="1">
                <a:latin typeface="Arial Black" pitchFamily="34" charset="0"/>
                <a:ea typeface="宋体" charset="-122"/>
              </a:endParaRPr>
            </a:p>
          </p:txBody>
        </p:sp>
        <p:sp>
          <p:nvSpPr>
            <p:cNvPr id="95269" name="Text Box 5"/>
            <p:cNvSpPr txBox="1">
              <a:spLocks noChangeArrowheads="1"/>
            </p:cNvSpPr>
            <p:nvPr/>
          </p:nvSpPr>
          <p:spPr bwMode="auto">
            <a:xfrm>
              <a:off x="1943" y="1974"/>
              <a:ext cx="232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sz="2400">
                  <a:latin typeface="Book Antiqua" pitchFamily="18" charset="0"/>
                  <a:ea typeface="宋体" charset="-122"/>
                  <a:sym typeface="Symbol" pitchFamily="18" charset="2"/>
                </a:rPr>
                <a:t></a:t>
              </a:r>
            </a:p>
          </p:txBody>
        </p:sp>
        <p:sp>
          <p:nvSpPr>
            <p:cNvPr id="95270" name="Text Box 6"/>
            <p:cNvSpPr txBox="1">
              <a:spLocks noChangeArrowheads="1"/>
            </p:cNvSpPr>
            <p:nvPr/>
          </p:nvSpPr>
          <p:spPr bwMode="auto">
            <a:xfrm>
              <a:off x="3080" y="2499"/>
              <a:ext cx="244" cy="3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sz="3200">
                  <a:latin typeface="Book Antiqua" pitchFamily="18" charset="0"/>
                  <a:ea typeface="宋体" charset="-122"/>
                </a:rPr>
                <a:t>–</a:t>
              </a:r>
              <a:endParaRPr lang="en-US" altLang="zh-CN" sz="2800" b="1">
                <a:latin typeface="Arial Black" pitchFamily="34" charset="0"/>
                <a:ea typeface="宋体" charset="-122"/>
              </a:endParaRPr>
            </a:p>
          </p:txBody>
        </p:sp>
        <p:sp>
          <p:nvSpPr>
            <p:cNvPr id="95271" name="Text Box 7"/>
            <p:cNvSpPr txBox="1">
              <a:spLocks noChangeArrowheads="1"/>
            </p:cNvSpPr>
            <p:nvPr/>
          </p:nvSpPr>
          <p:spPr bwMode="auto">
            <a:xfrm>
              <a:off x="3824" y="2515"/>
              <a:ext cx="271" cy="3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sz="3200">
                  <a:latin typeface="Book Antiqua" pitchFamily="18" charset="0"/>
                  <a:ea typeface="宋体" charset="-122"/>
                </a:rPr>
                <a:t>+</a:t>
              </a:r>
              <a:endParaRPr lang="en-US" altLang="zh-CN" sz="2800" b="1">
                <a:latin typeface="Arial Black" pitchFamily="34" charset="0"/>
                <a:ea typeface="宋体" charset="-122"/>
              </a:endParaRPr>
            </a:p>
          </p:txBody>
        </p:sp>
        <p:sp>
          <p:nvSpPr>
            <p:cNvPr id="95272" name="Text Box 8"/>
            <p:cNvSpPr txBox="1">
              <a:spLocks noChangeArrowheads="1"/>
            </p:cNvSpPr>
            <p:nvPr/>
          </p:nvSpPr>
          <p:spPr bwMode="auto">
            <a:xfrm>
              <a:off x="3464" y="1974"/>
              <a:ext cx="232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sz="2400">
                  <a:latin typeface="Book Antiqua" pitchFamily="18" charset="0"/>
                  <a:ea typeface="宋体" charset="-122"/>
                </a:rPr>
                <a:t>/</a:t>
              </a:r>
              <a:endParaRPr lang="en-US" altLang="zh-CN" sz="2800" b="1">
                <a:latin typeface="Arial Black" pitchFamily="34" charset="0"/>
                <a:ea typeface="宋体" charset="-122"/>
              </a:endParaRPr>
            </a:p>
          </p:txBody>
        </p:sp>
        <p:sp>
          <p:nvSpPr>
            <p:cNvPr id="95273" name="Line 9"/>
            <p:cNvSpPr>
              <a:spLocks noChangeShapeType="1"/>
            </p:cNvSpPr>
            <p:nvPr/>
          </p:nvSpPr>
          <p:spPr bwMode="auto">
            <a:xfrm flipH="1" flipV="1">
              <a:off x="2912" y="1846"/>
              <a:ext cx="560" cy="176"/>
            </a:xfrm>
            <a:prstGeom prst="line">
              <a:avLst/>
            </a:prstGeom>
            <a:noFill/>
            <a:ln w="28575">
              <a:solidFill>
                <a:schemeClr val="tx2"/>
              </a:solidFill>
              <a:miter lim="800000"/>
              <a:headEnd/>
              <a:tailEnd/>
            </a:ln>
            <a:effectLst/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95274" name="Line 10"/>
            <p:cNvSpPr>
              <a:spLocks noChangeShapeType="1"/>
            </p:cNvSpPr>
            <p:nvPr/>
          </p:nvSpPr>
          <p:spPr bwMode="auto">
            <a:xfrm flipV="1">
              <a:off x="2144" y="1846"/>
              <a:ext cx="528" cy="184"/>
            </a:xfrm>
            <a:prstGeom prst="line">
              <a:avLst/>
            </a:prstGeom>
            <a:noFill/>
            <a:ln w="28575">
              <a:solidFill>
                <a:schemeClr val="tx2"/>
              </a:solidFill>
              <a:miter lim="800000"/>
              <a:headEnd/>
              <a:tailEnd/>
            </a:ln>
            <a:effectLst/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95275" name="Oval 11"/>
            <p:cNvSpPr>
              <a:spLocks noChangeArrowheads="1"/>
            </p:cNvSpPr>
            <p:nvPr/>
          </p:nvSpPr>
          <p:spPr bwMode="auto">
            <a:xfrm>
              <a:off x="2664" y="1670"/>
              <a:ext cx="256" cy="264"/>
            </a:xfrm>
            <a:prstGeom prst="ellipse">
              <a:avLst/>
            </a:prstGeom>
            <a:noFill/>
            <a:ln w="19050">
              <a:solidFill>
                <a:schemeClr val="accent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>
                <a:ea typeface="宋体" charset="-122"/>
              </a:endParaRPr>
            </a:p>
          </p:txBody>
        </p:sp>
        <p:sp>
          <p:nvSpPr>
            <p:cNvPr id="95276" name="Oval 12"/>
            <p:cNvSpPr>
              <a:spLocks noChangeArrowheads="1"/>
            </p:cNvSpPr>
            <p:nvPr/>
          </p:nvSpPr>
          <p:spPr bwMode="auto">
            <a:xfrm>
              <a:off x="1928" y="1982"/>
              <a:ext cx="256" cy="264"/>
            </a:xfrm>
            <a:prstGeom prst="ellipse">
              <a:avLst/>
            </a:prstGeom>
            <a:noFill/>
            <a:ln w="19050">
              <a:solidFill>
                <a:schemeClr val="accent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>
                <a:ea typeface="宋体" charset="-122"/>
              </a:endParaRPr>
            </a:p>
          </p:txBody>
        </p:sp>
        <p:sp>
          <p:nvSpPr>
            <p:cNvPr id="95277" name="Oval 13"/>
            <p:cNvSpPr>
              <a:spLocks noChangeArrowheads="1"/>
            </p:cNvSpPr>
            <p:nvPr/>
          </p:nvSpPr>
          <p:spPr bwMode="auto">
            <a:xfrm>
              <a:off x="3432" y="1990"/>
              <a:ext cx="256" cy="264"/>
            </a:xfrm>
            <a:prstGeom prst="ellipse">
              <a:avLst/>
            </a:prstGeom>
            <a:noFill/>
            <a:ln w="19050">
              <a:solidFill>
                <a:schemeClr val="accent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>
                <a:ea typeface="宋体" charset="-122"/>
              </a:endParaRPr>
            </a:p>
          </p:txBody>
        </p:sp>
        <p:sp>
          <p:nvSpPr>
            <p:cNvPr id="95278" name="Oval 14"/>
            <p:cNvSpPr>
              <a:spLocks noChangeArrowheads="1"/>
            </p:cNvSpPr>
            <p:nvPr/>
          </p:nvSpPr>
          <p:spPr bwMode="auto">
            <a:xfrm>
              <a:off x="3064" y="2558"/>
              <a:ext cx="256" cy="264"/>
            </a:xfrm>
            <a:prstGeom prst="ellipse">
              <a:avLst/>
            </a:prstGeom>
            <a:noFill/>
            <a:ln w="19050">
              <a:solidFill>
                <a:schemeClr val="accent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>
                <a:ea typeface="宋体" charset="-122"/>
              </a:endParaRPr>
            </a:p>
          </p:txBody>
        </p:sp>
        <p:sp>
          <p:nvSpPr>
            <p:cNvPr id="95279" name="Oval 15"/>
            <p:cNvSpPr>
              <a:spLocks noChangeArrowheads="1"/>
            </p:cNvSpPr>
            <p:nvPr/>
          </p:nvSpPr>
          <p:spPr bwMode="auto">
            <a:xfrm>
              <a:off x="3816" y="2558"/>
              <a:ext cx="256" cy="264"/>
            </a:xfrm>
            <a:prstGeom prst="ellipse">
              <a:avLst/>
            </a:prstGeom>
            <a:noFill/>
            <a:ln w="19050">
              <a:solidFill>
                <a:schemeClr val="accent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>
                <a:ea typeface="宋体" charset="-122"/>
              </a:endParaRPr>
            </a:p>
          </p:txBody>
        </p:sp>
        <p:sp>
          <p:nvSpPr>
            <p:cNvPr id="95280" name="Text Box 16"/>
            <p:cNvSpPr txBox="1">
              <a:spLocks noChangeArrowheads="1"/>
            </p:cNvSpPr>
            <p:nvPr/>
          </p:nvSpPr>
          <p:spPr bwMode="auto">
            <a:xfrm>
              <a:off x="1576" y="2499"/>
              <a:ext cx="271" cy="3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sz="3200">
                  <a:latin typeface="Book Antiqua" pitchFamily="18" charset="0"/>
                  <a:ea typeface="宋体" charset="-122"/>
                </a:rPr>
                <a:t>+</a:t>
              </a:r>
              <a:endParaRPr lang="en-US" altLang="zh-CN" sz="2800" b="1">
                <a:latin typeface="Arial Black" pitchFamily="34" charset="0"/>
                <a:ea typeface="宋体" charset="-122"/>
              </a:endParaRPr>
            </a:p>
          </p:txBody>
        </p:sp>
        <p:sp>
          <p:nvSpPr>
            <p:cNvPr id="95281" name="Text Box 17"/>
            <p:cNvSpPr txBox="1">
              <a:spLocks noChangeArrowheads="1"/>
            </p:cNvSpPr>
            <p:nvPr/>
          </p:nvSpPr>
          <p:spPr bwMode="auto">
            <a:xfrm>
              <a:off x="2296" y="2515"/>
              <a:ext cx="244" cy="3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sz="3200">
                  <a:latin typeface="Book Antiqua" pitchFamily="18" charset="0"/>
                  <a:ea typeface="宋体" charset="-122"/>
                </a:rPr>
                <a:t>2</a:t>
              </a:r>
              <a:endParaRPr lang="en-US" altLang="zh-CN" sz="2800" b="1">
                <a:latin typeface="Arial Black" pitchFamily="34" charset="0"/>
                <a:ea typeface="宋体" charset="-122"/>
              </a:endParaRPr>
            </a:p>
          </p:txBody>
        </p:sp>
        <p:sp>
          <p:nvSpPr>
            <p:cNvPr id="95282" name="Oval 18"/>
            <p:cNvSpPr>
              <a:spLocks noChangeArrowheads="1"/>
            </p:cNvSpPr>
            <p:nvPr/>
          </p:nvSpPr>
          <p:spPr bwMode="auto">
            <a:xfrm>
              <a:off x="1560" y="2558"/>
              <a:ext cx="256" cy="264"/>
            </a:xfrm>
            <a:prstGeom prst="ellipse">
              <a:avLst/>
            </a:prstGeom>
            <a:noFill/>
            <a:ln w="19050">
              <a:solidFill>
                <a:schemeClr val="accent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>
                <a:ea typeface="宋体" charset="-122"/>
              </a:endParaRPr>
            </a:p>
          </p:txBody>
        </p:sp>
        <p:sp>
          <p:nvSpPr>
            <p:cNvPr id="95283" name="Oval 19"/>
            <p:cNvSpPr>
              <a:spLocks noChangeArrowheads="1"/>
            </p:cNvSpPr>
            <p:nvPr/>
          </p:nvSpPr>
          <p:spPr bwMode="auto">
            <a:xfrm>
              <a:off x="2280" y="2558"/>
              <a:ext cx="256" cy="264"/>
            </a:xfrm>
            <a:prstGeom prst="ellipse">
              <a:avLst/>
            </a:prstGeom>
            <a:noFill/>
            <a:ln w="19050">
              <a:solidFill>
                <a:schemeClr val="accent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>
                <a:ea typeface="宋体" charset="-122"/>
              </a:endParaRPr>
            </a:p>
          </p:txBody>
        </p:sp>
        <p:sp>
          <p:nvSpPr>
            <p:cNvPr id="95284" name="Text Box 20"/>
            <p:cNvSpPr txBox="1">
              <a:spLocks noChangeArrowheads="1"/>
            </p:cNvSpPr>
            <p:nvPr/>
          </p:nvSpPr>
          <p:spPr bwMode="auto">
            <a:xfrm>
              <a:off x="1352" y="3077"/>
              <a:ext cx="244" cy="3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sz="3200" i="1">
                  <a:latin typeface="Book Antiqua" pitchFamily="18" charset="0"/>
                  <a:ea typeface="宋体" charset="-122"/>
                </a:rPr>
                <a:t>x</a:t>
              </a:r>
              <a:endParaRPr lang="en-US" altLang="zh-CN" sz="2800" b="1">
                <a:latin typeface="Arial Black" pitchFamily="34" charset="0"/>
                <a:ea typeface="宋体" charset="-122"/>
              </a:endParaRPr>
            </a:p>
          </p:txBody>
        </p:sp>
        <p:sp>
          <p:nvSpPr>
            <p:cNvPr id="95285" name="Text Box 21"/>
            <p:cNvSpPr txBox="1">
              <a:spLocks noChangeArrowheads="1"/>
            </p:cNvSpPr>
            <p:nvPr/>
          </p:nvSpPr>
          <p:spPr bwMode="auto">
            <a:xfrm>
              <a:off x="1744" y="3037"/>
              <a:ext cx="244" cy="3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sz="3200" i="1">
                  <a:latin typeface="Book Antiqua" pitchFamily="18" charset="0"/>
                  <a:ea typeface="宋体" charset="-122"/>
                </a:rPr>
                <a:t>y</a:t>
              </a:r>
              <a:endParaRPr lang="en-US" altLang="zh-CN" sz="2800" b="1">
                <a:latin typeface="Arial Black" pitchFamily="34" charset="0"/>
                <a:ea typeface="宋体" charset="-122"/>
              </a:endParaRPr>
            </a:p>
          </p:txBody>
        </p:sp>
        <p:sp>
          <p:nvSpPr>
            <p:cNvPr id="95286" name="Oval 22"/>
            <p:cNvSpPr>
              <a:spLocks noChangeArrowheads="1"/>
            </p:cNvSpPr>
            <p:nvPr/>
          </p:nvSpPr>
          <p:spPr bwMode="auto">
            <a:xfrm>
              <a:off x="1336" y="3134"/>
              <a:ext cx="256" cy="264"/>
            </a:xfrm>
            <a:prstGeom prst="ellipse">
              <a:avLst/>
            </a:prstGeom>
            <a:noFill/>
            <a:ln w="19050">
              <a:solidFill>
                <a:schemeClr val="accent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>
                <a:ea typeface="宋体" charset="-122"/>
              </a:endParaRPr>
            </a:p>
          </p:txBody>
        </p:sp>
        <p:sp>
          <p:nvSpPr>
            <p:cNvPr id="95287" name="Oval 23"/>
            <p:cNvSpPr>
              <a:spLocks noChangeArrowheads="1"/>
            </p:cNvSpPr>
            <p:nvPr/>
          </p:nvSpPr>
          <p:spPr bwMode="auto">
            <a:xfrm>
              <a:off x="1728" y="3134"/>
              <a:ext cx="256" cy="264"/>
            </a:xfrm>
            <a:prstGeom prst="ellipse">
              <a:avLst/>
            </a:prstGeom>
            <a:noFill/>
            <a:ln w="19050">
              <a:solidFill>
                <a:schemeClr val="accent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>
                <a:ea typeface="宋体" charset="-122"/>
              </a:endParaRPr>
            </a:p>
          </p:txBody>
        </p:sp>
        <p:sp>
          <p:nvSpPr>
            <p:cNvPr id="95288" name="Text Box 24"/>
            <p:cNvSpPr txBox="1">
              <a:spLocks noChangeArrowheads="1"/>
            </p:cNvSpPr>
            <p:nvPr/>
          </p:nvSpPr>
          <p:spPr bwMode="auto">
            <a:xfrm>
              <a:off x="2880" y="3085"/>
              <a:ext cx="244" cy="3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sz="3200" i="1">
                  <a:latin typeface="Book Antiqua" pitchFamily="18" charset="0"/>
                  <a:ea typeface="宋体" charset="-122"/>
                </a:rPr>
                <a:t>x</a:t>
              </a:r>
              <a:endParaRPr lang="en-US" altLang="zh-CN" sz="2800" b="1">
                <a:latin typeface="Arial Black" pitchFamily="34" charset="0"/>
                <a:ea typeface="宋体" charset="-122"/>
              </a:endParaRPr>
            </a:p>
          </p:txBody>
        </p:sp>
        <p:sp>
          <p:nvSpPr>
            <p:cNvPr id="95289" name="Text Box 25"/>
            <p:cNvSpPr txBox="1">
              <a:spLocks noChangeArrowheads="1"/>
            </p:cNvSpPr>
            <p:nvPr/>
          </p:nvSpPr>
          <p:spPr bwMode="auto">
            <a:xfrm>
              <a:off x="3264" y="3091"/>
              <a:ext cx="244" cy="3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sz="3200">
                  <a:latin typeface="Book Antiqua" pitchFamily="18" charset="0"/>
                  <a:ea typeface="宋体" charset="-122"/>
                </a:rPr>
                <a:t>3</a:t>
              </a:r>
              <a:endParaRPr lang="en-US" altLang="zh-CN" sz="2800" b="1">
                <a:latin typeface="Arial Black" pitchFamily="34" charset="0"/>
                <a:ea typeface="宋体" charset="-122"/>
              </a:endParaRPr>
            </a:p>
          </p:txBody>
        </p:sp>
        <p:sp>
          <p:nvSpPr>
            <p:cNvPr id="95290" name="Oval 26"/>
            <p:cNvSpPr>
              <a:spLocks noChangeArrowheads="1"/>
            </p:cNvSpPr>
            <p:nvPr/>
          </p:nvSpPr>
          <p:spPr bwMode="auto">
            <a:xfrm>
              <a:off x="2864" y="3142"/>
              <a:ext cx="256" cy="264"/>
            </a:xfrm>
            <a:prstGeom prst="ellipse">
              <a:avLst/>
            </a:prstGeom>
            <a:noFill/>
            <a:ln w="19050">
              <a:solidFill>
                <a:schemeClr val="accent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>
                <a:ea typeface="宋体" charset="-122"/>
              </a:endParaRPr>
            </a:p>
          </p:txBody>
        </p:sp>
        <p:sp>
          <p:nvSpPr>
            <p:cNvPr id="95291" name="Oval 27"/>
            <p:cNvSpPr>
              <a:spLocks noChangeArrowheads="1"/>
            </p:cNvSpPr>
            <p:nvPr/>
          </p:nvSpPr>
          <p:spPr bwMode="auto">
            <a:xfrm>
              <a:off x="3248" y="3142"/>
              <a:ext cx="256" cy="264"/>
            </a:xfrm>
            <a:prstGeom prst="ellipse">
              <a:avLst/>
            </a:prstGeom>
            <a:noFill/>
            <a:ln w="19050">
              <a:solidFill>
                <a:schemeClr val="accent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>
                <a:ea typeface="宋体" charset="-122"/>
              </a:endParaRPr>
            </a:p>
          </p:txBody>
        </p:sp>
        <p:grpSp>
          <p:nvGrpSpPr>
            <p:cNvPr id="95292" name="Group 28"/>
            <p:cNvGrpSpPr>
              <a:grpSpLocks/>
            </p:cNvGrpSpPr>
            <p:nvPr/>
          </p:nvGrpSpPr>
          <p:grpSpPr bwMode="auto">
            <a:xfrm>
              <a:off x="3008" y="2822"/>
              <a:ext cx="368" cy="312"/>
              <a:chOff x="4488" y="2960"/>
              <a:chExt cx="368" cy="352"/>
            </a:xfrm>
          </p:grpSpPr>
          <p:sp>
            <p:nvSpPr>
              <p:cNvPr id="95309" name="Line 29"/>
              <p:cNvSpPr>
                <a:spLocks noChangeShapeType="1"/>
              </p:cNvSpPr>
              <p:nvPr/>
            </p:nvSpPr>
            <p:spPr bwMode="auto">
              <a:xfrm flipV="1">
                <a:off x="4488" y="2968"/>
                <a:ext cx="184" cy="344"/>
              </a:xfrm>
              <a:prstGeom prst="line">
                <a:avLst/>
              </a:prstGeom>
              <a:noFill/>
              <a:ln w="28575">
                <a:solidFill>
                  <a:schemeClr val="tx2"/>
                </a:solidFill>
                <a:miter lim="800000"/>
                <a:headEnd/>
                <a:tailEnd/>
              </a:ln>
              <a:effectLst/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95310" name="Line 30"/>
              <p:cNvSpPr>
                <a:spLocks noChangeShapeType="1"/>
              </p:cNvSpPr>
              <p:nvPr/>
            </p:nvSpPr>
            <p:spPr bwMode="auto">
              <a:xfrm flipH="1" flipV="1">
                <a:off x="4672" y="2960"/>
                <a:ext cx="184" cy="344"/>
              </a:xfrm>
              <a:prstGeom prst="line">
                <a:avLst/>
              </a:prstGeom>
              <a:noFill/>
              <a:ln w="28575">
                <a:solidFill>
                  <a:schemeClr val="tx2"/>
                </a:solidFill>
                <a:miter lim="800000"/>
                <a:headEnd/>
                <a:tailEnd/>
              </a:ln>
              <a:effectLst/>
            </p:spPr>
            <p:txBody>
              <a:bodyPr wrap="none"/>
              <a:lstStyle/>
              <a:p>
                <a:endParaRPr lang="en-US"/>
              </a:p>
            </p:txBody>
          </p:sp>
        </p:grpSp>
        <p:grpSp>
          <p:nvGrpSpPr>
            <p:cNvPr id="95293" name="Group 31"/>
            <p:cNvGrpSpPr>
              <a:grpSpLocks/>
            </p:cNvGrpSpPr>
            <p:nvPr/>
          </p:nvGrpSpPr>
          <p:grpSpPr bwMode="auto">
            <a:xfrm>
              <a:off x="3760" y="2822"/>
              <a:ext cx="368" cy="312"/>
              <a:chOff x="4488" y="2960"/>
              <a:chExt cx="368" cy="352"/>
            </a:xfrm>
          </p:grpSpPr>
          <p:sp>
            <p:nvSpPr>
              <p:cNvPr id="95307" name="Line 32"/>
              <p:cNvSpPr>
                <a:spLocks noChangeShapeType="1"/>
              </p:cNvSpPr>
              <p:nvPr/>
            </p:nvSpPr>
            <p:spPr bwMode="auto">
              <a:xfrm flipV="1">
                <a:off x="4488" y="2968"/>
                <a:ext cx="184" cy="344"/>
              </a:xfrm>
              <a:prstGeom prst="line">
                <a:avLst/>
              </a:prstGeom>
              <a:noFill/>
              <a:ln w="28575">
                <a:solidFill>
                  <a:schemeClr val="tx2"/>
                </a:solidFill>
                <a:miter lim="800000"/>
                <a:headEnd/>
                <a:tailEnd/>
              </a:ln>
              <a:effectLst/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95308" name="Line 33"/>
              <p:cNvSpPr>
                <a:spLocks noChangeShapeType="1"/>
              </p:cNvSpPr>
              <p:nvPr/>
            </p:nvSpPr>
            <p:spPr bwMode="auto">
              <a:xfrm flipH="1" flipV="1">
                <a:off x="4672" y="2960"/>
                <a:ext cx="184" cy="344"/>
              </a:xfrm>
              <a:prstGeom prst="line">
                <a:avLst/>
              </a:prstGeom>
              <a:noFill/>
              <a:ln w="28575">
                <a:solidFill>
                  <a:schemeClr val="tx2"/>
                </a:solidFill>
                <a:miter lim="800000"/>
                <a:headEnd/>
                <a:tailEnd/>
              </a:ln>
              <a:effectLst/>
            </p:spPr>
            <p:txBody>
              <a:bodyPr wrap="none"/>
              <a:lstStyle/>
              <a:p>
                <a:endParaRPr lang="en-US"/>
              </a:p>
            </p:txBody>
          </p:sp>
        </p:grpSp>
        <p:grpSp>
          <p:nvGrpSpPr>
            <p:cNvPr id="95294" name="Group 34"/>
            <p:cNvGrpSpPr>
              <a:grpSpLocks/>
            </p:cNvGrpSpPr>
            <p:nvPr/>
          </p:nvGrpSpPr>
          <p:grpSpPr bwMode="auto">
            <a:xfrm>
              <a:off x="1504" y="2822"/>
              <a:ext cx="368" cy="312"/>
              <a:chOff x="4488" y="2960"/>
              <a:chExt cx="368" cy="352"/>
            </a:xfrm>
          </p:grpSpPr>
          <p:sp>
            <p:nvSpPr>
              <p:cNvPr id="95305" name="Line 35"/>
              <p:cNvSpPr>
                <a:spLocks noChangeShapeType="1"/>
              </p:cNvSpPr>
              <p:nvPr/>
            </p:nvSpPr>
            <p:spPr bwMode="auto">
              <a:xfrm flipV="1">
                <a:off x="4488" y="2968"/>
                <a:ext cx="184" cy="344"/>
              </a:xfrm>
              <a:prstGeom prst="line">
                <a:avLst/>
              </a:prstGeom>
              <a:noFill/>
              <a:ln w="28575">
                <a:solidFill>
                  <a:schemeClr val="tx2"/>
                </a:solidFill>
                <a:miter lim="800000"/>
                <a:headEnd/>
                <a:tailEnd/>
              </a:ln>
              <a:effectLst/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95306" name="Line 36"/>
              <p:cNvSpPr>
                <a:spLocks noChangeShapeType="1"/>
              </p:cNvSpPr>
              <p:nvPr/>
            </p:nvSpPr>
            <p:spPr bwMode="auto">
              <a:xfrm flipH="1" flipV="1">
                <a:off x="4672" y="2960"/>
                <a:ext cx="184" cy="344"/>
              </a:xfrm>
              <a:prstGeom prst="line">
                <a:avLst/>
              </a:prstGeom>
              <a:noFill/>
              <a:ln w="28575">
                <a:solidFill>
                  <a:schemeClr val="tx2"/>
                </a:solidFill>
                <a:miter lim="800000"/>
                <a:headEnd/>
                <a:tailEnd/>
              </a:ln>
              <a:effectLst/>
            </p:spPr>
            <p:txBody>
              <a:bodyPr wrap="none"/>
              <a:lstStyle/>
              <a:p>
                <a:endParaRPr lang="en-US"/>
              </a:p>
            </p:txBody>
          </p:sp>
        </p:grpSp>
        <p:grpSp>
          <p:nvGrpSpPr>
            <p:cNvPr id="95295" name="Group 37"/>
            <p:cNvGrpSpPr>
              <a:grpSpLocks/>
            </p:cNvGrpSpPr>
            <p:nvPr/>
          </p:nvGrpSpPr>
          <p:grpSpPr bwMode="auto">
            <a:xfrm>
              <a:off x="1760" y="2246"/>
              <a:ext cx="576" cy="336"/>
              <a:chOff x="4264" y="2912"/>
              <a:chExt cx="576" cy="336"/>
            </a:xfrm>
          </p:grpSpPr>
          <p:sp>
            <p:nvSpPr>
              <p:cNvPr id="95303" name="Line 38"/>
              <p:cNvSpPr>
                <a:spLocks noChangeShapeType="1"/>
              </p:cNvSpPr>
              <p:nvPr/>
            </p:nvSpPr>
            <p:spPr bwMode="auto">
              <a:xfrm flipV="1">
                <a:off x="4264" y="2912"/>
                <a:ext cx="288" cy="336"/>
              </a:xfrm>
              <a:prstGeom prst="line">
                <a:avLst/>
              </a:prstGeom>
              <a:noFill/>
              <a:ln w="28575">
                <a:solidFill>
                  <a:schemeClr val="tx2"/>
                </a:solidFill>
                <a:miter lim="800000"/>
                <a:headEnd/>
                <a:tailEnd/>
              </a:ln>
              <a:effectLst/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95304" name="Line 39"/>
              <p:cNvSpPr>
                <a:spLocks noChangeShapeType="1"/>
              </p:cNvSpPr>
              <p:nvPr/>
            </p:nvSpPr>
            <p:spPr bwMode="auto">
              <a:xfrm flipH="1" flipV="1">
                <a:off x="4552" y="2912"/>
                <a:ext cx="288" cy="336"/>
              </a:xfrm>
              <a:prstGeom prst="line">
                <a:avLst/>
              </a:prstGeom>
              <a:noFill/>
              <a:ln w="28575">
                <a:solidFill>
                  <a:schemeClr val="tx2"/>
                </a:solidFill>
                <a:miter lim="800000"/>
                <a:headEnd/>
                <a:tailEnd/>
              </a:ln>
              <a:effectLst/>
            </p:spPr>
            <p:txBody>
              <a:bodyPr wrap="none"/>
              <a:lstStyle/>
              <a:p>
                <a:endParaRPr lang="en-US"/>
              </a:p>
            </p:txBody>
          </p:sp>
        </p:grpSp>
        <p:grpSp>
          <p:nvGrpSpPr>
            <p:cNvPr id="95296" name="Group 40"/>
            <p:cNvGrpSpPr>
              <a:grpSpLocks/>
            </p:cNvGrpSpPr>
            <p:nvPr/>
          </p:nvGrpSpPr>
          <p:grpSpPr bwMode="auto">
            <a:xfrm>
              <a:off x="3280" y="2254"/>
              <a:ext cx="576" cy="336"/>
              <a:chOff x="4264" y="2912"/>
              <a:chExt cx="576" cy="336"/>
            </a:xfrm>
          </p:grpSpPr>
          <p:sp>
            <p:nvSpPr>
              <p:cNvPr id="95301" name="Line 41"/>
              <p:cNvSpPr>
                <a:spLocks noChangeShapeType="1"/>
              </p:cNvSpPr>
              <p:nvPr/>
            </p:nvSpPr>
            <p:spPr bwMode="auto">
              <a:xfrm flipV="1">
                <a:off x="4264" y="2912"/>
                <a:ext cx="288" cy="336"/>
              </a:xfrm>
              <a:prstGeom prst="line">
                <a:avLst/>
              </a:prstGeom>
              <a:noFill/>
              <a:ln w="28575">
                <a:solidFill>
                  <a:schemeClr val="tx2"/>
                </a:solidFill>
                <a:miter lim="800000"/>
                <a:headEnd/>
                <a:tailEnd/>
              </a:ln>
              <a:effectLst/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95302" name="Line 42"/>
              <p:cNvSpPr>
                <a:spLocks noChangeShapeType="1"/>
              </p:cNvSpPr>
              <p:nvPr/>
            </p:nvSpPr>
            <p:spPr bwMode="auto">
              <a:xfrm flipH="1" flipV="1">
                <a:off x="4552" y="2912"/>
                <a:ext cx="288" cy="336"/>
              </a:xfrm>
              <a:prstGeom prst="line">
                <a:avLst/>
              </a:prstGeom>
              <a:noFill/>
              <a:ln w="28575">
                <a:solidFill>
                  <a:schemeClr val="tx2"/>
                </a:solidFill>
                <a:miter lim="800000"/>
                <a:headEnd/>
                <a:tailEnd/>
              </a:ln>
              <a:effectLst/>
            </p:spPr>
            <p:txBody>
              <a:bodyPr wrap="none"/>
              <a:lstStyle/>
              <a:p>
                <a:endParaRPr lang="en-US"/>
              </a:p>
            </p:txBody>
          </p:sp>
        </p:grpSp>
        <p:sp>
          <p:nvSpPr>
            <p:cNvPr id="95297" name="Text Box 43"/>
            <p:cNvSpPr txBox="1">
              <a:spLocks noChangeArrowheads="1"/>
            </p:cNvSpPr>
            <p:nvPr/>
          </p:nvSpPr>
          <p:spPr bwMode="auto">
            <a:xfrm>
              <a:off x="3624" y="3045"/>
              <a:ext cx="244" cy="3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sz="3200" i="1">
                  <a:latin typeface="Book Antiqua" pitchFamily="18" charset="0"/>
                  <a:ea typeface="宋体" charset="-122"/>
                </a:rPr>
                <a:t>y</a:t>
              </a:r>
              <a:endParaRPr lang="en-US" altLang="zh-CN" sz="2800" b="1">
                <a:latin typeface="Arial Black" pitchFamily="34" charset="0"/>
                <a:ea typeface="宋体" charset="-122"/>
              </a:endParaRPr>
            </a:p>
          </p:txBody>
        </p:sp>
        <p:sp>
          <p:nvSpPr>
            <p:cNvPr id="95298" name="Text Box 44"/>
            <p:cNvSpPr txBox="1">
              <a:spLocks noChangeArrowheads="1"/>
            </p:cNvSpPr>
            <p:nvPr/>
          </p:nvSpPr>
          <p:spPr bwMode="auto">
            <a:xfrm>
              <a:off x="4008" y="3091"/>
              <a:ext cx="244" cy="3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sz="3200">
                  <a:latin typeface="Book Antiqua" pitchFamily="18" charset="0"/>
                  <a:ea typeface="宋体" charset="-122"/>
                </a:rPr>
                <a:t>2</a:t>
              </a:r>
              <a:endParaRPr lang="en-US" altLang="zh-CN" sz="2800" b="1">
                <a:latin typeface="Arial Black" pitchFamily="34" charset="0"/>
                <a:ea typeface="宋体" charset="-122"/>
              </a:endParaRPr>
            </a:p>
          </p:txBody>
        </p:sp>
        <p:sp>
          <p:nvSpPr>
            <p:cNvPr id="95299" name="Oval 45"/>
            <p:cNvSpPr>
              <a:spLocks noChangeArrowheads="1"/>
            </p:cNvSpPr>
            <p:nvPr/>
          </p:nvSpPr>
          <p:spPr bwMode="auto">
            <a:xfrm>
              <a:off x="3608" y="3142"/>
              <a:ext cx="256" cy="264"/>
            </a:xfrm>
            <a:prstGeom prst="ellipse">
              <a:avLst/>
            </a:prstGeom>
            <a:noFill/>
            <a:ln w="19050">
              <a:solidFill>
                <a:schemeClr val="accent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>
                <a:ea typeface="宋体" charset="-122"/>
              </a:endParaRPr>
            </a:p>
          </p:txBody>
        </p:sp>
        <p:sp>
          <p:nvSpPr>
            <p:cNvPr id="95300" name="Oval 46"/>
            <p:cNvSpPr>
              <a:spLocks noChangeArrowheads="1"/>
            </p:cNvSpPr>
            <p:nvPr/>
          </p:nvSpPr>
          <p:spPr bwMode="auto">
            <a:xfrm>
              <a:off x="3992" y="3142"/>
              <a:ext cx="256" cy="264"/>
            </a:xfrm>
            <a:prstGeom prst="ellipse">
              <a:avLst/>
            </a:prstGeom>
            <a:noFill/>
            <a:ln w="19050">
              <a:solidFill>
                <a:schemeClr val="accent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>
                <a:ea typeface="宋体" charset="-122"/>
              </a:endParaRPr>
            </a:p>
          </p:txBody>
        </p:sp>
      </p:grpSp>
      <p:sp>
        <p:nvSpPr>
          <p:cNvPr id="606255" name="Rectangle 47"/>
          <p:cNvSpPr>
            <a:spLocks noChangeArrowheads="1"/>
          </p:cNvSpPr>
          <p:nvPr/>
        </p:nvSpPr>
        <p:spPr bwMode="auto">
          <a:xfrm>
            <a:off x="228600" y="1295400"/>
            <a:ext cx="8610600" cy="1219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lIns="90488" tIns="44450" rIns="90488" bIns="44450"/>
          <a:lstStyle/>
          <a:p>
            <a:pPr marL="342900" indent="-342900">
              <a:lnSpc>
                <a:spcPct val="90000"/>
              </a:lnSpc>
              <a:spcBef>
                <a:spcPct val="20000"/>
              </a:spcBef>
              <a:buFontTx/>
              <a:buChar char="•"/>
            </a:pPr>
            <a:r>
              <a:rPr lang="en-US" altLang="zh-CN" sz="3600">
                <a:latin typeface="Times New Roman" pitchFamily="18" charset="0"/>
                <a:ea typeface="宋体" charset="-122"/>
              </a:rPr>
              <a:t>Traverse in inorder adding parentheses for each operation</a:t>
            </a:r>
          </a:p>
        </p:txBody>
      </p:sp>
      <p:sp>
        <p:nvSpPr>
          <p:cNvPr id="606256" name="Text Box 48"/>
          <p:cNvSpPr txBox="1">
            <a:spLocks noChangeArrowheads="1"/>
          </p:cNvSpPr>
          <p:nvPr/>
        </p:nvSpPr>
        <p:spPr bwMode="auto">
          <a:xfrm>
            <a:off x="2308225" y="5651500"/>
            <a:ext cx="36195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2800" i="1">
                <a:latin typeface="Book Antiqua" pitchFamily="18" charset="0"/>
                <a:ea typeface="宋体" charset="-122"/>
              </a:rPr>
              <a:t>x</a:t>
            </a:r>
            <a:endParaRPr lang="en-US" altLang="zh-CN" sz="2400" i="1">
              <a:latin typeface="Times New Roman" pitchFamily="18" charset="0"/>
              <a:ea typeface="宋体" charset="-122"/>
            </a:endParaRPr>
          </a:p>
        </p:txBody>
      </p:sp>
      <p:sp>
        <p:nvSpPr>
          <p:cNvPr id="606257" name="Text Box 49"/>
          <p:cNvSpPr txBox="1">
            <a:spLocks noChangeArrowheads="1"/>
          </p:cNvSpPr>
          <p:nvPr/>
        </p:nvSpPr>
        <p:spPr bwMode="auto">
          <a:xfrm>
            <a:off x="2614613" y="5659438"/>
            <a:ext cx="400050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2800" i="1">
                <a:latin typeface="Book Antiqua" pitchFamily="18" charset="0"/>
                <a:ea typeface="宋体" charset="-122"/>
              </a:rPr>
              <a:t>+</a:t>
            </a:r>
            <a:endParaRPr lang="en-US" altLang="zh-CN" sz="2400" i="1">
              <a:latin typeface="Times New Roman" pitchFamily="18" charset="0"/>
              <a:ea typeface="宋体" charset="-122"/>
            </a:endParaRPr>
          </a:p>
        </p:txBody>
      </p:sp>
      <p:sp>
        <p:nvSpPr>
          <p:cNvPr id="606258" name="Text Box 50"/>
          <p:cNvSpPr txBox="1">
            <a:spLocks noChangeArrowheads="1"/>
          </p:cNvSpPr>
          <p:nvPr/>
        </p:nvSpPr>
        <p:spPr bwMode="auto">
          <a:xfrm>
            <a:off x="2960688" y="5646738"/>
            <a:ext cx="361950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2800" i="1">
                <a:latin typeface="Book Antiqua" pitchFamily="18" charset="0"/>
                <a:ea typeface="宋体" charset="-122"/>
              </a:rPr>
              <a:t>y</a:t>
            </a:r>
            <a:endParaRPr lang="en-US" altLang="zh-CN" sz="2400" i="1">
              <a:latin typeface="Times New Roman" pitchFamily="18" charset="0"/>
              <a:ea typeface="宋体" charset="-122"/>
            </a:endParaRPr>
          </a:p>
        </p:txBody>
      </p:sp>
      <p:grpSp>
        <p:nvGrpSpPr>
          <p:cNvPr id="606259" name="Group 51"/>
          <p:cNvGrpSpPr>
            <a:grpSpLocks/>
          </p:cNvGrpSpPr>
          <p:nvPr/>
        </p:nvGrpSpPr>
        <p:grpSpPr bwMode="auto">
          <a:xfrm>
            <a:off x="2182813" y="5661025"/>
            <a:ext cx="1285875" cy="519113"/>
            <a:chOff x="1302" y="3613"/>
            <a:chExt cx="942" cy="327"/>
          </a:xfrm>
        </p:grpSpPr>
        <p:sp>
          <p:nvSpPr>
            <p:cNvPr id="95266" name="Text Box 52"/>
            <p:cNvSpPr txBox="1">
              <a:spLocks noChangeArrowheads="1"/>
            </p:cNvSpPr>
            <p:nvPr/>
          </p:nvSpPr>
          <p:spPr bwMode="auto">
            <a:xfrm>
              <a:off x="1302" y="3613"/>
              <a:ext cx="222" cy="3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sz="2800">
                  <a:latin typeface="Book Antiqua" pitchFamily="18" charset="0"/>
                  <a:ea typeface="宋体" charset="-122"/>
                </a:rPr>
                <a:t>(</a:t>
              </a:r>
              <a:endParaRPr lang="en-US" altLang="zh-CN" sz="2400" i="1">
                <a:latin typeface="Times New Roman" pitchFamily="18" charset="0"/>
                <a:ea typeface="宋体" charset="-122"/>
              </a:endParaRPr>
            </a:p>
          </p:txBody>
        </p:sp>
        <p:sp>
          <p:nvSpPr>
            <p:cNvPr id="95267" name="Text Box 53"/>
            <p:cNvSpPr txBox="1">
              <a:spLocks noChangeArrowheads="1"/>
            </p:cNvSpPr>
            <p:nvPr/>
          </p:nvSpPr>
          <p:spPr bwMode="auto">
            <a:xfrm>
              <a:off x="2022" y="3613"/>
              <a:ext cx="222" cy="3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sz="2800">
                  <a:latin typeface="Book Antiqua" pitchFamily="18" charset="0"/>
                  <a:ea typeface="宋体" charset="-122"/>
                </a:rPr>
                <a:t>)</a:t>
              </a:r>
              <a:endParaRPr lang="en-US" altLang="zh-CN" sz="2400" i="1">
                <a:latin typeface="Times New Roman" pitchFamily="18" charset="0"/>
                <a:ea typeface="宋体" charset="-122"/>
              </a:endParaRPr>
            </a:p>
          </p:txBody>
        </p:sp>
      </p:grpSp>
      <p:sp>
        <p:nvSpPr>
          <p:cNvPr id="606262" name="Text Box 54"/>
          <p:cNvSpPr txBox="1">
            <a:spLocks noChangeArrowheads="1"/>
          </p:cNvSpPr>
          <p:nvPr/>
        </p:nvSpPr>
        <p:spPr bwMode="auto">
          <a:xfrm>
            <a:off x="3368675" y="5684838"/>
            <a:ext cx="3683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2400">
                <a:latin typeface="Book Antiqua" pitchFamily="18" charset="0"/>
                <a:ea typeface="宋体" charset="-122"/>
                <a:sym typeface="Symbol" pitchFamily="18" charset="2"/>
              </a:rPr>
              <a:t></a:t>
            </a:r>
          </a:p>
        </p:txBody>
      </p:sp>
      <p:sp>
        <p:nvSpPr>
          <p:cNvPr id="606263" name="Text Box 55"/>
          <p:cNvSpPr txBox="1">
            <a:spLocks noChangeArrowheads="1"/>
          </p:cNvSpPr>
          <p:nvPr/>
        </p:nvSpPr>
        <p:spPr bwMode="auto">
          <a:xfrm>
            <a:off x="3646488" y="5646738"/>
            <a:ext cx="361950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2800">
                <a:latin typeface="Book Antiqua" pitchFamily="18" charset="0"/>
                <a:ea typeface="宋体" charset="-122"/>
              </a:rPr>
              <a:t>2</a:t>
            </a:r>
            <a:endParaRPr lang="en-US" altLang="zh-CN" sz="2400" i="1">
              <a:latin typeface="Times New Roman" pitchFamily="18" charset="0"/>
              <a:ea typeface="宋体" charset="-122"/>
            </a:endParaRPr>
          </a:p>
        </p:txBody>
      </p:sp>
      <p:grpSp>
        <p:nvGrpSpPr>
          <p:cNvPr id="606264" name="Group 56"/>
          <p:cNvGrpSpPr>
            <a:grpSpLocks/>
          </p:cNvGrpSpPr>
          <p:nvPr/>
        </p:nvGrpSpPr>
        <p:grpSpPr bwMode="auto">
          <a:xfrm>
            <a:off x="2070100" y="5656263"/>
            <a:ext cx="2098675" cy="519112"/>
            <a:chOff x="1353" y="3613"/>
            <a:chExt cx="840" cy="327"/>
          </a:xfrm>
        </p:grpSpPr>
        <p:sp>
          <p:nvSpPr>
            <p:cNvPr id="95264" name="Text Box 57"/>
            <p:cNvSpPr txBox="1">
              <a:spLocks noChangeArrowheads="1"/>
            </p:cNvSpPr>
            <p:nvPr/>
          </p:nvSpPr>
          <p:spPr bwMode="auto">
            <a:xfrm>
              <a:off x="1353" y="3613"/>
              <a:ext cx="121" cy="3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sz="2800">
                  <a:latin typeface="Book Antiqua" pitchFamily="18" charset="0"/>
                  <a:ea typeface="宋体" charset="-122"/>
                </a:rPr>
                <a:t>(</a:t>
              </a:r>
              <a:endParaRPr lang="en-US" altLang="zh-CN" sz="2400" i="1">
                <a:latin typeface="Times New Roman" pitchFamily="18" charset="0"/>
                <a:ea typeface="宋体" charset="-122"/>
              </a:endParaRPr>
            </a:p>
          </p:txBody>
        </p:sp>
        <p:sp>
          <p:nvSpPr>
            <p:cNvPr id="95265" name="Text Box 58"/>
            <p:cNvSpPr txBox="1">
              <a:spLocks noChangeArrowheads="1"/>
            </p:cNvSpPr>
            <p:nvPr/>
          </p:nvSpPr>
          <p:spPr bwMode="auto">
            <a:xfrm>
              <a:off x="2072" y="3613"/>
              <a:ext cx="121" cy="3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sz="2800">
                  <a:latin typeface="Book Antiqua" pitchFamily="18" charset="0"/>
                  <a:ea typeface="宋体" charset="-122"/>
                </a:rPr>
                <a:t>)</a:t>
              </a:r>
              <a:endParaRPr lang="en-US" altLang="zh-CN" sz="2400" i="1">
                <a:latin typeface="Times New Roman" pitchFamily="18" charset="0"/>
                <a:ea typeface="宋体" charset="-122"/>
              </a:endParaRPr>
            </a:p>
          </p:txBody>
        </p:sp>
      </p:grpSp>
      <p:sp>
        <p:nvSpPr>
          <p:cNvPr id="606267" name="Text Box 59"/>
          <p:cNvSpPr txBox="1">
            <a:spLocks noChangeArrowheads="1"/>
          </p:cNvSpPr>
          <p:nvPr/>
        </p:nvSpPr>
        <p:spPr bwMode="auto">
          <a:xfrm>
            <a:off x="4052888" y="5654675"/>
            <a:ext cx="40005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2800" i="1">
                <a:latin typeface="Book Antiqua" pitchFamily="18" charset="0"/>
                <a:ea typeface="宋体" charset="-122"/>
              </a:rPr>
              <a:t>+</a:t>
            </a:r>
            <a:endParaRPr lang="en-US" altLang="zh-CN" sz="2400" i="1">
              <a:latin typeface="Times New Roman" pitchFamily="18" charset="0"/>
              <a:ea typeface="宋体" charset="-122"/>
            </a:endParaRPr>
          </a:p>
        </p:txBody>
      </p:sp>
      <p:sp>
        <p:nvSpPr>
          <p:cNvPr id="606268" name="Text Box 60"/>
          <p:cNvSpPr txBox="1">
            <a:spLocks noChangeArrowheads="1"/>
          </p:cNvSpPr>
          <p:nvPr/>
        </p:nvSpPr>
        <p:spPr bwMode="auto">
          <a:xfrm>
            <a:off x="4538663" y="5659438"/>
            <a:ext cx="361950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2800" i="1">
                <a:latin typeface="Book Antiqua" pitchFamily="18" charset="0"/>
                <a:ea typeface="宋体" charset="-122"/>
              </a:rPr>
              <a:t>x</a:t>
            </a:r>
            <a:endParaRPr lang="en-US" altLang="zh-CN" sz="2400" i="1">
              <a:latin typeface="Times New Roman" pitchFamily="18" charset="0"/>
              <a:ea typeface="宋体" charset="-122"/>
            </a:endParaRPr>
          </a:p>
        </p:txBody>
      </p:sp>
      <p:sp>
        <p:nvSpPr>
          <p:cNvPr id="606269" name="Text Box 61"/>
          <p:cNvSpPr txBox="1">
            <a:spLocks noChangeArrowheads="1"/>
          </p:cNvSpPr>
          <p:nvPr/>
        </p:nvSpPr>
        <p:spPr bwMode="auto">
          <a:xfrm>
            <a:off x="4833938" y="5667375"/>
            <a:ext cx="36195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2800">
                <a:latin typeface="Book Antiqua" pitchFamily="18" charset="0"/>
                <a:ea typeface="宋体" charset="-122"/>
              </a:rPr>
              <a:t>–</a:t>
            </a:r>
            <a:endParaRPr lang="en-US" altLang="zh-CN" sz="2000">
              <a:latin typeface="Times New Roman" pitchFamily="18" charset="0"/>
              <a:ea typeface="宋体" charset="-122"/>
            </a:endParaRPr>
          </a:p>
        </p:txBody>
      </p:sp>
      <p:sp>
        <p:nvSpPr>
          <p:cNvPr id="606270" name="Text Box 62"/>
          <p:cNvSpPr txBox="1">
            <a:spLocks noChangeArrowheads="1"/>
          </p:cNvSpPr>
          <p:nvPr/>
        </p:nvSpPr>
        <p:spPr bwMode="auto">
          <a:xfrm>
            <a:off x="5133975" y="5668963"/>
            <a:ext cx="361950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2800">
                <a:latin typeface="Book Antiqua" pitchFamily="18" charset="0"/>
                <a:ea typeface="宋体" charset="-122"/>
              </a:rPr>
              <a:t>3</a:t>
            </a:r>
            <a:endParaRPr lang="en-US" altLang="zh-CN" sz="2400" i="1">
              <a:latin typeface="Times New Roman" pitchFamily="18" charset="0"/>
              <a:ea typeface="宋体" charset="-122"/>
            </a:endParaRPr>
          </a:p>
        </p:txBody>
      </p:sp>
      <p:grpSp>
        <p:nvGrpSpPr>
          <p:cNvPr id="606271" name="Group 63"/>
          <p:cNvGrpSpPr>
            <a:grpSpLocks/>
          </p:cNvGrpSpPr>
          <p:nvPr/>
        </p:nvGrpSpPr>
        <p:grpSpPr bwMode="auto">
          <a:xfrm>
            <a:off x="4405313" y="5668963"/>
            <a:ext cx="1230312" cy="519112"/>
            <a:chOff x="1296" y="3613"/>
            <a:chExt cx="954" cy="327"/>
          </a:xfrm>
        </p:grpSpPr>
        <p:sp>
          <p:nvSpPr>
            <p:cNvPr id="95262" name="Text Box 64"/>
            <p:cNvSpPr txBox="1">
              <a:spLocks noChangeArrowheads="1"/>
            </p:cNvSpPr>
            <p:nvPr/>
          </p:nvSpPr>
          <p:spPr bwMode="auto">
            <a:xfrm>
              <a:off x="1296" y="3613"/>
              <a:ext cx="235" cy="3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sz="2800">
                  <a:latin typeface="Book Antiqua" pitchFamily="18" charset="0"/>
                  <a:ea typeface="宋体" charset="-122"/>
                </a:rPr>
                <a:t>(</a:t>
              </a:r>
              <a:endParaRPr lang="en-US" altLang="zh-CN" sz="2400" i="1">
                <a:latin typeface="Times New Roman" pitchFamily="18" charset="0"/>
                <a:ea typeface="宋体" charset="-122"/>
              </a:endParaRPr>
            </a:p>
          </p:txBody>
        </p:sp>
        <p:sp>
          <p:nvSpPr>
            <p:cNvPr id="95263" name="Text Box 65"/>
            <p:cNvSpPr txBox="1">
              <a:spLocks noChangeArrowheads="1"/>
            </p:cNvSpPr>
            <p:nvPr/>
          </p:nvSpPr>
          <p:spPr bwMode="auto">
            <a:xfrm>
              <a:off x="2015" y="3613"/>
              <a:ext cx="235" cy="3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sz="2800">
                  <a:latin typeface="Book Antiqua" pitchFamily="18" charset="0"/>
                  <a:ea typeface="宋体" charset="-122"/>
                </a:rPr>
                <a:t>)</a:t>
              </a:r>
              <a:endParaRPr lang="en-US" altLang="zh-CN" sz="2400" i="1">
                <a:latin typeface="Times New Roman" pitchFamily="18" charset="0"/>
                <a:ea typeface="宋体" charset="-122"/>
              </a:endParaRPr>
            </a:p>
          </p:txBody>
        </p:sp>
      </p:grpSp>
      <p:sp>
        <p:nvSpPr>
          <p:cNvPr id="606274" name="Text Box 66"/>
          <p:cNvSpPr txBox="1">
            <a:spLocks noChangeArrowheads="1"/>
          </p:cNvSpPr>
          <p:nvPr/>
        </p:nvSpPr>
        <p:spPr bwMode="auto">
          <a:xfrm>
            <a:off x="5527675" y="5692775"/>
            <a:ext cx="3683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2400">
                <a:latin typeface="Book Antiqua" pitchFamily="18" charset="0"/>
                <a:ea typeface="宋体" charset="-122"/>
                <a:sym typeface="Symbol" pitchFamily="18" charset="2"/>
              </a:rPr>
              <a:t>/</a:t>
            </a:r>
          </a:p>
        </p:txBody>
      </p:sp>
      <p:sp>
        <p:nvSpPr>
          <p:cNvPr id="606275" name="Text Box 67"/>
          <p:cNvSpPr txBox="1">
            <a:spLocks noChangeArrowheads="1"/>
          </p:cNvSpPr>
          <p:nvPr/>
        </p:nvSpPr>
        <p:spPr bwMode="auto">
          <a:xfrm>
            <a:off x="5875338" y="5667375"/>
            <a:ext cx="36195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2800" i="1">
                <a:latin typeface="Book Antiqua" pitchFamily="18" charset="0"/>
                <a:ea typeface="宋体" charset="-122"/>
              </a:rPr>
              <a:t>y</a:t>
            </a:r>
            <a:endParaRPr lang="en-US" altLang="zh-CN" sz="2400" i="1">
              <a:latin typeface="Times New Roman" pitchFamily="18" charset="0"/>
              <a:ea typeface="宋体" charset="-122"/>
            </a:endParaRPr>
          </a:p>
        </p:txBody>
      </p:sp>
      <p:sp>
        <p:nvSpPr>
          <p:cNvPr id="606276" name="Text Box 68"/>
          <p:cNvSpPr txBox="1">
            <a:spLocks noChangeArrowheads="1"/>
          </p:cNvSpPr>
          <p:nvPr/>
        </p:nvSpPr>
        <p:spPr bwMode="auto">
          <a:xfrm>
            <a:off x="6151563" y="5675313"/>
            <a:ext cx="400050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2800">
                <a:latin typeface="Book Antiqua" pitchFamily="18" charset="0"/>
                <a:ea typeface="宋体" charset="-122"/>
              </a:rPr>
              <a:t>+</a:t>
            </a:r>
            <a:endParaRPr lang="en-US" altLang="zh-CN" sz="2000">
              <a:latin typeface="Times New Roman" pitchFamily="18" charset="0"/>
              <a:ea typeface="宋体" charset="-122"/>
            </a:endParaRPr>
          </a:p>
        </p:txBody>
      </p:sp>
      <p:sp>
        <p:nvSpPr>
          <p:cNvPr id="606277" name="Text Box 69"/>
          <p:cNvSpPr txBox="1">
            <a:spLocks noChangeArrowheads="1"/>
          </p:cNvSpPr>
          <p:nvPr/>
        </p:nvSpPr>
        <p:spPr bwMode="auto">
          <a:xfrm>
            <a:off x="6470650" y="5676900"/>
            <a:ext cx="36195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2800">
                <a:latin typeface="Book Antiqua" pitchFamily="18" charset="0"/>
                <a:ea typeface="宋体" charset="-122"/>
              </a:rPr>
              <a:t>2</a:t>
            </a:r>
            <a:endParaRPr lang="en-US" altLang="zh-CN" sz="2400" i="1">
              <a:latin typeface="Times New Roman" pitchFamily="18" charset="0"/>
              <a:ea typeface="宋体" charset="-122"/>
            </a:endParaRPr>
          </a:p>
        </p:txBody>
      </p:sp>
      <p:grpSp>
        <p:nvGrpSpPr>
          <p:cNvPr id="606278" name="Group 70"/>
          <p:cNvGrpSpPr>
            <a:grpSpLocks/>
          </p:cNvGrpSpPr>
          <p:nvPr/>
        </p:nvGrpSpPr>
        <p:grpSpPr bwMode="auto">
          <a:xfrm>
            <a:off x="5741988" y="5676900"/>
            <a:ext cx="1230312" cy="519113"/>
            <a:chOff x="1296" y="3613"/>
            <a:chExt cx="954" cy="327"/>
          </a:xfrm>
        </p:grpSpPr>
        <p:sp>
          <p:nvSpPr>
            <p:cNvPr id="95260" name="Text Box 71"/>
            <p:cNvSpPr txBox="1">
              <a:spLocks noChangeArrowheads="1"/>
            </p:cNvSpPr>
            <p:nvPr/>
          </p:nvSpPr>
          <p:spPr bwMode="auto">
            <a:xfrm>
              <a:off x="1296" y="3613"/>
              <a:ext cx="235" cy="3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sz="2800">
                  <a:latin typeface="Book Antiqua" pitchFamily="18" charset="0"/>
                  <a:ea typeface="宋体" charset="-122"/>
                </a:rPr>
                <a:t>(</a:t>
              </a:r>
              <a:endParaRPr lang="en-US" altLang="zh-CN" sz="2400" i="1">
                <a:latin typeface="Times New Roman" pitchFamily="18" charset="0"/>
                <a:ea typeface="宋体" charset="-122"/>
              </a:endParaRPr>
            </a:p>
          </p:txBody>
        </p:sp>
        <p:sp>
          <p:nvSpPr>
            <p:cNvPr id="95261" name="Text Box 72"/>
            <p:cNvSpPr txBox="1">
              <a:spLocks noChangeArrowheads="1"/>
            </p:cNvSpPr>
            <p:nvPr/>
          </p:nvSpPr>
          <p:spPr bwMode="auto">
            <a:xfrm>
              <a:off x="2015" y="3613"/>
              <a:ext cx="235" cy="3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sz="2800">
                  <a:latin typeface="Book Antiqua" pitchFamily="18" charset="0"/>
                  <a:ea typeface="宋体" charset="-122"/>
                </a:rPr>
                <a:t>)</a:t>
              </a:r>
              <a:endParaRPr lang="en-US" altLang="zh-CN" sz="2400" i="1">
                <a:latin typeface="Times New Roman" pitchFamily="18" charset="0"/>
                <a:ea typeface="宋体" charset="-122"/>
              </a:endParaRPr>
            </a:p>
          </p:txBody>
        </p:sp>
      </p:grpSp>
      <p:grpSp>
        <p:nvGrpSpPr>
          <p:cNvPr id="606281" name="Group 73"/>
          <p:cNvGrpSpPr>
            <a:grpSpLocks/>
          </p:cNvGrpSpPr>
          <p:nvPr/>
        </p:nvGrpSpPr>
        <p:grpSpPr bwMode="auto">
          <a:xfrm>
            <a:off x="4275138" y="5673725"/>
            <a:ext cx="2833687" cy="519113"/>
            <a:chOff x="1371" y="3613"/>
            <a:chExt cx="805" cy="327"/>
          </a:xfrm>
        </p:grpSpPr>
        <p:sp>
          <p:nvSpPr>
            <p:cNvPr id="95258" name="Text Box 74"/>
            <p:cNvSpPr txBox="1">
              <a:spLocks noChangeArrowheads="1"/>
            </p:cNvSpPr>
            <p:nvPr/>
          </p:nvSpPr>
          <p:spPr bwMode="auto">
            <a:xfrm>
              <a:off x="1371" y="3613"/>
              <a:ext cx="86" cy="3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sz="2800">
                  <a:latin typeface="Book Antiqua" pitchFamily="18" charset="0"/>
                  <a:ea typeface="宋体" charset="-122"/>
                </a:rPr>
                <a:t>(</a:t>
              </a:r>
              <a:endParaRPr lang="en-US" altLang="zh-CN" sz="2400" i="1">
                <a:latin typeface="Times New Roman" pitchFamily="18" charset="0"/>
                <a:ea typeface="宋体" charset="-122"/>
              </a:endParaRPr>
            </a:p>
          </p:txBody>
        </p:sp>
        <p:sp>
          <p:nvSpPr>
            <p:cNvPr id="95259" name="Text Box 75"/>
            <p:cNvSpPr txBox="1">
              <a:spLocks noChangeArrowheads="1"/>
            </p:cNvSpPr>
            <p:nvPr/>
          </p:nvSpPr>
          <p:spPr bwMode="auto">
            <a:xfrm>
              <a:off x="2090" y="3613"/>
              <a:ext cx="86" cy="3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sz="2800">
                  <a:latin typeface="Book Antiqua" pitchFamily="18" charset="0"/>
                  <a:ea typeface="宋体" charset="-122"/>
                </a:rPr>
                <a:t>)</a:t>
              </a:r>
              <a:endParaRPr lang="en-US" altLang="zh-CN" sz="2400" i="1">
                <a:latin typeface="Times New Roman" pitchFamily="18" charset="0"/>
                <a:ea typeface="宋体" charset="-122"/>
              </a:endParaRPr>
            </a:p>
          </p:txBody>
        </p:sp>
      </p:grpSp>
      <p:grpSp>
        <p:nvGrpSpPr>
          <p:cNvPr id="606284" name="Group 76"/>
          <p:cNvGrpSpPr>
            <a:grpSpLocks/>
          </p:cNvGrpSpPr>
          <p:nvPr/>
        </p:nvGrpSpPr>
        <p:grpSpPr bwMode="auto">
          <a:xfrm>
            <a:off x="1938338" y="5664200"/>
            <a:ext cx="5305425" cy="519113"/>
            <a:chOff x="1391" y="3613"/>
            <a:chExt cx="763" cy="327"/>
          </a:xfrm>
        </p:grpSpPr>
        <p:sp>
          <p:nvSpPr>
            <p:cNvPr id="95256" name="Text Box 77"/>
            <p:cNvSpPr txBox="1">
              <a:spLocks noChangeArrowheads="1"/>
            </p:cNvSpPr>
            <p:nvPr/>
          </p:nvSpPr>
          <p:spPr bwMode="auto">
            <a:xfrm>
              <a:off x="1391" y="3613"/>
              <a:ext cx="44" cy="3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sz="2800">
                  <a:latin typeface="Book Antiqua" pitchFamily="18" charset="0"/>
                  <a:ea typeface="宋体" charset="-122"/>
                </a:rPr>
                <a:t>(</a:t>
              </a:r>
              <a:endParaRPr lang="en-US" altLang="zh-CN" sz="2400" i="1">
                <a:latin typeface="Times New Roman" pitchFamily="18" charset="0"/>
                <a:ea typeface="宋体" charset="-122"/>
              </a:endParaRPr>
            </a:p>
          </p:txBody>
        </p:sp>
        <p:sp>
          <p:nvSpPr>
            <p:cNvPr id="95257" name="Text Box 78"/>
            <p:cNvSpPr txBox="1">
              <a:spLocks noChangeArrowheads="1"/>
            </p:cNvSpPr>
            <p:nvPr/>
          </p:nvSpPr>
          <p:spPr bwMode="auto">
            <a:xfrm>
              <a:off x="2110" y="3613"/>
              <a:ext cx="44" cy="3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sz="2800">
                  <a:latin typeface="Book Antiqua" pitchFamily="18" charset="0"/>
                  <a:ea typeface="宋体" charset="-122"/>
                </a:rPr>
                <a:t>)</a:t>
              </a:r>
              <a:endParaRPr lang="en-US" altLang="zh-CN" sz="2400" i="1">
                <a:latin typeface="Times New Roman" pitchFamily="18" charset="0"/>
                <a:ea typeface="宋体" charset="-122"/>
              </a:endParaRPr>
            </a:p>
          </p:txBody>
        </p:sp>
      </p:grpSp>
      <p:sp>
        <p:nvSpPr>
          <p:cNvPr id="79" name="Slide Number Placeholder 7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B66DE-703E-461C-82AF-C942A54373C1}" type="slidenum">
              <a:rPr lang="en-US" altLang="zh-CN" smtClean="0"/>
              <a:pPr/>
              <a:t>54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62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062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062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6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6062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6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60625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60625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6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60625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60625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6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60625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60625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6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60625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60625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6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60626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60626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6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60626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60626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2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6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60626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60626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 nodeType="clickPar">
                      <p:stCondLst>
                        <p:cond delay="indefinite"/>
                      </p:stCondLst>
                      <p:childTnLst>
                        <p:par>
                          <p:cTn id="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8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6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60626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60626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 nodeType="clickPar">
                      <p:stCondLst>
                        <p:cond delay="indefinite"/>
                      </p:stCondLst>
                      <p:childTnLst>
                        <p:par>
                          <p:cTn id="6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4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6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60626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60626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6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60626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60626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 nodeType="clickPar">
                      <p:stCondLst>
                        <p:cond delay="indefinite"/>
                      </p:stCondLst>
                      <p:childTnLst>
                        <p:par>
                          <p:cTn id="7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6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8" dur="500"/>
                                        <p:tgtEl>
                                          <p:spTgt spid="6062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 nodeType="clickPar">
                      <p:stCondLst>
                        <p:cond delay="indefinite"/>
                      </p:stCondLst>
                      <p:childTnLst>
                        <p:par>
                          <p:cTn id="8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1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6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3" dur="500" fill="hold"/>
                                        <p:tgtEl>
                                          <p:spTgt spid="60627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500" fill="hold"/>
                                        <p:tgtEl>
                                          <p:spTgt spid="60627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 nodeType="clickPar">
                      <p:stCondLst>
                        <p:cond delay="indefinite"/>
                      </p:stCondLst>
                      <p:childTnLst>
                        <p:par>
                          <p:cTn id="8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7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6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9" dur="500" fill="hold"/>
                                        <p:tgtEl>
                                          <p:spTgt spid="60627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500" fill="hold"/>
                                        <p:tgtEl>
                                          <p:spTgt spid="60627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 nodeType="clickPar">
                      <p:stCondLst>
                        <p:cond delay="indefinite"/>
                      </p:stCondLst>
                      <p:childTnLst>
                        <p:par>
                          <p:cTn id="9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3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6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5" dur="500" fill="hold"/>
                                        <p:tgtEl>
                                          <p:spTgt spid="60627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6" dur="500" fill="hold"/>
                                        <p:tgtEl>
                                          <p:spTgt spid="60627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 nodeType="clickPar">
                      <p:stCondLst>
                        <p:cond delay="indefinite"/>
                      </p:stCondLst>
                      <p:childTnLst>
                        <p:par>
                          <p:cTn id="9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9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6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1" dur="500" fill="hold"/>
                                        <p:tgtEl>
                                          <p:spTgt spid="60627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2" dur="500" fill="hold"/>
                                        <p:tgtEl>
                                          <p:spTgt spid="60627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 nodeType="clickPar">
                      <p:stCondLst>
                        <p:cond delay="indefinite"/>
                      </p:stCondLst>
                      <p:childTnLst>
                        <p:par>
                          <p:cTn id="10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5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6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7" dur="500" fill="hold"/>
                                        <p:tgtEl>
                                          <p:spTgt spid="60627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8" dur="500" fill="hold"/>
                                        <p:tgtEl>
                                          <p:spTgt spid="60627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 nodeType="clickPar">
                      <p:stCondLst>
                        <p:cond delay="indefinite"/>
                      </p:stCondLst>
                      <p:childTnLst>
                        <p:par>
                          <p:cTn id="1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1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6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3" dur="500" fill="hold"/>
                                        <p:tgtEl>
                                          <p:spTgt spid="60627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4" dur="500" fill="hold"/>
                                        <p:tgtEl>
                                          <p:spTgt spid="60627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 nodeType="clickPar">
                      <p:stCondLst>
                        <p:cond delay="indefinite"/>
                      </p:stCondLst>
                      <p:childTnLst>
                        <p:par>
                          <p:cTn id="1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7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62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9" dur="500" fill="hold"/>
                                        <p:tgtEl>
                                          <p:spTgt spid="60628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0" dur="500" fill="hold"/>
                                        <p:tgtEl>
                                          <p:spTgt spid="60628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 nodeType="clickPar">
                      <p:stCondLst>
                        <p:cond delay="indefinite"/>
                      </p:stCondLst>
                      <p:childTnLst>
                        <p:par>
                          <p:cTn id="1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3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62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5" dur="500" fill="hold"/>
                                        <p:tgtEl>
                                          <p:spTgt spid="60628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6" dur="500" fill="hold"/>
                                        <p:tgtEl>
                                          <p:spTgt spid="60628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06255" grpId="0" build="p" autoUpdateAnimBg="0"/>
      <p:bldP spid="606256" grpId="0" autoUpdateAnimBg="0"/>
      <p:bldP spid="606257" grpId="0" autoUpdateAnimBg="0"/>
      <p:bldP spid="606258" grpId="0" autoUpdateAnimBg="0"/>
      <p:bldP spid="606262" grpId="0" autoUpdateAnimBg="0"/>
      <p:bldP spid="606263" grpId="0" autoUpdateAnimBg="0"/>
      <p:bldP spid="606267" grpId="0" autoUpdateAnimBg="0"/>
      <p:bldP spid="606268" grpId="0" autoUpdateAnimBg="0"/>
      <p:bldP spid="606269" grpId="0" autoUpdateAnimBg="0"/>
      <p:bldP spid="606270" grpId="0" autoUpdateAnimBg="0"/>
      <p:bldP spid="606274" grpId="0" autoUpdateAnimBg="0"/>
      <p:bldP spid="606275" grpId="0" autoUpdateAnimBg="0"/>
      <p:bldP spid="606276" grpId="0" autoUpdateAnimBg="0"/>
      <p:bldP spid="606277" grpId="0" autoUpdateAnimBg="0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Rectangle 2"/>
          <p:cNvSpPr>
            <a:spLocks noGrp="1" noChangeArrowheads="1"/>
          </p:cNvSpPr>
          <p:nvPr>
            <p:ph type="title"/>
          </p:nvPr>
        </p:nvSpPr>
        <p:spPr>
          <a:xfrm>
            <a:off x="152400" y="152400"/>
            <a:ext cx="8763000" cy="990600"/>
          </a:xfrm>
        </p:spPr>
        <p:txBody>
          <a:bodyPr/>
          <a:lstStyle/>
          <a:p>
            <a:pPr eaLnBrk="1" hangingPunct="1"/>
            <a:r>
              <a:rPr lang="en-US" altLang="zh-CN" smtClean="0">
                <a:latin typeface="Times New Roman" pitchFamily="18" charset="0"/>
                <a:ea typeface="宋体" charset="-122"/>
              </a:rPr>
              <a:t>Prefix Notation (Polish Notation)</a:t>
            </a:r>
          </a:p>
        </p:txBody>
      </p:sp>
      <p:sp>
        <p:nvSpPr>
          <p:cNvPr id="607235" name="Rectangle 3"/>
          <p:cNvSpPr>
            <a:spLocks noChangeArrowheads="1"/>
          </p:cNvSpPr>
          <p:nvPr/>
        </p:nvSpPr>
        <p:spPr bwMode="auto">
          <a:xfrm>
            <a:off x="533400" y="1600200"/>
            <a:ext cx="4733925" cy="5080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lIns="90488" tIns="44450" rIns="90488" bIns="44450"/>
          <a:lstStyle/>
          <a:p>
            <a:pPr marL="342900" indent="-342900">
              <a:lnSpc>
                <a:spcPct val="90000"/>
              </a:lnSpc>
              <a:spcBef>
                <a:spcPct val="20000"/>
              </a:spcBef>
              <a:buFontTx/>
              <a:buChar char="•"/>
            </a:pPr>
            <a:r>
              <a:rPr lang="en-US" altLang="zh-CN" sz="3600">
                <a:latin typeface="Times New Roman" pitchFamily="18" charset="0"/>
                <a:ea typeface="宋体" charset="-122"/>
              </a:rPr>
              <a:t>Traverse in preorder:</a:t>
            </a:r>
          </a:p>
        </p:txBody>
      </p:sp>
      <p:sp>
        <p:nvSpPr>
          <p:cNvPr id="607236" name="Text Box 4"/>
          <p:cNvSpPr txBox="1">
            <a:spLocks noChangeArrowheads="1"/>
          </p:cNvSpPr>
          <p:nvPr/>
        </p:nvSpPr>
        <p:spPr bwMode="auto">
          <a:xfrm>
            <a:off x="3195638" y="5795963"/>
            <a:ext cx="361950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2800" i="1">
                <a:latin typeface="Book Antiqua" pitchFamily="18" charset="0"/>
                <a:ea typeface="宋体" charset="-122"/>
              </a:rPr>
              <a:t>x</a:t>
            </a:r>
            <a:endParaRPr lang="en-US" altLang="zh-CN" sz="2400" i="1">
              <a:latin typeface="Times New Roman" pitchFamily="18" charset="0"/>
              <a:ea typeface="宋体" charset="-122"/>
            </a:endParaRPr>
          </a:p>
        </p:txBody>
      </p:sp>
      <p:sp>
        <p:nvSpPr>
          <p:cNvPr id="607237" name="Text Box 5"/>
          <p:cNvSpPr txBox="1">
            <a:spLocks noChangeArrowheads="1"/>
          </p:cNvSpPr>
          <p:nvPr/>
        </p:nvSpPr>
        <p:spPr bwMode="auto">
          <a:xfrm>
            <a:off x="1973263" y="5803900"/>
            <a:ext cx="40005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2800" i="1">
                <a:latin typeface="Book Antiqua" pitchFamily="18" charset="0"/>
                <a:ea typeface="宋体" charset="-122"/>
              </a:rPr>
              <a:t>+</a:t>
            </a:r>
            <a:endParaRPr lang="en-US" altLang="zh-CN" sz="2400" i="1">
              <a:latin typeface="Times New Roman" pitchFamily="18" charset="0"/>
              <a:ea typeface="宋体" charset="-122"/>
            </a:endParaRPr>
          </a:p>
        </p:txBody>
      </p:sp>
      <p:sp>
        <p:nvSpPr>
          <p:cNvPr id="607238" name="Text Box 6"/>
          <p:cNvSpPr txBox="1">
            <a:spLocks noChangeArrowheads="1"/>
          </p:cNvSpPr>
          <p:nvPr/>
        </p:nvSpPr>
        <p:spPr bwMode="auto">
          <a:xfrm>
            <a:off x="3576638" y="5791200"/>
            <a:ext cx="36195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2800" i="1">
                <a:latin typeface="Book Antiqua" pitchFamily="18" charset="0"/>
                <a:ea typeface="宋体" charset="-122"/>
              </a:rPr>
              <a:t>y</a:t>
            </a:r>
            <a:endParaRPr lang="en-US" altLang="zh-CN" sz="2400" i="1">
              <a:latin typeface="Times New Roman" pitchFamily="18" charset="0"/>
              <a:ea typeface="宋体" charset="-122"/>
            </a:endParaRPr>
          </a:p>
        </p:txBody>
      </p:sp>
      <p:sp>
        <p:nvSpPr>
          <p:cNvPr id="607239" name="Text Box 7"/>
          <p:cNvSpPr txBox="1">
            <a:spLocks noChangeArrowheads="1"/>
          </p:cNvSpPr>
          <p:nvPr/>
        </p:nvSpPr>
        <p:spPr bwMode="auto">
          <a:xfrm>
            <a:off x="2427288" y="5829300"/>
            <a:ext cx="3683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2400">
                <a:latin typeface="Book Antiqua" pitchFamily="18" charset="0"/>
                <a:ea typeface="宋体" charset="-122"/>
                <a:sym typeface="Symbol" pitchFamily="18" charset="2"/>
              </a:rPr>
              <a:t></a:t>
            </a:r>
          </a:p>
        </p:txBody>
      </p:sp>
      <p:sp>
        <p:nvSpPr>
          <p:cNvPr id="607240" name="Text Box 8"/>
          <p:cNvSpPr txBox="1">
            <a:spLocks noChangeArrowheads="1"/>
          </p:cNvSpPr>
          <p:nvPr/>
        </p:nvSpPr>
        <p:spPr bwMode="auto">
          <a:xfrm>
            <a:off x="3962400" y="5791200"/>
            <a:ext cx="36195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2800">
                <a:latin typeface="Book Antiqua" pitchFamily="18" charset="0"/>
                <a:ea typeface="宋体" charset="-122"/>
              </a:rPr>
              <a:t>2</a:t>
            </a:r>
            <a:endParaRPr lang="en-US" altLang="zh-CN" sz="2400" i="1">
              <a:latin typeface="Times New Roman" pitchFamily="18" charset="0"/>
              <a:ea typeface="宋体" charset="-122"/>
            </a:endParaRPr>
          </a:p>
        </p:txBody>
      </p:sp>
      <p:sp>
        <p:nvSpPr>
          <p:cNvPr id="607241" name="Text Box 9"/>
          <p:cNvSpPr txBox="1">
            <a:spLocks noChangeArrowheads="1"/>
          </p:cNvSpPr>
          <p:nvPr/>
        </p:nvSpPr>
        <p:spPr bwMode="auto">
          <a:xfrm>
            <a:off x="2797175" y="5799138"/>
            <a:ext cx="400050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2800" i="1">
                <a:latin typeface="Book Antiqua" pitchFamily="18" charset="0"/>
                <a:ea typeface="宋体" charset="-122"/>
              </a:rPr>
              <a:t>+</a:t>
            </a:r>
            <a:endParaRPr lang="en-US" altLang="zh-CN" sz="2400" i="1">
              <a:latin typeface="Times New Roman" pitchFamily="18" charset="0"/>
              <a:ea typeface="宋体" charset="-122"/>
            </a:endParaRPr>
          </a:p>
        </p:txBody>
      </p:sp>
      <p:sp>
        <p:nvSpPr>
          <p:cNvPr id="607242" name="Text Box 10"/>
          <p:cNvSpPr txBox="1">
            <a:spLocks noChangeArrowheads="1"/>
          </p:cNvSpPr>
          <p:nvPr/>
        </p:nvSpPr>
        <p:spPr bwMode="auto">
          <a:xfrm>
            <a:off x="5068888" y="5803900"/>
            <a:ext cx="36195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2800" i="1">
                <a:latin typeface="Book Antiqua" pitchFamily="18" charset="0"/>
                <a:ea typeface="宋体" charset="-122"/>
              </a:rPr>
              <a:t>x</a:t>
            </a:r>
            <a:endParaRPr lang="en-US" altLang="zh-CN" sz="2400" i="1">
              <a:latin typeface="Times New Roman" pitchFamily="18" charset="0"/>
              <a:ea typeface="宋体" charset="-122"/>
            </a:endParaRPr>
          </a:p>
        </p:txBody>
      </p:sp>
      <p:sp>
        <p:nvSpPr>
          <p:cNvPr id="607243" name="Text Box 11"/>
          <p:cNvSpPr txBox="1">
            <a:spLocks noChangeArrowheads="1"/>
          </p:cNvSpPr>
          <p:nvPr/>
        </p:nvSpPr>
        <p:spPr bwMode="auto">
          <a:xfrm>
            <a:off x="4678363" y="5811838"/>
            <a:ext cx="361950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2800">
                <a:latin typeface="Book Antiqua" pitchFamily="18" charset="0"/>
                <a:ea typeface="宋体" charset="-122"/>
              </a:rPr>
              <a:t>–</a:t>
            </a:r>
            <a:endParaRPr lang="en-US" altLang="zh-CN" sz="2000">
              <a:latin typeface="Times New Roman" pitchFamily="18" charset="0"/>
              <a:ea typeface="宋体" charset="-122"/>
            </a:endParaRPr>
          </a:p>
        </p:txBody>
      </p:sp>
      <p:sp>
        <p:nvSpPr>
          <p:cNvPr id="607244" name="Text Box 12"/>
          <p:cNvSpPr txBox="1">
            <a:spLocks noChangeArrowheads="1"/>
          </p:cNvSpPr>
          <p:nvPr/>
        </p:nvSpPr>
        <p:spPr bwMode="auto">
          <a:xfrm>
            <a:off x="5421313" y="5813425"/>
            <a:ext cx="36195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2800">
                <a:latin typeface="Book Antiqua" pitchFamily="18" charset="0"/>
                <a:ea typeface="宋体" charset="-122"/>
              </a:rPr>
              <a:t>3</a:t>
            </a:r>
            <a:endParaRPr lang="en-US" altLang="zh-CN" sz="2400" i="1">
              <a:latin typeface="Times New Roman" pitchFamily="18" charset="0"/>
              <a:ea typeface="宋体" charset="-122"/>
            </a:endParaRPr>
          </a:p>
        </p:txBody>
      </p:sp>
      <p:sp>
        <p:nvSpPr>
          <p:cNvPr id="607245" name="Text Box 13"/>
          <p:cNvSpPr txBox="1">
            <a:spLocks noChangeArrowheads="1"/>
          </p:cNvSpPr>
          <p:nvPr/>
        </p:nvSpPr>
        <p:spPr bwMode="auto">
          <a:xfrm>
            <a:off x="4329113" y="5837238"/>
            <a:ext cx="3683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2400">
                <a:latin typeface="Book Antiqua" pitchFamily="18" charset="0"/>
                <a:ea typeface="宋体" charset="-122"/>
                <a:sym typeface="Symbol" pitchFamily="18" charset="2"/>
              </a:rPr>
              <a:t>/</a:t>
            </a:r>
          </a:p>
        </p:txBody>
      </p:sp>
      <p:sp>
        <p:nvSpPr>
          <p:cNvPr id="607246" name="Text Box 14"/>
          <p:cNvSpPr txBox="1">
            <a:spLocks noChangeArrowheads="1"/>
          </p:cNvSpPr>
          <p:nvPr/>
        </p:nvSpPr>
        <p:spPr bwMode="auto">
          <a:xfrm>
            <a:off x="6176963" y="5811838"/>
            <a:ext cx="361950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2800" i="1">
                <a:latin typeface="Book Antiqua" pitchFamily="18" charset="0"/>
                <a:ea typeface="宋体" charset="-122"/>
              </a:rPr>
              <a:t>y</a:t>
            </a:r>
            <a:endParaRPr lang="en-US" altLang="zh-CN" sz="2400" i="1">
              <a:latin typeface="Times New Roman" pitchFamily="18" charset="0"/>
              <a:ea typeface="宋体" charset="-122"/>
            </a:endParaRPr>
          </a:p>
        </p:txBody>
      </p:sp>
      <p:sp>
        <p:nvSpPr>
          <p:cNvPr id="607247" name="Text Box 15"/>
          <p:cNvSpPr txBox="1">
            <a:spLocks noChangeArrowheads="1"/>
          </p:cNvSpPr>
          <p:nvPr/>
        </p:nvSpPr>
        <p:spPr bwMode="auto">
          <a:xfrm>
            <a:off x="5795963" y="5819775"/>
            <a:ext cx="40005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2800">
                <a:latin typeface="Book Antiqua" pitchFamily="18" charset="0"/>
                <a:ea typeface="宋体" charset="-122"/>
              </a:rPr>
              <a:t>+</a:t>
            </a:r>
            <a:endParaRPr lang="en-US" altLang="zh-CN" sz="2000">
              <a:latin typeface="Times New Roman" pitchFamily="18" charset="0"/>
              <a:ea typeface="宋体" charset="-122"/>
            </a:endParaRPr>
          </a:p>
        </p:txBody>
      </p:sp>
      <p:sp>
        <p:nvSpPr>
          <p:cNvPr id="607248" name="Text Box 16"/>
          <p:cNvSpPr txBox="1">
            <a:spLocks noChangeArrowheads="1"/>
          </p:cNvSpPr>
          <p:nvPr/>
        </p:nvSpPr>
        <p:spPr bwMode="auto">
          <a:xfrm>
            <a:off x="6529388" y="5821363"/>
            <a:ext cx="361950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2800">
                <a:latin typeface="Book Antiqua" pitchFamily="18" charset="0"/>
                <a:ea typeface="宋体" charset="-122"/>
              </a:rPr>
              <a:t>2</a:t>
            </a:r>
            <a:endParaRPr lang="en-US" altLang="zh-CN" sz="2400" i="1">
              <a:latin typeface="Times New Roman" pitchFamily="18" charset="0"/>
              <a:ea typeface="宋体" charset="-122"/>
            </a:endParaRPr>
          </a:p>
        </p:txBody>
      </p:sp>
      <p:grpSp>
        <p:nvGrpSpPr>
          <p:cNvPr id="607249" name="Group 17"/>
          <p:cNvGrpSpPr>
            <a:grpSpLocks/>
          </p:cNvGrpSpPr>
          <p:nvPr/>
        </p:nvGrpSpPr>
        <p:grpSpPr bwMode="auto">
          <a:xfrm>
            <a:off x="2120900" y="2582863"/>
            <a:ext cx="4629150" cy="2903537"/>
            <a:chOff x="1336" y="1627"/>
            <a:chExt cx="2916" cy="1829"/>
          </a:xfrm>
        </p:grpSpPr>
        <p:sp>
          <p:nvSpPr>
            <p:cNvPr id="96274" name="Text Box 18"/>
            <p:cNvSpPr txBox="1">
              <a:spLocks noChangeArrowheads="1"/>
            </p:cNvSpPr>
            <p:nvPr/>
          </p:nvSpPr>
          <p:spPr bwMode="auto">
            <a:xfrm>
              <a:off x="2672" y="1627"/>
              <a:ext cx="271" cy="3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sz="3200">
                  <a:latin typeface="Book Antiqua" pitchFamily="18" charset="0"/>
                  <a:ea typeface="宋体" charset="-122"/>
                </a:rPr>
                <a:t>+</a:t>
              </a:r>
              <a:endParaRPr lang="en-US" altLang="zh-CN" sz="2800" b="1">
                <a:latin typeface="Arial Black" pitchFamily="34" charset="0"/>
                <a:ea typeface="宋体" charset="-122"/>
              </a:endParaRPr>
            </a:p>
          </p:txBody>
        </p:sp>
        <p:sp>
          <p:nvSpPr>
            <p:cNvPr id="96275" name="Text Box 19"/>
            <p:cNvSpPr txBox="1">
              <a:spLocks noChangeArrowheads="1"/>
            </p:cNvSpPr>
            <p:nvPr/>
          </p:nvSpPr>
          <p:spPr bwMode="auto">
            <a:xfrm>
              <a:off x="1943" y="1974"/>
              <a:ext cx="232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sz="2400">
                  <a:latin typeface="Book Antiqua" pitchFamily="18" charset="0"/>
                  <a:ea typeface="宋体" charset="-122"/>
                  <a:sym typeface="Symbol" pitchFamily="18" charset="2"/>
                </a:rPr>
                <a:t></a:t>
              </a:r>
            </a:p>
          </p:txBody>
        </p:sp>
        <p:sp>
          <p:nvSpPr>
            <p:cNvPr id="96276" name="Text Box 20"/>
            <p:cNvSpPr txBox="1">
              <a:spLocks noChangeArrowheads="1"/>
            </p:cNvSpPr>
            <p:nvPr/>
          </p:nvSpPr>
          <p:spPr bwMode="auto">
            <a:xfrm>
              <a:off x="3080" y="2499"/>
              <a:ext cx="244" cy="3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sz="3200">
                  <a:latin typeface="Book Antiqua" pitchFamily="18" charset="0"/>
                  <a:ea typeface="宋体" charset="-122"/>
                </a:rPr>
                <a:t>–</a:t>
              </a:r>
              <a:endParaRPr lang="en-US" altLang="zh-CN" sz="2800" b="1">
                <a:latin typeface="Arial Black" pitchFamily="34" charset="0"/>
                <a:ea typeface="宋体" charset="-122"/>
              </a:endParaRPr>
            </a:p>
          </p:txBody>
        </p:sp>
        <p:sp>
          <p:nvSpPr>
            <p:cNvPr id="96277" name="Text Box 21"/>
            <p:cNvSpPr txBox="1">
              <a:spLocks noChangeArrowheads="1"/>
            </p:cNvSpPr>
            <p:nvPr/>
          </p:nvSpPr>
          <p:spPr bwMode="auto">
            <a:xfrm>
              <a:off x="3824" y="2515"/>
              <a:ext cx="271" cy="3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sz="3200">
                  <a:latin typeface="Book Antiqua" pitchFamily="18" charset="0"/>
                  <a:ea typeface="宋体" charset="-122"/>
                </a:rPr>
                <a:t>+</a:t>
              </a:r>
              <a:endParaRPr lang="en-US" altLang="zh-CN" sz="2800" b="1">
                <a:latin typeface="Arial Black" pitchFamily="34" charset="0"/>
                <a:ea typeface="宋体" charset="-122"/>
              </a:endParaRPr>
            </a:p>
          </p:txBody>
        </p:sp>
        <p:sp>
          <p:nvSpPr>
            <p:cNvPr id="96278" name="Text Box 22"/>
            <p:cNvSpPr txBox="1">
              <a:spLocks noChangeArrowheads="1"/>
            </p:cNvSpPr>
            <p:nvPr/>
          </p:nvSpPr>
          <p:spPr bwMode="auto">
            <a:xfrm>
              <a:off x="3464" y="1974"/>
              <a:ext cx="232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sz="2400">
                  <a:latin typeface="Book Antiqua" pitchFamily="18" charset="0"/>
                  <a:ea typeface="宋体" charset="-122"/>
                </a:rPr>
                <a:t>/</a:t>
              </a:r>
              <a:endParaRPr lang="en-US" altLang="zh-CN" sz="2800" b="1">
                <a:latin typeface="Arial Black" pitchFamily="34" charset="0"/>
                <a:ea typeface="宋体" charset="-122"/>
              </a:endParaRPr>
            </a:p>
          </p:txBody>
        </p:sp>
        <p:sp>
          <p:nvSpPr>
            <p:cNvPr id="96279" name="Line 23"/>
            <p:cNvSpPr>
              <a:spLocks noChangeShapeType="1"/>
            </p:cNvSpPr>
            <p:nvPr/>
          </p:nvSpPr>
          <p:spPr bwMode="auto">
            <a:xfrm flipH="1" flipV="1">
              <a:off x="2912" y="1846"/>
              <a:ext cx="560" cy="176"/>
            </a:xfrm>
            <a:prstGeom prst="line">
              <a:avLst/>
            </a:prstGeom>
            <a:noFill/>
            <a:ln w="28575">
              <a:solidFill>
                <a:schemeClr val="tx2"/>
              </a:solidFill>
              <a:miter lim="800000"/>
              <a:headEnd/>
              <a:tailEnd/>
            </a:ln>
            <a:effectLst/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96280" name="Line 24"/>
            <p:cNvSpPr>
              <a:spLocks noChangeShapeType="1"/>
            </p:cNvSpPr>
            <p:nvPr/>
          </p:nvSpPr>
          <p:spPr bwMode="auto">
            <a:xfrm flipV="1">
              <a:off x="2144" y="1846"/>
              <a:ext cx="528" cy="184"/>
            </a:xfrm>
            <a:prstGeom prst="line">
              <a:avLst/>
            </a:prstGeom>
            <a:noFill/>
            <a:ln w="28575">
              <a:solidFill>
                <a:schemeClr val="tx2"/>
              </a:solidFill>
              <a:miter lim="800000"/>
              <a:headEnd/>
              <a:tailEnd/>
            </a:ln>
            <a:effectLst/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96281" name="Oval 25"/>
            <p:cNvSpPr>
              <a:spLocks noChangeArrowheads="1"/>
            </p:cNvSpPr>
            <p:nvPr/>
          </p:nvSpPr>
          <p:spPr bwMode="auto">
            <a:xfrm>
              <a:off x="2664" y="1670"/>
              <a:ext cx="256" cy="264"/>
            </a:xfrm>
            <a:prstGeom prst="ellipse">
              <a:avLst/>
            </a:prstGeom>
            <a:noFill/>
            <a:ln w="19050">
              <a:solidFill>
                <a:schemeClr val="accent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>
                <a:ea typeface="宋体" charset="-122"/>
              </a:endParaRPr>
            </a:p>
          </p:txBody>
        </p:sp>
        <p:sp>
          <p:nvSpPr>
            <p:cNvPr id="96282" name="Oval 26"/>
            <p:cNvSpPr>
              <a:spLocks noChangeArrowheads="1"/>
            </p:cNvSpPr>
            <p:nvPr/>
          </p:nvSpPr>
          <p:spPr bwMode="auto">
            <a:xfrm>
              <a:off x="1928" y="1982"/>
              <a:ext cx="256" cy="264"/>
            </a:xfrm>
            <a:prstGeom prst="ellipse">
              <a:avLst/>
            </a:prstGeom>
            <a:noFill/>
            <a:ln w="19050">
              <a:solidFill>
                <a:schemeClr val="accent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>
                <a:ea typeface="宋体" charset="-122"/>
              </a:endParaRPr>
            </a:p>
          </p:txBody>
        </p:sp>
        <p:sp>
          <p:nvSpPr>
            <p:cNvPr id="96283" name="Oval 27"/>
            <p:cNvSpPr>
              <a:spLocks noChangeArrowheads="1"/>
            </p:cNvSpPr>
            <p:nvPr/>
          </p:nvSpPr>
          <p:spPr bwMode="auto">
            <a:xfrm>
              <a:off x="3432" y="1990"/>
              <a:ext cx="256" cy="264"/>
            </a:xfrm>
            <a:prstGeom prst="ellipse">
              <a:avLst/>
            </a:prstGeom>
            <a:noFill/>
            <a:ln w="19050">
              <a:solidFill>
                <a:schemeClr val="accent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>
                <a:ea typeface="宋体" charset="-122"/>
              </a:endParaRPr>
            </a:p>
          </p:txBody>
        </p:sp>
        <p:sp>
          <p:nvSpPr>
            <p:cNvPr id="96284" name="Oval 28"/>
            <p:cNvSpPr>
              <a:spLocks noChangeArrowheads="1"/>
            </p:cNvSpPr>
            <p:nvPr/>
          </p:nvSpPr>
          <p:spPr bwMode="auto">
            <a:xfrm>
              <a:off x="3064" y="2558"/>
              <a:ext cx="256" cy="264"/>
            </a:xfrm>
            <a:prstGeom prst="ellipse">
              <a:avLst/>
            </a:prstGeom>
            <a:noFill/>
            <a:ln w="19050">
              <a:solidFill>
                <a:schemeClr val="accent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>
                <a:ea typeface="宋体" charset="-122"/>
              </a:endParaRPr>
            </a:p>
          </p:txBody>
        </p:sp>
        <p:sp>
          <p:nvSpPr>
            <p:cNvPr id="96285" name="Oval 29"/>
            <p:cNvSpPr>
              <a:spLocks noChangeArrowheads="1"/>
            </p:cNvSpPr>
            <p:nvPr/>
          </p:nvSpPr>
          <p:spPr bwMode="auto">
            <a:xfrm>
              <a:off x="3816" y="2558"/>
              <a:ext cx="256" cy="264"/>
            </a:xfrm>
            <a:prstGeom prst="ellipse">
              <a:avLst/>
            </a:prstGeom>
            <a:noFill/>
            <a:ln w="19050">
              <a:solidFill>
                <a:schemeClr val="accent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>
                <a:ea typeface="宋体" charset="-122"/>
              </a:endParaRPr>
            </a:p>
          </p:txBody>
        </p:sp>
        <p:sp>
          <p:nvSpPr>
            <p:cNvPr id="96286" name="Text Box 30"/>
            <p:cNvSpPr txBox="1">
              <a:spLocks noChangeArrowheads="1"/>
            </p:cNvSpPr>
            <p:nvPr/>
          </p:nvSpPr>
          <p:spPr bwMode="auto">
            <a:xfrm>
              <a:off x="1576" y="2499"/>
              <a:ext cx="271" cy="3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sz="3200">
                  <a:latin typeface="Book Antiqua" pitchFamily="18" charset="0"/>
                  <a:ea typeface="宋体" charset="-122"/>
                </a:rPr>
                <a:t>+</a:t>
              </a:r>
              <a:endParaRPr lang="en-US" altLang="zh-CN" sz="2800" b="1">
                <a:latin typeface="Arial Black" pitchFamily="34" charset="0"/>
                <a:ea typeface="宋体" charset="-122"/>
              </a:endParaRPr>
            </a:p>
          </p:txBody>
        </p:sp>
        <p:sp>
          <p:nvSpPr>
            <p:cNvPr id="96287" name="Text Box 31"/>
            <p:cNvSpPr txBox="1">
              <a:spLocks noChangeArrowheads="1"/>
            </p:cNvSpPr>
            <p:nvPr/>
          </p:nvSpPr>
          <p:spPr bwMode="auto">
            <a:xfrm>
              <a:off x="2296" y="2515"/>
              <a:ext cx="244" cy="3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sz="3200">
                  <a:latin typeface="Book Antiqua" pitchFamily="18" charset="0"/>
                  <a:ea typeface="宋体" charset="-122"/>
                </a:rPr>
                <a:t>2</a:t>
              </a:r>
              <a:endParaRPr lang="en-US" altLang="zh-CN" sz="2800" b="1">
                <a:latin typeface="Arial Black" pitchFamily="34" charset="0"/>
                <a:ea typeface="宋体" charset="-122"/>
              </a:endParaRPr>
            </a:p>
          </p:txBody>
        </p:sp>
        <p:sp>
          <p:nvSpPr>
            <p:cNvPr id="96288" name="Oval 32"/>
            <p:cNvSpPr>
              <a:spLocks noChangeArrowheads="1"/>
            </p:cNvSpPr>
            <p:nvPr/>
          </p:nvSpPr>
          <p:spPr bwMode="auto">
            <a:xfrm>
              <a:off x="1560" y="2558"/>
              <a:ext cx="256" cy="264"/>
            </a:xfrm>
            <a:prstGeom prst="ellipse">
              <a:avLst/>
            </a:prstGeom>
            <a:noFill/>
            <a:ln w="19050">
              <a:solidFill>
                <a:schemeClr val="accent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>
                <a:ea typeface="宋体" charset="-122"/>
              </a:endParaRPr>
            </a:p>
          </p:txBody>
        </p:sp>
        <p:sp>
          <p:nvSpPr>
            <p:cNvPr id="96289" name="Oval 33"/>
            <p:cNvSpPr>
              <a:spLocks noChangeArrowheads="1"/>
            </p:cNvSpPr>
            <p:nvPr/>
          </p:nvSpPr>
          <p:spPr bwMode="auto">
            <a:xfrm>
              <a:off x="2280" y="2558"/>
              <a:ext cx="256" cy="264"/>
            </a:xfrm>
            <a:prstGeom prst="ellipse">
              <a:avLst/>
            </a:prstGeom>
            <a:noFill/>
            <a:ln w="19050">
              <a:solidFill>
                <a:schemeClr val="accent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>
                <a:ea typeface="宋体" charset="-122"/>
              </a:endParaRPr>
            </a:p>
          </p:txBody>
        </p:sp>
        <p:sp>
          <p:nvSpPr>
            <p:cNvPr id="96290" name="Text Box 34"/>
            <p:cNvSpPr txBox="1">
              <a:spLocks noChangeArrowheads="1"/>
            </p:cNvSpPr>
            <p:nvPr/>
          </p:nvSpPr>
          <p:spPr bwMode="auto">
            <a:xfrm>
              <a:off x="1352" y="3077"/>
              <a:ext cx="244" cy="3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sz="3200" i="1">
                  <a:latin typeface="Book Antiqua" pitchFamily="18" charset="0"/>
                  <a:ea typeface="宋体" charset="-122"/>
                </a:rPr>
                <a:t>x</a:t>
              </a:r>
              <a:endParaRPr lang="en-US" altLang="zh-CN" sz="2800" b="1">
                <a:latin typeface="Arial Black" pitchFamily="34" charset="0"/>
                <a:ea typeface="宋体" charset="-122"/>
              </a:endParaRPr>
            </a:p>
          </p:txBody>
        </p:sp>
        <p:sp>
          <p:nvSpPr>
            <p:cNvPr id="96291" name="Text Box 35"/>
            <p:cNvSpPr txBox="1">
              <a:spLocks noChangeArrowheads="1"/>
            </p:cNvSpPr>
            <p:nvPr/>
          </p:nvSpPr>
          <p:spPr bwMode="auto">
            <a:xfrm>
              <a:off x="1744" y="3037"/>
              <a:ext cx="244" cy="3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sz="3200" i="1">
                  <a:latin typeface="Book Antiqua" pitchFamily="18" charset="0"/>
                  <a:ea typeface="宋体" charset="-122"/>
                </a:rPr>
                <a:t>y</a:t>
              </a:r>
              <a:endParaRPr lang="en-US" altLang="zh-CN" sz="2800" b="1">
                <a:latin typeface="Arial Black" pitchFamily="34" charset="0"/>
                <a:ea typeface="宋体" charset="-122"/>
              </a:endParaRPr>
            </a:p>
          </p:txBody>
        </p:sp>
        <p:sp>
          <p:nvSpPr>
            <p:cNvPr id="96292" name="Oval 36"/>
            <p:cNvSpPr>
              <a:spLocks noChangeArrowheads="1"/>
            </p:cNvSpPr>
            <p:nvPr/>
          </p:nvSpPr>
          <p:spPr bwMode="auto">
            <a:xfrm>
              <a:off x="1336" y="3134"/>
              <a:ext cx="256" cy="264"/>
            </a:xfrm>
            <a:prstGeom prst="ellipse">
              <a:avLst/>
            </a:prstGeom>
            <a:noFill/>
            <a:ln w="19050">
              <a:solidFill>
                <a:schemeClr val="accent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>
                <a:ea typeface="宋体" charset="-122"/>
              </a:endParaRPr>
            </a:p>
          </p:txBody>
        </p:sp>
        <p:sp>
          <p:nvSpPr>
            <p:cNvPr id="96293" name="Oval 37"/>
            <p:cNvSpPr>
              <a:spLocks noChangeArrowheads="1"/>
            </p:cNvSpPr>
            <p:nvPr/>
          </p:nvSpPr>
          <p:spPr bwMode="auto">
            <a:xfrm>
              <a:off x="1728" y="3134"/>
              <a:ext cx="256" cy="264"/>
            </a:xfrm>
            <a:prstGeom prst="ellipse">
              <a:avLst/>
            </a:prstGeom>
            <a:noFill/>
            <a:ln w="19050">
              <a:solidFill>
                <a:schemeClr val="accent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>
                <a:ea typeface="宋体" charset="-122"/>
              </a:endParaRPr>
            </a:p>
          </p:txBody>
        </p:sp>
        <p:sp>
          <p:nvSpPr>
            <p:cNvPr id="96294" name="Text Box 38"/>
            <p:cNvSpPr txBox="1">
              <a:spLocks noChangeArrowheads="1"/>
            </p:cNvSpPr>
            <p:nvPr/>
          </p:nvSpPr>
          <p:spPr bwMode="auto">
            <a:xfrm>
              <a:off x="2880" y="3085"/>
              <a:ext cx="244" cy="3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sz="3200" i="1">
                  <a:latin typeface="Book Antiqua" pitchFamily="18" charset="0"/>
                  <a:ea typeface="宋体" charset="-122"/>
                </a:rPr>
                <a:t>x</a:t>
              </a:r>
              <a:endParaRPr lang="en-US" altLang="zh-CN" sz="2800" b="1">
                <a:latin typeface="Arial Black" pitchFamily="34" charset="0"/>
                <a:ea typeface="宋体" charset="-122"/>
              </a:endParaRPr>
            </a:p>
          </p:txBody>
        </p:sp>
        <p:sp>
          <p:nvSpPr>
            <p:cNvPr id="96295" name="Text Box 39"/>
            <p:cNvSpPr txBox="1">
              <a:spLocks noChangeArrowheads="1"/>
            </p:cNvSpPr>
            <p:nvPr/>
          </p:nvSpPr>
          <p:spPr bwMode="auto">
            <a:xfrm>
              <a:off x="3264" y="3091"/>
              <a:ext cx="244" cy="3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sz="3200">
                  <a:latin typeface="Book Antiqua" pitchFamily="18" charset="0"/>
                  <a:ea typeface="宋体" charset="-122"/>
                </a:rPr>
                <a:t>3</a:t>
              </a:r>
              <a:endParaRPr lang="en-US" altLang="zh-CN" sz="2800" b="1">
                <a:latin typeface="Arial Black" pitchFamily="34" charset="0"/>
                <a:ea typeface="宋体" charset="-122"/>
              </a:endParaRPr>
            </a:p>
          </p:txBody>
        </p:sp>
        <p:sp>
          <p:nvSpPr>
            <p:cNvPr id="96296" name="Oval 40"/>
            <p:cNvSpPr>
              <a:spLocks noChangeArrowheads="1"/>
            </p:cNvSpPr>
            <p:nvPr/>
          </p:nvSpPr>
          <p:spPr bwMode="auto">
            <a:xfrm>
              <a:off x="2864" y="3142"/>
              <a:ext cx="256" cy="264"/>
            </a:xfrm>
            <a:prstGeom prst="ellipse">
              <a:avLst/>
            </a:prstGeom>
            <a:noFill/>
            <a:ln w="19050">
              <a:solidFill>
                <a:schemeClr val="accent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>
                <a:ea typeface="宋体" charset="-122"/>
              </a:endParaRPr>
            </a:p>
          </p:txBody>
        </p:sp>
        <p:sp>
          <p:nvSpPr>
            <p:cNvPr id="96297" name="Oval 41"/>
            <p:cNvSpPr>
              <a:spLocks noChangeArrowheads="1"/>
            </p:cNvSpPr>
            <p:nvPr/>
          </p:nvSpPr>
          <p:spPr bwMode="auto">
            <a:xfrm>
              <a:off x="3248" y="3142"/>
              <a:ext cx="256" cy="264"/>
            </a:xfrm>
            <a:prstGeom prst="ellipse">
              <a:avLst/>
            </a:prstGeom>
            <a:noFill/>
            <a:ln w="19050">
              <a:solidFill>
                <a:schemeClr val="accent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>
                <a:ea typeface="宋体" charset="-122"/>
              </a:endParaRPr>
            </a:p>
          </p:txBody>
        </p:sp>
        <p:grpSp>
          <p:nvGrpSpPr>
            <p:cNvPr id="96298" name="Group 42"/>
            <p:cNvGrpSpPr>
              <a:grpSpLocks/>
            </p:cNvGrpSpPr>
            <p:nvPr/>
          </p:nvGrpSpPr>
          <p:grpSpPr bwMode="auto">
            <a:xfrm>
              <a:off x="3008" y="2822"/>
              <a:ext cx="368" cy="312"/>
              <a:chOff x="4488" y="2960"/>
              <a:chExt cx="368" cy="352"/>
            </a:xfrm>
          </p:grpSpPr>
          <p:sp>
            <p:nvSpPr>
              <p:cNvPr id="96315" name="Line 43"/>
              <p:cNvSpPr>
                <a:spLocks noChangeShapeType="1"/>
              </p:cNvSpPr>
              <p:nvPr/>
            </p:nvSpPr>
            <p:spPr bwMode="auto">
              <a:xfrm flipV="1">
                <a:off x="4488" y="2968"/>
                <a:ext cx="184" cy="344"/>
              </a:xfrm>
              <a:prstGeom prst="line">
                <a:avLst/>
              </a:prstGeom>
              <a:noFill/>
              <a:ln w="28575">
                <a:solidFill>
                  <a:schemeClr val="tx2"/>
                </a:solidFill>
                <a:miter lim="800000"/>
                <a:headEnd/>
                <a:tailEnd/>
              </a:ln>
              <a:effectLst/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96316" name="Line 44"/>
              <p:cNvSpPr>
                <a:spLocks noChangeShapeType="1"/>
              </p:cNvSpPr>
              <p:nvPr/>
            </p:nvSpPr>
            <p:spPr bwMode="auto">
              <a:xfrm flipH="1" flipV="1">
                <a:off x="4672" y="2960"/>
                <a:ext cx="184" cy="344"/>
              </a:xfrm>
              <a:prstGeom prst="line">
                <a:avLst/>
              </a:prstGeom>
              <a:noFill/>
              <a:ln w="28575">
                <a:solidFill>
                  <a:schemeClr val="tx2"/>
                </a:solidFill>
                <a:miter lim="800000"/>
                <a:headEnd/>
                <a:tailEnd/>
              </a:ln>
              <a:effectLst/>
            </p:spPr>
            <p:txBody>
              <a:bodyPr wrap="none"/>
              <a:lstStyle/>
              <a:p>
                <a:endParaRPr lang="en-US"/>
              </a:p>
            </p:txBody>
          </p:sp>
        </p:grpSp>
        <p:grpSp>
          <p:nvGrpSpPr>
            <p:cNvPr id="96299" name="Group 45"/>
            <p:cNvGrpSpPr>
              <a:grpSpLocks/>
            </p:cNvGrpSpPr>
            <p:nvPr/>
          </p:nvGrpSpPr>
          <p:grpSpPr bwMode="auto">
            <a:xfrm>
              <a:off x="3760" y="2822"/>
              <a:ext cx="368" cy="312"/>
              <a:chOff x="4488" y="2960"/>
              <a:chExt cx="368" cy="352"/>
            </a:xfrm>
          </p:grpSpPr>
          <p:sp>
            <p:nvSpPr>
              <p:cNvPr id="96313" name="Line 46"/>
              <p:cNvSpPr>
                <a:spLocks noChangeShapeType="1"/>
              </p:cNvSpPr>
              <p:nvPr/>
            </p:nvSpPr>
            <p:spPr bwMode="auto">
              <a:xfrm flipV="1">
                <a:off x="4488" y="2968"/>
                <a:ext cx="184" cy="344"/>
              </a:xfrm>
              <a:prstGeom prst="line">
                <a:avLst/>
              </a:prstGeom>
              <a:noFill/>
              <a:ln w="28575">
                <a:solidFill>
                  <a:schemeClr val="tx2"/>
                </a:solidFill>
                <a:miter lim="800000"/>
                <a:headEnd/>
                <a:tailEnd/>
              </a:ln>
              <a:effectLst/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96314" name="Line 47"/>
              <p:cNvSpPr>
                <a:spLocks noChangeShapeType="1"/>
              </p:cNvSpPr>
              <p:nvPr/>
            </p:nvSpPr>
            <p:spPr bwMode="auto">
              <a:xfrm flipH="1" flipV="1">
                <a:off x="4672" y="2960"/>
                <a:ext cx="184" cy="344"/>
              </a:xfrm>
              <a:prstGeom prst="line">
                <a:avLst/>
              </a:prstGeom>
              <a:noFill/>
              <a:ln w="28575">
                <a:solidFill>
                  <a:schemeClr val="tx2"/>
                </a:solidFill>
                <a:miter lim="800000"/>
                <a:headEnd/>
                <a:tailEnd/>
              </a:ln>
              <a:effectLst/>
            </p:spPr>
            <p:txBody>
              <a:bodyPr wrap="none"/>
              <a:lstStyle/>
              <a:p>
                <a:endParaRPr lang="en-US"/>
              </a:p>
            </p:txBody>
          </p:sp>
        </p:grpSp>
        <p:grpSp>
          <p:nvGrpSpPr>
            <p:cNvPr id="96300" name="Group 48"/>
            <p:cNvGrpSpPr>
              <a:grpSpLocks/>
            </p:cNvGrpSpPr>
            <p:nvPr/>
          </p:nvGrpSpPr>
          <p:grpSpPr bwMode="auto">
            <a:xfrm>
              <a:off x="1504" y="2822"/>
              <a:ext cx="368" cy="312"/>
              <a:chOff x="4488" y="2960"/>
              <a:chExt cx="368" cy="352"/>
            </a:xfrm>
          </p:grpSpPr>
          <p:sp>
            <p:nvSpPr>
              <p:cNvPr id="96311" name="Line 49"/>
              <p:cNvSpPr>
                <a:spLocks noChangeShapeType="1"/>
              </p:cNvSpPr>
              <p:nvPr/>
            </p:nvSpPr>
            <p:spPr bwMode="auto">
              <a:xfrm flipV="1">
                <a:off x="4488" y="2968"/>
                <a:ext cx="184" cy="344"/>
              </a:xfrm>
              <a:prstGeom prst="line">
                <a:avLst/>
              </a:prstGeom>
              <a:noFill/>
              <a:ln w="28575">
                <a:solidFill>
                  <a:schemeClr val="tx2"/>
                </a:solidFill>
                <a:miter lim="800000"/>
                <a:headEnd/>
                <a:tailEnd/>
              </a:ln>
              <a:effectLst/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96312" name="Line 50"/>
              <p:cNvSpPr>
                <a:spLocks noChangeShapeType="1"/>
              </p:cNvSpPr>
              <p:nvPr/>
            </p:nvSpPr>
            <p:spPr bwMode="auto">
              <a:xfrm flipH="1" flipV="1">
                <a:off x="4672" y="2960"/>
                <a:ext cx="184" cy="344"/>
              </a:xfrm>
              <a:prstGeom prst="line">
                <a:avLst/>
              </a:prstGeom>
              <a:noFill/>
              <a:ln w="28575">
                <a:solidFill>
                  <a:schemeClr val="tx2"/>
                </a:solidFill>
                <a:miter lim="800000"/>
                <a:headEnd/>
                <a:tailEnd/>
              </a:ln>
              <a:effectLst/>
            </p:spPr>
            <p:txBody>
              <a:bodyPr wrap="none"/>
              <a:lstStyle/>
              <a:p>
                <a:endParaRPr lang="en-US"/>
              </a:p>
            </p:txBody>
          </p:sp>
        </p:grpSp>
        <p:grpSp>
          <p:nvGrpSpPr>
            <p:cNvPr id="96301" name="Group 51"/>
            <p:cNvGrpSpPr>
              <a:grpSpLocks/>
            </p:cNvGrpSpPr>
            <p:nvPr/>
          </p:nvGrpSpPr>
          <p:grpSpPr bwMode="auto">
            <a:xfrm>
              <a:off x="1760" y="2246"/>
              <a:ext cx="576" cy="336"/>
              <a:chOff x="4264" y="2912"/>
              <a:chExt cx="576" cy="336"/>
            </a:xfrm>
          </p:grpSpPr>
          <p:sp>
            <p:nvSpPr>
              <p:cNvPr id="96309" name="Line 52"/>
              <p:cNvSpPr>
                <a:spLocks noChangeShapeType="1"/>
              </p:cNvSpPr>
              <p:nvPr/>
            </p:nvSpPr>
            <p:spPr bwMode="auto">
              <a:xfrm flipV="1">
                <a:off x="4264" y="2912"/>
                <a:ext cx="288" cy="336"/>
              </a:xfrm>
              <a:prstGeom prst="line">
                <a:avLst/>
              </a:prstGeom>
              <a:noFill/>
              <a:ln w="28575">
                <a:solidFill>
                  <a:schemeClr val="tx2"/>
                </a:solidFill>
                <a:miter lim="800000"/>
                <a:headEnd/>
                <a:tailEnd/>
              </a:ln>
              <a:effectLst/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96310" name="Line 53"/>
              <p:cNvSpPr>
                <a:spLocks noChangeShapeType="1"/>
              </p:cNvSpPr>
              <p:nvPr/>
            </p:nvSpPr>
            <p:spPr bwMode="auto">
              <a:xfrm flipH="1" flipV="1">
                <a:off x="4552" y="2912"/>
                <a:ext cx="288" cy="336"/>
              </a:xfrm>
              <a:prstGeom prst="line">
                <a:avLst/>
              </a:prstGeom>
              <a:noFill/>
              <a:ln w="28575">
                <a:solidFill>
                  <a:schemeClr val="tx2"/>
                </a:solidFill>
                <a:miter lim="800000"/>
                <a:headEnd/>
                <a:tailEnd/>
              </a:ln>
              <a:effectLst/>
            </p:spPr>
            <p:txBody>
              <a:bodyPr wrap="none"/>
              <a:lstStyle/>
              <a:p>
                <a:endParaRPr lang="en-US"/>
              </a:p>
            </p:txBody>
          </p:sp>
        </p:grpSp>
        <p:grpSp>
          <p:nvGrpSpPr>
            <p:cNvPr id="96302" name="Group 54"/>
            <p:cNvGrpSpPr>
              <a:grpSpLocks/>
            </p:cNvGrpSpPr>
            <p:nvPr/>
          </p:nvGrpSpPr>
          <p:grpSpPr bwMode="auto">
            <a:xfrm>
              <a:off x="3280" y="2254"/>
              <a:ext cx="576" cy="336"/>
              <a:chOff x="4264" y="2912"/>
              <a:chExt cx="576" cy="336"/>
            </a:xfrm>
          </p:grpSpPr>
          <p:sp>
            <p:nvSpPr>
              <p:cNvPr id="96307" name="Line 55"/>
              <p:cNvSpPr>
                <a:spLocks noChangeShapeType="1"/>
              </p:cNvSpPr>
              <p:nvPr/>
            </p:nvSpPr>
            <p:spPr bwMode="auto">
              <a:xfrm flipV="1">
                <a:off x="4264" y="2912"/>
                <a:ext cx="288" cy="336"/>
              </a:xfrm>
              <a:prstGeom prst="line">
                <a:avLst/>
              </a:prstGeom>
              <a:noFill/>
              <a:ln w="28575">
                <a:solidFill>
                  <a:schemeClr val="tx2"/>
                </a:solidFill>
                <a:miter lim="800000"/>
                <a:headEnd/>
                <a:tailEnd/>
              </a:ln>
              <a:effectLst/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96308" name="Line 56"/>
              <p:cNvSpPr>
                <a:spLocks noChangeShapeType="1"/>
              </p:cNvSpPr>
              <p:nvPr/>
            </p:nvSpPr>
            <p:spPr bwMode="auto">
              <a:xfrm flipH="1" flipV="1">
                <a:off x="4552" y="2912"/>
                <a:ext cx="288" cy="336"/>
              </a:xfrm>
              <a:prstGeom prst="line">
                <a:avLst/>
              </a:prstGeom>
              <a:noFill/>
              <a:ln w="28575">
                <a:solidFill>
                  <a:schemeClr val="tx2"/>
                </a:solidFill>
                <a:miter lim="800000"/>
                <a:headEnd/>
                <a:tailEnd/>
              </a:ln>
              <a:effectLst/>
            </p:spPr>
            <p:txBody>
              <a:bodyPr wrap="none"/>
              <a:lstStyle/>
              <a:p>
                <a:endParaRPr lang="en-US"/>
              </a:p>
            </p:txBody>
          </p:sp>
        </p:grpSp>
        <p:sp>
          <p:nvSpPr>
            <p:cNvPr id="96303" name="Text Box 57"/>
            <p:cNvSpPr txBox="1">
              <a:spLocks noChangeArrowheads="1"/>
            </p:cNvSpPr>
            <p:nvPr/>
          </p:nvSpPr>
          <p:spPr bwMode="auto">
            <a:xfrm>
              <a:off x="3624" y="3045"/>
              <a:ext cx="244" cy="3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sz="3200" i="1">
                  <a:latin typeface="Book Antiqua" pitchFamily="18" charset="0"/>
                  <a:ea typeface="宋体" charset="-122"/>
                </a:rPr>
                <a:t>y</a:t>
              </a:r>
              <a:endParaRPr lang="en-US" altLang="zh-CN" sz="2800" b="1">
                <a:latin typeface="Arial Black" pitchFamily="34" charset="0"/>
                <a:ea typeface="宋体" charset="-122"/>
              </a:endParaRPr>
            </a:p>
          </p:txBody>
        </p:sp>
        <p:sp>
          <p:nvSpPr>
            <p:cNvPr id="96304" name="Text Box 58"/>
            <p:cNvSpPr txBox="1">
              <a:spLocks noChangeArrowheads="1"/>
            </p:cNvSpPr>
            <p:nvPr/>
          </p:nvSpPr>
          <p:spPr bwMode="auto">
            <a:xfrm>
              <a:off x="4008" y="3091"/>
              <a:ext cx="244" cy="3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sz="3200">
                  <a:latin typeface="Book Antiqua" pitchFamily="18" charset="0"/>
                  <a:ea typeface="宋体" charset="-122"/>
                </a:rPr>
                <a:t>2</a:t>
              </a:r>
              <a:endParaRPr lang="en-US" altLang="zh-CN" sz="2800" b="1">
                <a:latin typeface="Arial Black" pitchFamily="34" charset="0"/>
                <a:ea typeface="宋体" charset="-122"/>
              </a:endParaRPr>
            </a:p>
          </p:txBody>
        </p:sp>
        <p:sp>
          <p:nvSpPr>
            <p:cNvPr id="96305" name="Oval 59"/>
            <p:cNvSpPr>
              <a:spLocks noChangeArrowheads="1"/>
            </p:cNvSpPr>
            <p:nvPr/>
          </p:nvSpPr>
          <p:spPr bwMode="auto">
            <a:xfrm>
              <a:off x="3608" y="3142"/>
              <a:ext cx="256" cy="264"/>
            </a:xfrm>
            <a:prstGeom prst="ellipse">
              <a:avLst/>
            </a:prstGeom>
            <a:noFill/>
            <a:ln w="19050">
              <a:solidFill>
                <a:schemeClr val="accent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>
                <a:ea typeface="宋体" charset="-122"/>
              </a:endParaRPr>
            </a:p>
          </p:txBody>
        </p:sp>
        <p:sp>
          <p:nvSpPr>
            <p:cNvPr id="96306" name="Oval 60"/>
            <p:cNvSpPr>
              <a:spLocks noChangeArrowheads="1"/>
            </p:cNvSpPr>
            <p:nvPr/>
          </p:nvSpPr>
          <p:spPr bwMode="auto">
            <a:xfrm>
              <a:off x="3992" y="3142"/>
              <a:ext cx="256" cy="264"/>
            </a:xfrm>
            <a:prstGeom prst="ellipse">
              <a:avLst/>
            </a:prstGeom>
            <a:noFill/>
            <a:ln w="19050">
              <a:solidFill>
                <a:schemeClr val="accent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>
                <a:ea typeface="宋体" charset="-122"/>
              </a:endParaRPr>
            </a:p>
          </p:txBody>
        </p:sp>
      </p:grpSp>
      <p:sp>
        <p:nvSpPr>
          <p:cNvPr id="61" name="Slide Number Placeholder 6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B66DE-703E-461C-82AF-C942A54373C1}" type="slidenum">
              <a:rPr lang="en-US" altLang="zh-CN" smtClean="0"/>
              <a:pPr/>
              <a:t>55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72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072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072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7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6072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7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6072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6072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7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6072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6072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7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6072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6072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7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6072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6072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7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6072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6072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7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6072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6072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2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7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6072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6072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 nodeType="clickPar">
                      <p:stCondLst>
                        <p:cond delay="indefinite"/>
                      </p:stCondLst>
                      <p:childTnLst>
                        <p:par>
                          <p:cTn id="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8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7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6072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6072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 nodeType="clickPar">
                      <p:stCondLst>
                        <p:cond delay="indefinite"/>
                      </p:stCondLst>
                      <p:childTnLst>
                        <p:par>
                          <p:cTn id="6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4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7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6072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6072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7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2" dur="500"/>
                                        <p:tgtEl>
                                          <p:spTgt spid="6072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7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60724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60724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 nodeType="clickPar">
                      <p:stCondLst>
                        <p:cond delay="indefinite"/>
                      </p:stCondLst>
                      <p:childTnLst>
                        <p:par>
                          <p:cTn id="8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1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7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3" dur="500" fill="hold"/>
                                        <p:tgtEl>
                                          <p:spTgt spid="6072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500" fill="hold"/>
                                        <p:tgtEl>
                                          <p:spTgt spid="6072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 nodeType="clickPar">
                      <p:stCondLst>
                        <p:cond delay="indefinite"/>
                      </p:stCondLst>
                      <p:childTnLst>
                        <p:par>
                          <p:cTn id="8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7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7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9" dur="500" fill="hold"/>
                                        <p:tgtEl>
                                          <p:spTgt spid="60724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500" fill="hold"/>
                                        <p:tgtEl>
                                          <p:spTgt spid="60724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07235" grpId="0" build="p" autoUpdateAnimBg="0"/>
      <p:bldP spid="607236" grpId="0" autoUpdateAnimBg="0"/>
      <p:bldP spid="607237" grpId="0" autoUpdateAnimBg="0"/>
      <p:bldP spid="607238" grpId="0" autoUpdateAnimBg="0"/>
      <p:bldP spid="607239" grpId="0" autoUpdateAnimBg="0"/>
      <p:bldP spid="607240" grpId="0" autoUpdateAnimBg="0"/>
      <p:bldP spid="607241" grpId="0" autoUpdateAnimBg="0"/>
      <p:bldP spid="607242" grpId="0" autoUpdateAnimBg="0"/>
      <p:bldP spid="607243" grpId="0" autoUpdateAnimBg="0"/>
      <p:bldP spid="607244" grpId="0" autoUpdateAnimBg="0"/>
      <p:bldP spid="607245" grpId="0" autoUpdateAnimBg="0"/>
      <p:bldP spid="607246" grpId="0" autoUpdateAnimBg="0"/>
      <p:bldP spid="607247" grpId="0" autoUpdateAnimBg="0"/>
      <p:bldP spid="607248" grpId="0" autoUpdateAnimBg="0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152400"/>
            <a:ext cx="8763000" cy="914400"/>
          </a:xfrm>
        </p:spPr>
        <p:txBody>
          <a:bodyPr/>
          <a:lstStyle/>
          <a:p>
            <a:pPr eaLnBrk="1" hangingPunct="1"/>
            <a:r>
              <a:rPr lang="en-US" altLang="zh-CN" smtClean="0">
                <a:latin typeface="Times New Roman" pitchFamily="18" charset="0"/>
                <a:ea typeface="宋体" charset="-122"/>
              </a:rPr>
              <a:t>Evaluating Prefix Notation</a:t>
            </a:r>
          </a:p>
        </p:txBody>
      </p:sp>
      <p:sp>
        <p:nvSpPr>
          <p:cNvPr id="6082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1000" y="1676400"/>
            <a:ext cx="8534400" cy="4495800"/>
          </a:xfrm>
        </p:spPr>
        <p:txBody>
          <a:bodyPr lIns="0" rIns="0"/>
          <a:lstStyle/>
          <a:p>
            <a:pPr eaLnBrk="1" hangingPunct="1"/>
            <a:r>
              <a:rPr lang="en-US" altLang="zh-CN" sz="3600" smtClean="0">
                <a:latin typeface="Times New Roman" pitchFamily="18" charset="0"/>
                <a:ea typeface="宋体" charset="-122"/>
              </a:rPr>
              <a:t>In an prefix expression, a binary operator precedes its two operands</a:t>
            </a:r>
          </a:p>
          <a:p>
            <a:pPr eaLnBrk="1" hangingPunct="1"/>
            <a:r>
              <a:rPr lang="en-US" altLang="zh-CN" sz="3600" smtClean="0">
                <a:latin typeface="Times New Roman" pitchFamily="18" charset="0"/>
                <a:ea typeface="宋体" charset="-122"/>
              </a:rPr>
              <a:t>The expression is evaluated right-left</a:t>
            </a:r>
          </a:p>
          <a:p>
            <a:pPr eaLnBrk="1" hangingPunct="1"/>
            <a:r>
              <a:rPr lang="en-US" altLang="zh-CN" sz="3600" smtClean="0">
                <a:latin typeface="Times New Roman" pitchFamily="18" charset="0"/>
                <a:ea typeface="宋体" charset="-122"/>
              </a:rPr>
              <a:t>Look for the first operator from the right</a:t>
            </a:r>
          </a:p>
          <a:p>
            <a:pPr eaLnBrk="1" hangingPunct="1"/>
            <a:r>
              <a:rPr lang="en-US" altLang="zh-CN" sz="3600" smtClean="0">
                <a:latin typeface="Times New Roman" pitchFamily="18" charset="0"/>
                <a:ea typeface="宋体" charset="-122"/>
              </a:rPr>
              <a:t>Evaluate the operator with the two operands immediately to its right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B66DE-703E-461C-82AF-C942A54373C1}" type="slidenum">
              <a:rPr lang="en-US" altLang="zh-CN" smtClean="0"/>
              <a:pPr/>
              <a:t>56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82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082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082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82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082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082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82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082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082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82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6082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6082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08259" grpId="0" build="p" autoUpdateAnimBg="0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152400"/>
            <a:ext cx="8763000" cy="914400"/>
          </a:xfrm>
        </p:spPr>
        <p:txBody>
          <a:bodyPr/>
          <a:lstStyle/>
          <a:p>
            <a:pPr eaLnBrk="1" hangingPunct="1"/>
            <a:r>
              <a:rPr lang="en-US" altLang="zh-CN" smtClean="0">
                <a:latin typeface="Times New Roman" pitchFamily="18" charset="0"/>
                <a:ea typeface="宋体" charset="-122"/>
              </a:rPr>
              <a:t>Example</a:t>
            </a:r>
          </a:p>
        </p:txBody>
      </p:sp>
      <p:sp>
        <p:nvSpPr>
          <p:cNvPr id="98307" name="Text Box 3"/>
          <p:cNvSpPr txBox="1">
            <a:spLocks noChangeArrowheads="1"/>
          </p:cNvSpPr>
          <p:nvPr/>
        </p:nvSpPr>
        <p:spPr bwMode="auto">
          <a:xfrm>
            <a:off x="1638300" y="1841500"/>
            <a:ext cx="6410325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90000"/>
              </a:lnSpc>
              <a:spcBef>
                <a:spcPct val="20000"/>
              </a:spcBef>
              <a:buClr>
                <a:schemeClr val="tx1"/>
              </a:buClr>
              <a:buSzPct val="75000"/>
            </a:pPr>
            <a:r>
              <a:rPr lang="en-US" altLang="zh-CN" sz="2800">
                <a:solidFill>
                  <a:schemeClr val="tx2"/>
                </a:solidFill>
                <a:latin typeface="Book Antiqua" pitchFamily="18" charset="0"/>
                <a:ea typeface="宋体" charset="-122"/>
              </a:rPr>
              <a:t>+   /   +   2   2   2   /   –   3   2   +   1   0</a:t>
            </a:r>
          </a:p>
        </p:txBody>
      </p:sp>
      <p:sp>
        <p:nvSpPr>
          <p:cNvPr id="609284" name="Text Box 4"/>
          <p:cNvSpPr txBox="1">
            <a:spLocks noChangeArrowheads="1"/>
          </p:cNvSpPr>
          <p:nvPr/>
        </p:nvSpPr>
        <p:spPr bwMode="auto">
          <a:xfrm>
            <a:off x="1612900" y="2505075"/>
            <a:ext cx="5240338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altLang="zh-CN" sz="2800">
                <a:solidFill>
                  <a:schemeClr val="tx2"/>
                </a:solidFill>
                <a:latin typeface="Book Antiqua" pitchFamily="18" charset="0"/>
                <a:ea typeface="宋体" charset="-122"/>
              </a:rPr>
              <a:t>+   /   +   2   2   2   /   –   3   2   1</a:t>
            </a:r>
          </a:p>
        </p:txBody>
      </p:sp>
      <p:sp>
        <p:nvSpPr>
          <p:cNvPr id="609285" name="Text Box 5"/>
          <p:cNvSpPr txBox="1">
            <a:spLocks noChangeArrowheads="1"/>
          </p:cNvSpPr>
          <p:nvPr/>
        </p:nvSpPr>
        <p:spPr bwMode="auto">
          <a:xfrm>
            <a:off x="1608138" y="3209925"/>
            <a:ext cx="4430712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altLang="zh-CN" sz="2800">
                <a:solidFill>
                  <a:schemeClr val="tx2"/>
                </a:solidFill>
                <a:latin typeface="Book Antiqua" pitchFamily="18" charset="0"/>
                <a:ea typeface="宋体" charset="-122"/>
              </a:rPr>
              <a:t>+   /   +   2   2   2   /   1   1</a:t>
            </a:r>
          </a:p>
        </p:txBody>
      </p:sp>
      <p:sp>
        <p:nvSpPr>
          <p:cNvPr id="609286" name="Text Box 6"/>
          <p:cNvSpPr txBox="1">
            <a:spLocks noChangeArrowheads="1"/>
          </p:cNvSpPr>
          <p:nvPr/>
        </p:nvSpPr>
        <p:spPr bwMode="auto">
          <a:xfrm>
            <a:off x="1612900" y="4057650"/>
            <a:ext cx="3475038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altLang="zh-CN" sz="2800">
                <a:solidFill>
                  <a:schemeClr val="tx2"/>
                </a:solidFill>
                <a:latin typeface="Book Antiqua" pitchFamily="18" charset="0"/>
                <a:ea typeface="宋体" charset="-122"/>
              </a:rPr>
              <a:t>+   /   +   2   2   2   1</a:t>
            </a:r>
          </a:p>
        </p:txBody>
      </p:sp>
      <p:sp>
        <p:nvSpPr>
          <p:cNvPr id="609287" name="Text Box 7"/>
          <p:cNvSpPr txBox="1">
            <a:spLocks noChangeArrowheads="1"/>
          </p:cNvSpPr>
          <p:nvPr/>
        </p:nvSpPr>
        <p:spPr bwMode="auto">
          <a:xfrm>
            <a:off x="1612900" y="4743450"/>
            <a:ext cx="2720975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altLang="zh-CN" sz="2800">
                <a:solidFill>
                  <a:schemeClr val="tx2"/>
                </a:solidFill>
                <a:latin typeface="Book Antiqua" pitchFamily="18" charset="0"/>
                <a:ea typeface="宋体" charset="-122"/>
              </a:rPr>
              <a:t>+   /   4   2   1</a:t>
            </a:r>
          </a:p>
        </p:txBody>
      </p:sp>
      <p:sp>
        <p:nvSpPr>
          <p:cNvPr id="609288" name="Text Box 8"/>
          <p:cNvSpPr txBox="1">
            <a:spLocks noChangeArrowheads="1"/>
          </p:cNvSpPr>
          <p:nvPr/>
        </p:nvSpPr>
        <p:spPr bwMode="auto">
          <a:xfrm>
            <a:off x="1612900" y="5429250"/>
            <a:ext cx="1793875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altLang="zh-CN" sz="2800">
                <a:solidFill>
                  <a:schemeClr val="tx2"/>
                </a:solidFill>
                <a:latin typeface="Book Antiqua" pitchFamily="18" charset="0"/>
                <a:ea typeface="宋体" charset="-122"/>
              </a:rPr>
              <a:t>+   2   1</a:t>
            </a:r>
          </a:p>
        </p:txBody>
      </p:sp>
      <p:sp>
        <p:nvSpPr>
          <p:cNvPr id="609289" name="Text Box 9"/>
          <p:cNvSpPr txBox="1">
            <a:spLocks noChangeArrowheads="1"/>
          </p:cNvSpPr>
          <p:nvPr/>
        </p:nvSpPr>
        <p:spPr bwMode="auto">
          <a:xfrm>
            <a:off x="1612900" y="6099175"/>
            <a:ext cx="36195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 sz="2800">
                <a:solidFill>
                  <a:schemeClr val="tx2"/>
                </a:solidFill>
                <a:latin typeface="Book Antiqua" pitchFamily="18" charset="0"/>
                <a:ea typeface="宋体" charset="-122"/>
              </a:rPr>
              <a:t>3</a:t>
            </a:r>
            <a:endParaRPr lang="en-US" altLang="zh-CN" sz="2000">
              <a:solidFill>
                <a:schemeClr val="tx2"/>
              </a:solidFill>
              <a:ea typeface="宋体" charset="-122"/>
            </a:endParaRPr>
          </a:p>
        </p:txBody>
      </p:sp>
      <p:sp>
        <p:nvSpPr>
          <p:cNvPr id="609290" name="Oval 10"/>
          <p:cNvSpPr>
            <a:spLocks noChangeArrowheads="1"/>
          </p:cNvSpPr>
          <p:nvPr/>
        </p:nvSpPr>
        <p:spPr bwMode="auto">
          <a:xfrm>
            <a:off x="6162675" y="1819275"/>
            <a:ext cx="1485900" cy="476250"/>
          </a:xfrm>
          <a:prstGeom prst="ellips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>
              <a:ea typeface="宋体" charset="-122"/>
            </a:endParaRPr>
          </a:p>
        </p:txBody>
      </p:sp>
      <p:sp>
        <p:nvSpPr>
          <p:cNvPr id="609291" name="Oval 11"/>
          <p:cNvSpPr>
            <a:spLocks noChangeArrowheads="1"/>
          </p:cNvSpPr>
          <p:nvPr/>
        </p:nvSpPr>
        <p:spPr bwMode="auto">
          <a:xfrm>
            <a:off x="4822825" y="2519363"/>
            <a:ext cx="1371600" cy="504825"/>
          </a:xfrm>
          <a:prstGeom prst="ellips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>
              <a:ea typeface="宋体" charset="-122"/>
            </a:endParaRPr>
          </a:p>
        </p:txBody>
      </p:sp>
      <p:sp>
        <p:nvSpPr>
          <p:cNvPr id="609292" name="Oval 12"/>
          <p:cNvSpPr>
            <a:spLocks noChangeArrowheads="1"/>
          </p:cNvSpPr>
          <p:nvPr/>
        </p:nvSpPr>
        <p:spPr bwMode="auto">
          <a:xfrm>
            <a:off x="4297363" y="3221038"/>
            <a:ext cx="1471612" cy="547687"/>
          </a:xfrm>
          <a:prstGeom prst="ellips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>
              <a:ea typeface="宋体" charset="-122"/>
            </a:endParaRPr>
          </a:p>
        </p:txBody>
      </p:sp>
      <p:sp>
        <p:nvSpPr>
          <p:cNvPr id="609293" name="Oval 13"/>
          <p:cNvSpPr>
            <a:spLocks noChangeArrowheads="1"/>
          </p:cNvSpPr>
          <p:nvPr/>
        </p:nvSpPr>
        <p:spPr bwMode="auto">
          <a:xfrm>
            <a:off x="2549525" y="4044950"/>
            <a:ext cx="1428750" cy="533400"/>
          </a:xfrm>
          <a:prstGeom prst="ellips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>
              <a:ea typeface="宋体" charset="-122"/>
            </a:endParaRPr>
          </a:p>
        </p:txBody>
      </p:sp>
      <p:sp>
        <p:nvSpPr>
          <p:cNvPr id="609294" name="Oval 14"/>
          <p:cNvSpPr>
            <a:spLocks noChangeArrowheads="1"/>
          </p:cNvSpPr>
          <p:nvPr/>
        </p:nvSpPr>
        <p:spPr bwMode="auto">
          <a:xfrm>
            <a:off x="1944688" y="4779963"/>
            <a:ext cx="1614487" cy="506412"/>
          </a:xfrm>
          <a:prstGeom prst="ellips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>
              <a:ea typeface="宋体" charset="-122"/>
            </a:endParaRPr>
          </a:p>
        </p:txBody>
      </p:sp>
      <p:sp>
        <p:nvSpPr>
          <p:cNvPr id="609295" name="Oval 15"/>
          <p:cNvSpPr>
            <a:spLocks noChangeArrowheads="1"/>
          </p:cNvSpPr>
          <p:nvPr/>
        </p:nvSpPr>
        <p:spPr bwMode="auto">
          <a:xfrm>
            <a:off x="1582738" y="5443538"/>
            <a:ext cx="1471612" cy="519112"/>
          </a:xfrm>
          <a:prstGeom prst="ellips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>
              <a:ea typeface="宋体" charset="-122"/>
            </a:endParaRPr>
          </a:p>
        </p:txBody>
      </p:sp>
      <p:sp>
        <p:nvSpPr>
          <p:cNvPr id="16" name="Slide Number Placeholder 1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B66DE-703E-461C-82AF-C942A54373C1}" type="slidenum">
              <a:rPr lang="en-US" altLang="zh-CN" smtClean="0"/>
              <a:pPr/>
              <a:t>57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9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0929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0929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92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092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092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9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60929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60929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92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6092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6092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9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60929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60929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92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6092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6092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9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60929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60929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92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6092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6092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9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60929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60929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92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6092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6092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92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60929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60929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 nodeType="clickPar">
                      <p:stCondLst>
                        <p:cond delay="indefinite"/>
                      </p:stCondLst>
                      <p:childTnLst>
                        <p:par>
                          <p:cTn id="7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92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6092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6092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09284" grpId="0" autoUpdateAnimBg="0"/>
      <p:bldP spid="609285" grpId="0" autoUpdateAnimBg="0"/>
      <p:bldP spid="609286" grpId="0" autoUpdateAnimBg="0"/>
      <p:bldP spid="609287" grpId="0" autoUpdateAnimBg="0"/>
      <p:bldP spid="609288" grpId="0" autoUpdateAnimBg="0"/>
      <p:bldP spid="609289" grpId="0" autoUpdateAnimBg="0"/>
      <p:bldP spid="609290" grpId="0" animBg="1"/>
      <p:bldP spid="609291" grpId="0" animBg="1"/>
      <p:bldP spid="609292" grpId="0" animBg="1"/>
      <p:bldP spid="609293" grpId="0" animBg="1"/>
      <p:bldP spid="609294" grpId="0" animBg="1"/>
      <p:bldP spid="609295" grpId="0" animBg="1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152400"/>
            <a:ext cx="8686800" cy="990600"/>
          </a:xfrm>
        </p:spPr>
        <p:txBody>
          <a:bodyPr/>
          <a:lstStyle/>
          <a:p>
            <a:pPr eaLnBrk="1" hangingPunct="1"/>
            <a:r>
              <a:rPr lang="en-US" altLang="zh-CN" smtClean="0">
                <a:latin typeface="Times New Roman" pitchFamily="18" charset="0"/>
                <a:ea typeface="宋体" charset="-122"/>
              </a:rPr>
              <a:t>Postfix Notation (Reverse Polish)</a:t>
            </a:r>
          </a:p>
        </p:txBody>
      </p:sp>
      <p:sp>
        <p:nvSpPr>
          <p:cNvPr id="610307" name="Rectangle 3"/>
          <p:cNvSpPr>
            <a:spLocks noChangeArrowheads="1"/>
          </p:cNvSpPr>
          <p:nvPr/>
        </p:nvSpPr>
        <p:spPr bwMode="auto">
          <a:xfrm>
            <a:off x="304800" y="1828800"/>
            <a:ext cx="6032500" cy="5080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lIns="90488" tIns="44450" rIns="90488" bIns="44450"/>
          <a:lstStyle/>
          <a:p>
            <a:pPr marL="342900" indent="-342900">
              <a:lnSpc>
                <a:spcPct val="90000"/>
              </a:lnSpc>
              <a:spcBef>
                <a:spcPct val="20000"/>
              </a:spcBef>
              <a:buFontTx/>
              <a:buChar char="•"/>
            </a:pPr>
            <a:r>
              <a:rPr lang="en-US" altLang="zh-CN" sz="3600">
                <a:latin typeface="Times New Roman" pitchFamily="18" charset="0"/>
                <a:ea typeface="宋体" charset="-122"/>
              </a:rPr>
              <a:t>Traverse in postorder</a:t>
            </a:r>
          </a:p>
        </p:txBody>
      </p:sp>
      <p:sp>
        <p:nvSpPr>
          <p:cNvPr id="610308" name="Text Box 4"/>
          <p:cNvSpPr txBox="1">
            <a:spLocks noChangeArrowheads="1"/>
          </p:cNvSpPr>
          <p:nvPr/>
        </p:nvSpPr>
        <p:spPr bwMode="auto">
          <a:xfrm>
            <a:off x="1952625" y="5795963"/>
            <a:ext cx="361950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2800" i="1">
                <a:latin typeface="Book Antiqua" pitchFamily="18" charset="0"/>
                <a:ea typeface="宋体" charset="-122"/>
              </a:rPr>
              <a:t>x</a:t>
            </a:r>
            <a:endParaRPr lang="en-US" altLang="zh-CN" sz="2400" i="1">
              <a:latin typeface="Times New Roman" pitchFamily="18" charset="0"/>
              <a:ea typeface="宋体" charset="-122"/>
            </a:endParaRPr>
          </a:p>
        </p:txBody>
      </p:sp>
      <p:sp>
        <p:nvSpPr>
          <p:cNvPr id="610309" name="Text Box 5"/>
          <p:cNvSpPr txBox="1">
            <a:spLocks noChangeArrowheads="1"/>
          </p:cNvSpPr>
          <p:nvPr/>
        </p:nvSpPr>
        <p:spPr bwMode="auto">
          <a:xfrm>
            <a:off x="2716213" y="5803900"/>
            <a:ext cx="40005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2800" i="1">
                <a:latin typeface="Book Antiqua" pitchFamily="18" charset="0"/>
                <a:ea typeface="宋体" charset="-122"/>
              </a:rPr>
              <a:t>+</a:t>
            </a:r>
            <a:endParaRPr lang="en-US" altLang="zh-CN" sz="2400" i="1">
              <a:latin typeface="Times New Roman" pitchFamily="18" charset="0"/>
              <a:ea typeface="宋体" charset="-122"/>
            </a:endParaRPr>
          </a:p>
        </p:txBody>
      </p:sp>
      <p:sp>
        <p:nvSpPr>
          <p:cNvPr id="610310" name="Text Box 6"/>
          <p:cNvSpPr txBox="1">
            <a:spLocks noChangeArrowheads="1"/>
          </p:cNvSpPr>
          <p:nvPr/>
        </p:nvSpPr>
        <p:spPr bwMode="auto">
          <a:xfrm>
            <a:off x="2333625" y="5791200"/>
            <a:ext cx="36195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2800" i="1">
                <a:latin typeface="Book Antiqua" pitchFamily="18" charset="0"/>
                <a:ea typeface="宋体" charset="-122"/>
              </a:rPr>
              <a:t>y</a:t>
            </a:r>
            <a:endParaRPr lang="en-US" altLang="zh-CN" sz="2400" i="1">
              <a:latin typeface="Times New Roman" pitchFamily="18" charset="0"/>
              <a:ea typeface="宋体" charset="-122"/>
            </a:endParaRPr>
          </a:p>
        </p:txBody>
      </p:sp>
      <p:sp>
        <p:nvSpPr>
          <p:cNvPr id="610311" name="Text Box 7"/>
          <p:cNvSpPr txBox="1">
            <a:spLocks noChangeArrowheads="1"/>
          </p:cNvSpPr>
          <p:nvPr/>
        </p:nvSpPr>
        <p:spPr bwMode="auto">
          <a:xfrm>
            <a:off x="3484563" y="5829300"/>
            <a:ext cx="3683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2400">
                <a:latin typeface="Book Antiqua" pitchFamily="18" charset="0"/>
                <a:ea typeface="宋体" charset="-122"/>
                <a:sym typeface="Symbol" pitchFamily="18" charset="2"/>
              </a:rPr>
              <a:t></a:t>
            </a:r>
          </a:p>
        </p:txBody>
      </p:sp>
      <p:sp>
        <p:nvSpPr>
          <p:cNvPr id="610312" name="Text Box 8"/>
          <p:cNvSpPr txBox="1">
            <a:spLocks noChangeArrowheads="1"/>
          </p:cNvSpPr>
          <p:nvPr/>
        </p:nvSpPr>
        <p:spPr bwMode="auto">
          <a:xfrm>
            <a:off x="3090863" y="5791200"/>
            <a:ext cx="36195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2800">
                <a:latin typeface="Book Antiqua" pitchFamily="18" charset="0"/>
                <a:ea typeface="宋体" charset="-122"/>
              </a:rPr>
              <a:t>2</a:t>
            </a:r>
            <a:endParaRPr lang="en-US" altLang="zh-CN" sz="2400" i="1">
              <a:latin typeface="Times New Roman" pitchFamily="18" charset="0"/>
              <a:ea typeface="宋体" charset="-122"/>
            </a:endParaRPr>
          </a:p>
        </p:txBody>
      </p:sp>
      <p:sp>
        <p:nvSpPr>
          <p:cNvPr id="610313" name="Text Box 9"/>
          <p:cNvSpPr txBox="1">
            <a:spLocks noChangeArrowheads="1"/>
          </p:cNvSpPr>
          <p:nvPr/>
        </p:nvSpPr>
        <p:spPr bwMode="auto">
          <a:xfrm>
            <a:off x="6597650" y="5799138"/>
            <a:ext cx="400050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2800" i="1">
                <a:latin typeface="Book Antiqua" pitchFamily="18" charset="0"/>
                <a:ea typeface="宋体" charset="-122"/>
              </a:rPr>
              <a:t>+</a:t>
            </a:r>
            <a:endParaRPr lang="en-US" altLang="zh-CN" sz="2400" i="1">
              <a:latin typeface="Times New Roman" pitchFamily="18" charset="0"/>
              <a:ea typeface="宋体" charset="-122"/>
            </a:endParaRPr>
          </a:p>
        </p:txBody>
      </p:sp>
      <p:sp>
        <p:nvSpPr>
          <p:cNvPr id="610314" name="Text Box 10"/>
          <p:cNvSpPr txBox="1">
            <a:spLocks noChangeArrowheads="1"/>
          </p:cNvSpPr>
          <p:nvPr/>
        </p:nvSpPr>
        <p:spPr bwMode="auto">
          <a:xfrm>
            <a:off x="3911600" y="5803900"/>
            <a:ext cx="36195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2800" i="1">
                <a:latin typeface="Book Antiqua" pitchFamily="18" charset="0"/>
                <a:ea typeface="宋体" charset="-122"/>
              </a:rPr>
              <a:t>x</a:t>
            </a:r>
            <a:endParaRPr lang="en-US" altLang="zh-CN" sz="2400" i="1">
              <a:latin typeface="Times New Roman" pitchFamily="18" charset="0"/>
              <a:ea typeface="宋体" charset="-122"/>
            </a:endParaRPr>
          </a:p>
        </p:txBody>
      </p:sp>
      <p:sp>
        <p:nvSpPr>
          <p:cNvPr id="610315" name="Text Box 11"/>
          <p:cNvSpPr txBox="1">
            <a:spLocks noChangeArrowheads="1"/>
          </p:cNvSpPr>
          <p:nvPr/>
        </p:nvSpPr>
        <p:spPr bwMode="auto">
          <a:xfrm>
            <a:off x="4778375" y="5811838"/>
            <a:ext cx="361950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2800">
                <a:latin typeface="Book Antiqua" pitchFamily="18" charset="0"/>
                <a:ea typeface="宋体" charset="-122"/>
              </a:rPr>
              <a:t>–</a:t>
            </a:r>
            <a:endParaRPr lang="en-US" altLang="zh-CN" sz="2000">
              <a:latin typeface="Times New Roman" pitchFamily="18" charset="0"/>
              <a:ea typeface="宋体" charset="-122"/>
            </a:endParaRPr>
          </a:p>
        </p:txBody>
      </p:sp>
      <p:sp>
        <p:nvSpPr>
          <p:cNvPr id="610316" name="Text Box 12"/>
          <p:cNvSpPr txBox="1">
            <a:spLocks noChangeArrowheads="1"/>
          </p:cNvSpPr>
          <p:nvPr/>
        </p:nvSpPr>
        <p:spPr bwMode="auto">
          <a:xfrm>
            <a:off x="4335463" y="5813425"/>
            <a:ext cx="36195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2800">
                <a:latin typeface="Book Antiqua" pitchFamily="18" charset="0"/>
                <a:ea typeface="宋体" charset="-122"/>
              </a:rPr>
              <a:t>3</a:t>
            </a:r>
            <a:endParaRPr lang="en-US" altLang="zh-CN" sz="2400" i="1">
              <a:latin typeface="Times New Roman" pitchFamily="18" charset="0"/>
              <a:ea typeface="宋体" charset="-122"/>
            </a:endParaRPr>
          </a:p>
        </p:txBody>
      </p:sp>
      <p:sp>
        <p:nvSpPr>
          <p:cNvPr id="610317" name="Text Box 13"/>
          <p:cNvSpPr txBox="1">
            <a:spLocks noChangeArrowheads="1"/>
          </p:cNvSpPr>
          <p:nvPr/>
        </p:nvSpPr>
        <p:spPr bwMode="auto">
          <a:xfrm>
            <a:off x="6286500" y="5837238"/>
            <a:ext cx="3683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2400">
                <a:latin typeface="Book Antiqua" pitchFamily="18" charset="0"/>
                <a:ea typeface="宋体" charset="-122"/>
                <a:sym typeface="Symbol" pitchFamily="18" charset="2"/>
              </a:rPr>
              <a:t>/</a:t>
            </a:r>
          </a:p>
        </p:txBody>
      </p:sp>
      <p:sp>
        <p:nvSpPr>
          <p:cNvPr id="610318" name="Text Box 14"/>
          <p:cNvSpPr txBox="1">
            <a:spLocks noChangeArrowheads="1"/>
          </p:cNvSpPr>
          <p:nvPr/>
        </p:nvSpPr>
        <p:spPr bwMode="auto">
          <a:xfrm>
            <a:off x="5119688" y="5811838"/>
            <a:ext cx="361950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2800" i="1">
                <a:latin typeface="Book Antiqua" pitchFamily="18" charset="0"/>
                <a:ea typeface="宋体" charset="-122"/>
              </a:rPr>
              <a:t>y</a:t>
            </a:r>
            <a:endParaRPr lang="en-US" altLang="zh-CN" sz="2400" i="1">
              <a:latin typeface="Times New Roman" pitchFamily="18" charset="0"/>
              <a:ea typeface="宋体" charset="-122"/>
            </a:endParaRPr>
          </a:p>
        </p:txBody>
      </p:sp>
      <p:sp>
        <p:nvSpPr>
          <p:cNvPr id="610319" name="Text Box 15"/>
          <p:cNvSpPr txBox="1">
            <a:spLocks noChangeArrowheads="1"/>
          </p:cNvSpPr>
          <p:nvPr/>
        </p:nvSpPr>
        <p:spPr bwMode="auto">
          <a:xfrm>
            <a:off x="5895975" y="5819775"/>
            <a:ext cx="40005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2800">
                <a:latin typeface="Book Antiqua" pitchFamily="18" charset="0"/>
                <a:ea typeface="宋体" charset="-122"/>
              </a:rPr>
              <a:t>+</a:t>
            </a:r>
            <a:endParaRPr lang="en-US" altLang="zh-CN" sz="2000">
              <a:latin typeface="Times New Roman" pitchFamily="18" charset="0"/>
              <a:ea typeface="宋体" charset="-122"/>
            </a:endParaRPr>
          </a:p>
        </p:txBody>
      </p:sp>
      <p:sp>
        <p:nvSpPr>
          <p:cNvPr id="610320" name="Text Box 16"/>
          <p:cNvSpPr txBox="1">
            <a:spLocks noChangeArrowheads="1"/>
          </p:cNvSpPr>
          <p:nvPr/>
        </p:nvSpPr>
        <p:spPr bwMode="auto">
          <a:xfrm>
            <a:off x="5514975" y="5821363"/>
            <a:ext cx="361950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2800">
                <a:latin typeface="Book Antiqua" pitchFamily="18" charset="0"/>
                <a:ea typeface="宋体" charset="-122"/>
              </a:rPr>
              <a:t>2</a:t>
            </a:r>
            <a:endParaRPr lang="en-US" altLang="zh-CN" sz="2400" i="1">
              <a:latin typeface="Times New Roman" pitchFamily="18" charset="0"/>
              <a:ea typeface="宋体" charset="-122"/>
            </a:endParaRPr>
          </a:p>
        </p:txBody>
      </p:sp>
      <p:grpSp>
        <p:nvGrpSpPr>
          <p:cNvPr id="610321" name="Group 17"/>
          <p:cNvGrpSpPr>
            <a:grpSpLocks/>
          </p:cNvGrpSpPr>
          <p:nvPr/>
        </p:nvGrpSpPr>
        <p:grpSpPr bwMode="auto">
          <a:xfrm>
            <a:off x="2120900" y="2582863"/>
            <a:ext cx="4629150" cy="2903537"/>
            <a:chOff x="1336" y="1627"/>
            <a:chExt cx="2916" cy="1829"/>
          </a:xfrm>
        </p:grpSpPr>
        <p:sp>
          <p:nvSpPr>
            <p:cNvPr id="99346" name="Text Box 18"/>
            <p:cNvSpPr txBox="1">
              <a:spLocks noChangeArrowheads="1"/>
            </p:cNvSpPr>
            <p:nvPr/>
          </p:nvSpPr>
          <p:spPr bwMode="auto">
            <a:xfrm>
              <a:off x="2672" y="1627"/>
              <a:ext cx="271" cy="3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sz="3200">
                  <a:latin typeface="Book Antiqua" pitchFamily="18" charset="0"/>
                  <a:ea typeface="宋体" charset="-122"/>
                </a:rPr>
                <a:t>+</a:t>
              </a:r>
              <a:endParaRPr lang="en-US" altLang="zh-CN" sz="2800" b="1">
                <a:latin typeface="Arial Black" pitchFamily="34" charset="0"/>
                <a:ea typeface="宋体" charset="-122"/>
              </a:endParaRPr>
            </a:p>
          </p:txBody>
        </p:sp>
        <p:sp>
          <p:nvSpPr>
            <p:cNvPr id="99347" name="Text Box 19"/>
            <p:cNvSpPr txBox="1">
              <a:spLocks noChangeArrowheads="1"/>
            </p:cNvSpPr>
            <p:nvPr/>
          </p:nvSpPr>
          <p:spPr bwMode="auto">
            <a:xfrm>
              <a:off x="1943" y="1974"/>
              <a:ext cx="232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sz="2400">
                  <a:latin typeface="Book Antiqua" pitchFamily="18" charset="0"/>
                  <a:ea typeface="宋体" charset="-122"/>
                  <a:sym typeface="Symbol" pitchFamily="18" charset="2"/>
                </a:rPr>
                <a:t></a:t>
              </a:r>
            </a:p>
          </p:txBody>
        </p:sp>
        <p:sp>
          <p:nvSpPr>
            <p:cNvPr id="99348" name="Text Box 20"/>
            <p:cNvSpPr txBox="1">
              <a:spLocks noChangeArrowheads="1"/>
            </p:cNvSpPr>
            <p:nvPr/>
          </p:nvSpPr>
          <p:spPr bwMode="auto">
            <a:xfrm>
              <a:off x="3080" y="2499"/>
              <a:ext cx="244" cy="3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sz="3200">
                  <a:latin typeface="Book Antiqua" pitchFamily="18" charset="0"/>
                  <a:ea typeface="宋体" charset="-122"/>
                </a:rPr>
                <a:t>–</a:t>
              </a:r>
              <a:endParaRPr lang="en-US" altLang="zh-CN" sz="2800" b="1">
                <a:latin typeface="Arial Black" pitchFamily="34" charset="0"/>
                <a:ea typeface="宋体" charset="-122"/>
              </a:endParaRPr>
            </a:p>
          </p:txBody>
        </p:sp>
        <p:sp>
          <p:nvSpPr>
            <p:cNvPr id="99349" name="Text Box 21"/>
            <p:cNvSpPr txBox="1">
              <a:spLocks noChangeArrowheads="1"/>
            </p:cNvSpPr>
            <p:nvPr/>
          </p:nvSpPr>
          <p:spPr bwMode="auto">
            <a:xfrm>
              <a:off x="3824" y="2515"/>
              <a:ext cx="271" cy="3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sz="3200">
                  <a:latin typeface="Book Antiqua" pitchFamily="18" charset="0"/>
                  <a:ea typeface="宋体" charset="-122"/>
                </a:rPr>
                <a:t>+</a:t>
              </a:r>
              <a:endParaRPr lang="en-US" altLang="zh-CN" sz="2800" b="1">
                <a:latin typeface="Arial Black" pitchFamily="34" charset="0"/>
                <a:ea typeface="宋体" charset="-122"/>
              </a:endParaRPr>
            </a:p>
          </p:txBody>
        </p:sp>
        <p:sp>
          <p:nvSpPr>
            <p:cNvPr id="99350" name="Text Box 22"/>
            <p:cNvSpPr txBox="1">
              <a:spLocks noChangeArrowheads="1"/>
            </p:cNvSpPr>
            <p:nvPr/>
          </p:nvSpPr>
          <p:spPr bwMode="auto">
            <a:xfrm>
              <a:off x="3464" y="1974"/>
              <a:ext cx="232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sz="2400">
                  <a:latin typeface="Book Antiqua" pitchFamily="18" charset="0"/>
                  <a:ea typeface="宋体" charset="-122"/>
                </a:rPr>
                <a:t>/</a:t>
              </a:r>
              <a:endParaRPr lang="en-US" altLang="zh-CN" sz="2800" b="1">
                <a:latin typeface="Arial Black" pitchFamily="34" charset="0"/>
                <a:ea typeface="宋体" charset="-122"/>
              </a:endParaRPr>
            </a:p>
          </p:txBody>
        </p:sp>
        <p:sp>
          <p:nvSpPr>
            <p:cNvPr id="99351" name="Line 23"/>
            <p:cNvSpPr>
              <a:spLocks noChangeShapeType="1"/>
            </p:cNvSpPr>
            <p:nvPr/>
          </p:nvSpPr>
          <p:spPr bwMode="auto">
            <a:xfrm flipH="1" flipV="1">
              <a:off x="2912" y="1846"/>
              <a:ext cx="560" cy="176"/>
            </a:xfrm>
            <a:prstGeom prst="line">
              <a:avLst/>
            </a:prstGeom>
            <a:noFill/>
            <a:ln w="28575">
              <a:solidFill>
                <a:schemeClr val="tx2"/>
              </a:solidFill>
              <a:miter lim="800000"/>
              <a:headEnd/>
              <a:tailEnd/>
            </a:ln>
            <a:effectLst/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99352" name="Line 24"/>
            <p:cNvSpPr>
              <a:spLocks noChangeShapeType="1"/>
            </p:cNvSpPr>
            <p:nvPr/>
          </p:nvSpPr>
          <p:spPr bwMode="auto">
            <a:xfrm flipV="1">
              <a:off x="2144" y="1846"/>
              <a:ext cx="528" cy="184"/>
            </a:xfrm>
            <a:prstGeom prst="line">
              <a:avLst/>
            </a:prstGeom>
            <a:noFill/>
            <a:ln w="28575">
              <a:solidFill>
                <a:schemeClr val="tx2"/>
              </a:solidFill>
              <a:miter lim="800000"/>
              <a:headEnd/>
              <a:tailEnd/>
            </a:ln>
            <a:effectLst/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99353" name="Oval 25"/>
            <p:cNvSpPr>
              <a:spLocks noChangeArrowheads="1"/>
            </p:cNvSpPr>
            <p:nvPr/>
          </p:nvSpPr>
          <p:spPr bwMode="auto">
            <a:xfrm>
              <a:off x="2664" y="1670"/>
              <a:ext cx="256" cy="264"/>
            </a:xfrm>
            <a:prstGeom prst="ellipse">
              <a:avLst/>
            </a:prstGeom>
            <a:noFill/>
            <a:ln w="19050">
              <a:solidFill>
                <a:schemeClr val="accent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>
                <a:ea typeface="宋体" charset="-122"/>
              </a:endParaRPr>
            </a:p>
          </p:txBody>
        </p:sp>
        <p:sp>
          <p:nvSpPr>
            <p:cNvPr id="99354" name="Oval 26"/>
            <p:cNvSpPr>
              <a:spLocks noChangeArrowheads="1"/>
            </p:cNvSpPr>
            <p:nvPr/>
          </p:nvSpPr>
          <p:spPr bwMode="auto">
            <a:xfrm>
              <a:off x="1928" y="1982"/>
              <a:ext cx="256" cy="264"/>
            </a:xfrm>
            <a:prstGeom prst="ellipse">
              <a:avLst/>
            </a:prstGeom>
            <a:noFill/>
            <a:ln w="19050">
              <a:solidFill>
                <a:schemeClr val="accent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>
                <a:ea typeface="宋体" charset="-122"/>
              </a:endParaRPr>
            </a:p>
          </p:txBody>
        </p:sp>
        <p:sp>
          <p:nvSpPr>
            <p:cNvPr id="99355" name="Oval 27"/>
            <p:cNvSpPr>
              <a:spLocks noChangeArrowheads="1"/>
            </p:cNvSpPr>
            <p:nvPr/>
          </p:nvSpPr>
          <p:spPr bwMode="auto">
            <a:xfrm>
              <a:off x="3432" y="1990"/>
              <a:ext cx="256" cy="264"/>
            </a:xfrm>
            <a:prstGeom prst="ellipse">
              <a:avLst/>
            </a:prstGeom>
            <a:noFill/>
            <a:ln w="19050">
              <a:solidFill>
                <a:schemeClr val="accent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>
                <a:ea typeface="宋体" charset="-122"/>
              </a:endParaRPr>
            </a:p>
          </p:txBody>
        </p:sp>
        <p:sp>
          <p:nvSpPr>
            <p:cNvPr id="99356" name="Oval 28"/>
            <p:cNvSpPr>
              <a:spLocks noChangeArrowheads="1"/>
            </p:cNvSpPr>
            <p:nvPr/>
          </p:nvSpPr>
          <p:spPr bwMode="auto">
            <a:xfrm>
              <a:off x="3064" y="2558"/>
              <a:ext cx="256" cy="264"/>
            </a:xfrm>
            <a:prstGeom prst="ellipse">
              <a:avLst/>
            </a:prstGeom>
            <a:noFill/>
            <a:ln w="19050">
              <a:solidFill>
                <a:schemeClr val="accent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>
                <a:ea typeface="宋体" charset="-122"/>
              </a:endParaRPr>
            </a:p>
          </p:txBody>
        </p:sp>
        <p:sp>
          <p:nvSpPr>
            <p:cNvPr id="99357" name="Oval 29"/>
            <p:cNvSpPr>
              <a:spLocks noChangeArrowheads="1"/>
            </p:cNvSpPr>
            <p:nvPr/>
          </p:nvSpPr>
          <p:spPr bwMode="auto">
            <a:xfrm>
              <a:off x="3816" y="2558"/>
              <a:ext cx="256" cy="264"/>
            </a:xfrm>
            <a:prstGeom prst="ellipse">
              <a:avLst/>
            </a:prstGeom>
            <a:noFill/>
            <a:ln w="19050">
              <a:solidFill>
                <a:schemeClr val="accent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>
                <a:ea typeface="宋体" charset="-122"/>
              </a:endParaRPr>
            </a:p>
          </p:txBody>
        </p:sp>
        <p:sp>
          <p:nvSpPr>
            <p:cNvPr id="99358" name="Text Box 30"/>
            <p:cNvSpPr txBox="1">
              <a:spLocks noChangeArrowheads="1"/>
            </p:cNvSpPr>
            <p:nvPr/>
          </p:nvSpPr>
          <p:spPr bwMode="auto">
            <a:xfrm>
              <a:off x="1576" y="2499"/>
              <a:ext cx="271" cy="3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sz="3200">
                  <a:latin typeface="Book Antiqua" pitchFamily="18" charset="0"/>
                  <a:ea typeface="宋体" charset="-122"/>
                </a:rPr>
                <a:t>+</a:t>
              </a:r>
              <a:endParaRPr lang="en-US" altLang="zh-CN" sz="2800" b="1">
                <a:latin typeface="Arial Black" pitchFamily="34" charset="0"/>
                <a:ea typeface="宋体" charset="-122"/>
              </a:endParaRPr>
            </a:p>
          </p:txBody>
        </p:sp>
        <p:sp>
          <p:nvSpPr>
            <p:cNvPr id="99359" name="Text Box 31"/>
            <p:cNvSpPr txBox="1">
              <a:spLocks noChangeArrowheads="1"/>
            </p:cNvSpPr>
            <p:nvPr/>
          </p:nvSpPr>
          <p:spPr bwMode="auto">
            <a:xfrm>
              <a:off x="2296" y="2515"/>
              <a:ext cx="244" cy="3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sz="3200">
                  <a:latin typeface="Book Antiqua" pitchFamily="18" charset="0"/>
                  <a:ea typeface="宋体" charset="-122"/>
                </a:rPr>
                <a:t>2</a:t>
              </a:r>
              <a:endParaRPr lang="en-US" altLang="zh-CN" sz="2800" b="1">
                <a:latin typeface="Arial Black" pitchFamily="34" charset="0"/>
                <a:ea typeface="宋体" charset="-122"/>
              </a:endParaRPr>
            </a:p>
          </p:txBody>
        </p:sp>
        <p:sp>
          <p:nvSpPr>
            <p:cNvPr id="99360" name="Oval 32"/>
            <p:cNvSpPr>
              <a:spLocks noChangeArrowheads="1"/>
            </p:cNvSpPr>
            <p:nvPr/>
          </p:nvSpPr>
          <p:spPr bwMode="auto">
            <a:xfrm>
              <a:off x="1560" y="2558"/>
              <a:ext cx="256" cy="264"/>
            </a:xfrm>
            <a:prstGeom prst="ellipse">
              <a:avLst/>
            </a:prstGeom>
            <a:noFill/>
            <a:ln w="19050">
              <a:solidFill>
                <a:schemeClr val="accent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>
                <a:ea typeface="宋体" charset="-122"/>
              </a:endParaRPr>
            </a:p>
          </p:txBody>
        </p:sp>
        <p:sp>
          <p:nvSpPr>
            <p:cNvPr id="99361" name="Oval 33"/>
            <p:cNvSpPr>
              <a:spLocks noChangeArrowheads="1"/>
            </p:cNvSpPr>
            <p:nvPr/>
          </p:nvSpPr>
          <p:spPr bwMode="auto">
            <a:xfrm>
              <a:off x="2280" y="2558"/>
              <a:ext cx="256" cy="264"/>
            </a:xfrm>
            <a:prstGeom prst="ellipse">
              <a:avLst/>
            </a:prstGeom>
            <a:noFill/>
            <a:ln w="19050">
              <a:solidFill>
                <a:schemeClr val="accent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>
                <a:ea typeface="宋体" charset="-122"/>
              </a:endParaRPr>
            </a:p>
          </p:txBody>
        </p:sp>
        <p:sp>
          <p:nvSpPr>
            <p:cNvPr id="99362" name="Text Box 34"/>
            <p:cNvSpPr txBox="1">
              <a:spLocks noChangeArrowheads="1"/>
            </p:cNvSpPr>
            <p:nvPr/>
          </p:nvSpPr>
          <p:spPr bwMode="auto">
            <a:xfrm>
              <a:off x="1352" y="3077"/>
              <a:ext cx="244" cy="3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sz="3200" i="1">
                  <a:latin typeface="Book Antiqua" pitchFamily="18" charset="0"/>
                  <a:ea typeface="宋体" charset="-122"/>
                </a:rPr>
                <a:t>x</a:t>
              </a:r>
              <a:endParaRPr lang="en-US" altLang="zh-CN" sz="2800" b="1">
                <a:latin typeface="Arial Black" pitchFamily="34" charset="0"/>
                <a:ea typeface="宋体" charset="-122"/>
              </a:endParaRPr>
            </a:p>
          </p:txBody>
        </p:sp>
        <p:sp>
          <p:nvSpPr>
            <p:cNvPr id="99363" name="Text Box 35"/>
            <p:cNvSpPr txBox="1">
              <a:spLocks noChangeArrowheads="1"/>
            </p:cNvSpPr>
            <p:nvPr/>
          </p:nvSpPr>
          <p:spPr bwMode="auto">
            <a:xfrm>
              <a:off x="1744" y="3037"/>
              <a:ext cx="244" cy="3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sz="3200" i="1">
                  <a:latin typeface="Book Antiqua" pitchFamily="18" charset="0"/>
                  <a:ea typeface="宋体" charset="-122"/>
                </a:rPr>
                <a:t>y</a:t>
              </a:r>
              <a:endParaRPr lang="en-US" altLang="zh-CN" sz="2800" b="1">
                <a:latin typeface="Arial Black" pitchFamily="34" charset="0"/>
                <a:ea typeface="宋体" charset="-122"/>
              </a:endParaRPr>
            </a:p>
          </p:txBody>
        </p:sp>
        <p:sp>
          <p:nvSpPr>
            <p:cNvPr id="99364" name="Oval 36"/>
            <p:cNvSpPr>
              <a:spLocks noChangeArrowheads="1"/>
            </p:cNvSpPr>
            <p:nvPr/>
          </p:nvSpPr>
          <p:spPr bwMode="auto">
            <a:xfrm>
              <a:off x="1336" y="3134"/>
              <a:ext cx="256" cy="264"/>
            </a:xfrm>
            <a:prstGeom prst="ellipse">
              <a:avLst/>
            </a:prstGeom>
            <a:noFill/>
            <a:ln w="19050">
              <a:solidFill>
                <a:schemeClr val="accent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>
                <a:ea typeface="宋体" charset="-122"/>
              </a:endParaRPr>
            </a:p>
          </p:txBody>
        </p:sp>
        <p:sp>
          <p:nvSpPr>
            <p:cNvPr id="99365" name="Oval 37"/>
            <p:cNvSpPr>
              <a:spLocks noChangeArrowheads="1"/>
            </p:cNvSpPr>
            <p:nvPr/>
          </p:nvSpPr>
          <p:spPr bwMode="auto">
            <a:xfrm>
              <a:off x="1728" y="3134"/>
              <a:ext cx="256" cy="264"/>
            </a:xfrm>
            <a:prstGeom prst="ellipse">
              <a:avLst/>
            </a:prstGeom>
            <a:noFill/>
            <a:ln w="19050">
              <a:solidFill>
                <a:schemeClr val="accent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>
                <a:ea typeface="宋体" charset="-122"/>
              </a:endParaRPr>
            </a:p>
          </p:txBody>
        </p:sp>
        <p:sp>
          <p:nvSpPr>
            <p:cNvPr id="99366" name="Text Box 38"/>
            <p:cNvSpPr txBox="1">
              <a:spLocks noChangeArrowheads="1"/>
            </p:cNvSpPr>
            <p:nvPr/>
          </p:nvSpPr>
          <p:spPr bwMode="auto">
            <a:xfrm>
              <a:off x="2880" y="3085"/>
              <a:ext cx="244" cy="3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sz="3200" i="1">
                  <a:latin typeface="Book Antiqua" pitchFamily="18" charset="0"/>
                  <a:ea typeface="宋体" charset="-122"/>
                </a:rPr>
                <a:t>x</a:t>
              </a:r>
              <a:endParaRPr lang="en-US" altLang="zh-CN" sz="2800" b="1">
                <a:latin typeface="Arial Black" pitchFamily="34" charset="0"/>
                <a:ea typeface="宋体" charset="-122"/>
              </a:endParaRPr>
            </a:p>
          </p:txBody>
        </p:sp>
        <p:sp>
          <p:nvSpPr>
            <p:cNvPr id="99367" name="Text Box 39"/>
            <p:cNvSpPr txBox="1">
              <a:spLocks noChangeArrowheads="1"/>
            </p:cNvSpPr>
            <p:nvPr/>
          </p:nvSpPr>
          <p:spPr bwMode="auto">
            <a:xfrm>
              <a:off x="3264" y="3091"/>
              <a:ext cx="244" cy="3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sz="3200">
                  <a:latin typeface="Book Antiqua" pitchFamily="18" charset="0"/>
                  <a:ea typeface="宋体" charset="-122"/>
                </a:rPr>
                <a:t>3</a:t>
              </a:r>
              <a:endParaRPr lang="en-US" altLang="zh-CN" sz="2800" b="1">
                <a:latin typeface="Arial Black" pitchFamily="34" charset="0"/>
                <a:ea typeface="宋体" charset="-122"/>
              </a:endParaRPr>
            </a:p>
          </p:txBody>
        </p:sp>
        <p:sp>
          <p:nvSpPr>
            <p:cNvPr id="99368" name="Oval 40"/>
            <p:cNvSpPr>
              <a:spLocks noChangeArrowheads="1"/>
            </p:cNvSpPr>
            <p:nvPr/>
          </p:nvSpPr>
          <p:spPr bwMode="auto">
            <a:xfrm>
              <a:off x="2864" y="3142"/>
              <a:ext cx="256" cy="264"/>
            </a:xfrm>
            <a:prstGeom prst="ellipse">
              <a:avLst/>
            </a:prstGeom>
            <a:noFill/>
            <a:ln w="19050">
              <a:solidFill>
                <a:schemeClr val="accent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>
                <a:ea typeface="宋体" charset="-122"/>
              </a:endParaRPr>
            </a:p>
          </p:txBody>
        </p:sp>
        <p:sp>
          <p:nvSpPr>
            <p:cNvPr id="99369" name="Oval 41"/>
            <p:cNvSpPr>
              <a:spLocks noChangeArrowheads="1"/>
            </p:cNvSpPr>
            <p:nvPr/>
          </p:nvSpPr>
          <p:spPr bwMode="auto">
            <a:xfrm>
              <a:off x="3248" y="3142"/>
              <a:ext cx="256" cy="264"/>
            </a:xfrm>
            <a:prstGeom prst="ellipse">
              <a:avLst/>
            </a:prstGeom>
            <a:noFill/>
            <a:ln w="19050">
              <a:solidFill>
                <a:schemeClr val="accent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>
                <a:ea typeface="宋体" charset="-122"/>
              </a:endParaRPr>
            </a:p>
          </p:txBody>
        </p:sp>
        <p:grpSp>
          <p:nvGrpSpPr>
            <p:cNvPr id="99370" name="Group 42"/>
            <p:cNvGrpSpPr>
              <a:grpSpLocks/>
            </p:cNvGrpSpPr>
            <p:nvPr/>
          </p:nvGrpSpPr>
          <p:grpSpPr bwMode="auto">
            <a:xfrm>
              <a:off x="3008" y="2822"/>
              <a:ext cx="368" cy="312"/>
              <a:chOff x="4488" y="2960"/>
              <a:chExt cx="368" cy="352"/>
            </a:xfrm>
          </p:grpSpPr>
          <p:sp>
            <p:nvSpPr>
              <p:cNvPr id="99387" name="Line 43"/>
              <p:cNvSpPr>
                <a:spLocks noChangeShapeType="1"/>
              </p:cNvSpPr>
              <p:nvPr/>
            </p:nvSpPr>
            <p:spPr bwMode="auto">
              <a:xfrm flipV="1">
                <a:off x="4488" y="2968"/>
                <a:ext cx="184" cy="344"/>
              </a:xfrm>
              <a:prstGeom prst="line">
                <a:avLst/>
              </a:prstGeom>
              <a:noFill/>
              <a:ln w="28575">
                <a:solidFill>
                  <a:schemeClr val="tx2"/>
                </a:solidFill>
                <a:miter lim="800000"/>
                <a:headEnd/>
                <a:tailEnd/>
              </a:ln>
              <a:effectLst/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99388" name="Line 44"/>
              <p:cNvSpPr>
                <a:spLocks noChangeShapeType="1"/>
              </p:cNvSpPr>
              <p:nvPr/>
            </p:nvSpPr>
            <p:spPr bwMode="auto">
              <a:xfrm flipH="1" flipV="1">
                <a:off x="4672" y="2960"/>
                <a:ext cx="184" cy="344"/>
              </a:xfrm>
              <a:prstGeom prst="line">
                <a:avLst/>
              </a:prstGeom>
              <a:noFill/>
              <a:ln w="28575">
                <a:solidFill>
                  <a:schemeClr val="tx2"/>
                </a:solidFill>
                <a:miter lim="800000"/>
                <a:headEnd/>
                <a:tailEnd/>
              </a:ln>
              <a:effectLst/>
            </p:spPr>
            <p:txBody>
              <a:bodyPr wrap="none"/>
              <a:lstStyle/>
              <a:p>
                <a:endParaRPr lang="en-US"/>
              </a:p>
            </p:txBody>
          </p:sp>
        </p:grpSp>
        <p:grpSp>
          <p:nvGrpSpPr>
            <p:cNvPr id="99371" name="Group 45"/>
            <p:cNvGrpSpPr>
              <a:grpSpLocks/>
            </p:cNvGrpSpPr>
            <p:nvPr/>
          </p:nvGrpSpPr>
          <p:grpSpPr bwMode="auto">
            <a:xfrm>
              <a:off x="3760" y="2822"/>
              <a:ext cx="368" cy="312"/>
              <a:chOff x="4488" y="2960"/>
              <a:chExt cx="368" cy="352"/>
            </a:xfrm>
          </p:grpSpPr>
          <p:sp>
            <p:nvSpPr>
              <p:cNvPr id="99385" name="Line 46"/>
              <p:cNvSpPr>
                <a:spLocks noChangeShapeType="1"/>
              </p:cNvSpPr>
              <p:nvPr/>
            </p:nvSpPr>
            <p:spPr bwMode="auto">
              <a:xfrm flipV="1">
                <a:off x="4488" y="2968"/>
                <a:ext cx="184" cy="344"/>
              </a:xfrm>
              <a:prstGeom prst="line">
                <a:avLst/>
              </a:prstGeom>
              <a:noFill/>
              <a:ln w="28575">
                <a:solidFill>
                  <a:schemeClr val="tx2"/>
                </a:solidFill>
                <a:miter lim="800000"/>
                <a:headEnd/>
                <a:tailEnd/>
              </a:ln>
              <a:effectLst/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99386" name="Line 47"/>
              <p:cNvSpPr>
                <a:spLocks noChangeShapeType="1"/>
              </p:cNvSpPr>
              <p:nvPr/>
            </p:nvSpPr>
            <p:spPr bwMode="auto">
              <a:xfrm flipH="1" flipV="1">
                <a:off x="4672" y="2960"/>
                <a:ext cx="184" cy="344"/>
              </a:xfrm>
              <a:prstGeom prst="line">
                <a:avLst/>
              </a:prstGeom>
              <a:noFill/>
              <a:ln w="28575">
                <a:solidFill>
                  <a:schemeClr val="tx2"/>
                </a:solidFill>
                <a:miter lim="800000"/>
                <a:headEnd/>
                <a:tailEnd/>
              </a:ln>
              <a:effectLst/>
            </p:spPr>
            <p:txBody>
              <a:bodyPr wrap="none"/>
              <a:lstStyle/>
              <a:p>
                <a:endParaRPr lang="en-US"/>
              </a:p>
            </p:txBody>
          </p:sp>
        </p:grpSp>
        <p:grpSp>
          <p:nvGrpSpPr>
            <p:cNvPr id="99372" name="Group 48"/>
            <p:cNvGrpSpPr>
              <a:grpSpLocks/>
            </p:cNvGrpSpPr>
            <p:nvPr/>
          </p:nvGrpSpPr>
          <p:grpSpPr bwMode="auto">
            <a:xfrm>
              <a:off x="1504" y="2822"/>
              <a:ext cx="368" cy="312"/>
              <a:chOff x="4488" y="2960"/>
              <a:chExt cx="368" cy="352"/>
            </a:xfrm>
          </p:grpSpPr>
          <p:sp>
            <p:nvSpPr>
              <p:cNvPr id="99383" name="Line 49"/>
              <p:cNvSpPr>
                <a:spLocks noChangeShapeType="1"/>
              </p:cNvSpPr>
              <p:nvPr/>
            </p:nvSpPr>
            <p:spPr bwMode="auto">
              <a:xfrm flipV="1">
                <a:off x="4488" y="2968"/>
                <a:ext cx="184" cy="344"/>
              </a:xfrm>
              <a:prstGeom prst="line">
                <a:avLst/>
              </a:prstGeom>
              <a:noFill/>
              <a:ln w="28575">
                <a:solidFill>
                  <a:schemeClr val="tx2"/>
                </a:solidFill>
                <a:miter lim="800000"/>
                <a:headEnd/>
                <a:tailEnd/>
              </a:ln>
              <a:effectLst/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99384" name="Line 50"/>
              <p:cNvSpPr>
                <a:spLocks noChangeShapeType="1"/>
              </p:cNvSpPr>
              <p:nvPr/>
            </p:nvSpPr>
            <p:spPr bwMode="auto">
              <a:xfrm flipH="1" flipV="1">
                <a:off x="4672" y="2960"/>
                <a:ext cx="184" cy="344"/>
              </a:xfrm>
              <a:prstGeom prst="line">
                <a:avLst/>
              </a:prstGeom>
              <a:noFill/>
              <a:ln w="28575">
                <a:solidFill>
                  <a:schemeClr val="tx2"/>
                </a:solidFill>
                <a:miter lim="800000"/>
                <a:headEnd/>
                <a:tailEnd/>
              </a:ln>
              <a:effectLst/>
            </p:spPr>
            <p:txBody>
              <a:bodyPr wrap="none"/>
              <a:lstStyle/>
              <a:p>
                <a:endParaRPr lang="en-US"/>
              </a:p>
            </p:txBody>
          </p:sp>
        </p:grpSp>
        <p:grpSp>
          <p:nvGrpSpPr>
            <p:cNvPr id="99373" name="Group 51"/>
            <p:cNvGrpSpPr>
              <a:grpSpLocks/>
            </p:cNvGrpSpPr>
            <p:nvPr/>
          </p:nvGrpSpPr>
          <p:grpSpPr bwMode="auto">
            <a:xfrm>
              <a:off x="1760" y="2246"/>
              <a:ext cx="576" cy="336"/>
              <a:chOff x="4264" y="2912"/>
              <a:chExt cx="576" cy="336"/>
            </a:xfrm>
          </p:grpSpPr>
          <p:sp>
            <p:nvSpPr>
              <p:cNvPr id="99381" name="Line 52"/>
              <p:cNvSpPr>
                <a:spLocks noChangeShapeType="1"/>
              </p:cNvSpPr>
              <p:nvPr/>
            </p:nvSpPr>
            <p:spPr bwMode="auto">
              <a:xfrm flipV="1">
                <a:off x="4264" y="2912"/>
                <a:ext cx="288" cy="336"/>
              </a:xfrm>
              <a:prstGeom prst="line">
                <a:avLst/>
              </a:prstGeom>
              <a:noFill/>
              <a:ln w="28575">
                <a:solidFill>
                  <a:schemeClr val="tx2"/>
                </a:solidFill>
                <a:miter lim="800000"/>
                <a:headEnd/>
                <a:tailEnd/>
              </a:ln>
              <a:effectLst/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99382" name="Line 53"/>
              <p:cNvSpPr>
                <a:spLocks noChangeShapeType="1"/>
              </p:cNvSpPr>
              <p:nvPr/>
            </p:nvSpPr>
            <p:spPr bwMode="auto">
              <a:xfrm flipH="1" flipV="1">
                <a:off x="4552" y="2912"/>
                <a:ext cx="288" cy="336"/>
              </a:xfrm>
              <a:prstGeom prst="line">
                <a:avLst/>
              </a:prstGeom>
              <a:noFill/>
              <a:ln w="28575">
                <a:solidFill>
                  <a:schemeClr val="tx2"/>
                </a:solidFill>
                <a:miter lim="800000"/>
                <a:headEnd/>
                <a:tailEnd/>
              </a:ln>
              <a:effectLst/>
            </p:spPr>
            <p:txBody>
              <a:bodyPr wrap="none"/>
              <a:lstStyle/>
              <a:p>
                <a:endParaRPr lang="en-US"/>
              </a:p>
            </p:txBody>
          </p:sp>
        </p:grpSp>
        <p:grpSp>
          <p:nvGrpSpPr>
            <p:cNvPr id="99374" name="Group 54"/>
            <p:cNvGrpSpPr>
              <a:grpSpLocks/>
            </p:cNvGrpSpPr>
            <p:nvPr/>
          </p:nvGrpSpPr>
          <p:grpSpPr bwMode="auto">
            <a:xfrm>
              <a:off x="3280" y="2254"/>
              <a:ext cx="576" cy="336"/>
              <a:chOff x="4264" y="2912"/>
              <a:chExt cx="576" cy="336"/>
            </a:xfrm>
          </p:grpSpPr>
          <p:sp>
            <p:nvSpPr>
              <p:cNvPr id="99379" name="Line 55"/>
              <p:cNvSpPr>
                <a:spLocks noChangeShapeType="1"/>
              </p:cNvSpPr>
              <p:nvPr/>
            </p:nvSpPr>
            <p:spPr bwMode="auto">
              <a:xfrm flipV="1">
                <a:off x="4264" y="2912"/>
                <a:ext cx="288" cy="336"/>
              </a:xfrm>
              <a:prstGeom prst="line">
                <a:avLst/>
              </a:prstGeom>
              <a:noFill/>
              <a:ln w="28575">
                <a:solidFill>
                  <a:schemeClr val="tx2"/>
                </a:solidFill>
                <a:miter lim="800000"/>
                <a:headEnd/>
                <a:tailEnd/>
              </a:ln>
              <a:effectLst/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99380" name="Line 56"/>
              <p:cNvSpPr>
                <a:spLocks noChangeShapeType="1"/>
              </p:cNvSpPr>
              <p:nvPr/>
            </p:nvSpPr>
            <p:spPr bwMode="auto">
              <a:xfrm flipH="1" flipV="1">
                <a:off x="4552" y="2912"/>
                <a:ext cx="288" cy="336"/>
              </a:xfrm>
              <a:prstGeom prst="line">
                <a:avLst/>
              </a:prstGeom>
              <a:noFill/>
              <a:ln w="28575">
                <a:solidFill>
                  <a:schemeClr val="tx2"/>
                </a:solidFill>
                <a:miter lim="800000"/>
                <a:headEnd/>
                <a:tailEnd/>
              </a:ln>
              <a:effectLst/>
            </p:spPr>
            <p:txBody>
              <a:bodyPr wrap="none"/>
              <a:lstStyle/>
              <a:p>
                <a:endParaRPr lang="en-US"/>
              </a:p>
            </p:txBody>
          </p:sp>
        </p:grpSp>
        <p:sp>
          <p:nvSpPr>
            <p:cNvPr id="99375" name="Text Box 57"/>
            <p:cNvSpPr txBox="1">
              <a:spLocks noChangeArrowheads="1"/>
            </p:cNvSpPr>
            <p:nvPr/>
          </p:nvSpPr>
          <p:spPr bwMode="auto">
            <a:xfrm>
              <a:off x="3624" y="3045"/>
              <a:ext cx="244" cy="3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sz="3200" i="1">
                  <a:latin typeface="Book Antiqua" pitchFamily="18" charset="0"/>
                  <a:ea typeface="宋体" charset="-122"/>
                </a:rPr>
                <a:t>y</a:t>
              </a:r>
              <a:endParaRPr lang="en-US" altLang="zh-CN" sz="2800" b="1">
                <a:latin typeface="Arial Black" pitchFamily="34" charset="0"/>
                <a:ea typeface="宋体" charset="-122"/>
              </a:endParaRPr>
            </a:p>
          </p:txBody>
        </p:sp>
        <p:sp>
          <p:nvSpPr>
            <p:cNvPr id="99376" name="Text Box 58"/>
            <p:cNvSpPr txBox="1">
              <a:spLocks noChangeArrowheads="1"/>
            </p:cNvSpPr>
            <p:nvPr/>
          </p:nvSpPr>
          <p:spPr bwMode="auto">
            <a:xfrm>
              <a:off x="4008" y="3091"/>
              <a:ext cx="244" cy="3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sz="3200">
                  <a:latin typeface="Book Antiqua" pitchFamily="18" charset="0"/>
                  <a:ea typeface="宋体" charset="-122"/>
                </a:rPr>
                <a:t>2</a:t>
              </a:r>
              <a:endParaRPr lang="en-US" altLang="zh-CN" sz="2800" b="1">
                <a:latin typeface="Arial Black" pitchFamily="34" charset="0"/>
                <a:ea typeface="宋体" charset="-122"/>
              </a:endParaRPr>
            </a:p>
          </p:txBody>
        </p:sp>
        <p:sp>
          <p:nvSpPr>
            <p:cNvPr id="99377" name="Oval 59"/>
            <p:cNvSpPr>
              <a:spLocks noChangeArrowheads="1"/>
            </p:cNvSpPr>
            <p:nvPr/>
          </p:nvSpPr>
          <p:spPr bwMode="auto">
            <a:xfrm>
              <a:off x="3608" y="3142"/>
              <a:ext cx="256" cy="264"/>
            </a:xfrm>
            <a:prstGeom prst="ellipse">
              <a:avLst/>
            </a:prstGeom>
            <a:noFill/>
            <a:ln w="19050">
              <a:solidFill>
                <a:schemeClr val="accent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>
                <a:ea typeface="宋体" charset="-122"/>
              </a:endParaRPr>
            </a:p>
          </p:txBody>
        </p:sp>
        <p:sp>
          <p:nvSpPr>
            <p:cNvPr id="99378" name="Oval 60"/>
            <p:cNvSpPr>
              <a:spLocks noChangeArrowheads="1"/>
            </p:cNvSpPr>
            <p:nvPr/>
          </p:nvSpPr>
          <p:spPr bwMode="auto">
            <a:xfrm>
              <a:off x="3992" y="3142"/>
              <a:ext cx="256" cy="264"/>
            </a:xfrm>
            <a:prstGeom prst="ellipse">
              <a:avLst/>
            </a:prstGeom>
            <a:noFill/>
            <a:ln w="19050">
              <a:solidFill>
                <a:schemeClr val="accent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>
                <a:ea typeface="宋体" charset="-122"/>
              </a:endParaRPr>
            </a:p>
          </p:txBody>
        </p:sp>
      </p:grpSp>
      <p:sp>
        <p:nvSpPr>
          <p:cNvPr id="61" name="Slide Number Placeholder 6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B66DE-703E-461C-82AF-C942A54373C1}" type="slidenum">
              <a:rPr lang="en-US" altLang="zh-CN" smtClean="0"/>
              <a:pPr/>
              <a:t>58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03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103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103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03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6103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0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61030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61030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03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6103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6103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0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61030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61030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03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6103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6103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03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6103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6103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0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6103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6103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0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4" dur="500"/>
                                        <p:tgtEl>
                                          <p:spTgt spid="6103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0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6103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6103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3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0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6103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6103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9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0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6103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6103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0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6103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6103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 nodeType="clickPar">
                      <p:stCondLst>
                        <p:cond delay="indefinite"/>
                      </p:stCondLst>
                      <p:childTnLst>
                        <p:par>
                          <p:cTn id="8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1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0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3" dur="500" fill="hold"/>
                                        <p:tgtEl>
                                          <p:spTgt spid="6103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500" fill="hold"/>
                                        <p:tgtEl>
                                          <p:spTgt spid="6103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 nodeType="clickPar">
                      <p:stCondLst>
                        <p:cond delay="indefinite"/>
                      </p:stCondLst>
                      <p:childTnLst>
                        <p:par>
                          <p:cTn id="8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7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03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9" dur="500" fill="hold"/>
                                        <p:tgtEl>
                                          <p:spTgt spid="6103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500" fill="hold"/>
                                        <p:tgtEl>
                                          <p:spTgt spid="6103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0307" grpId="0" build="p" autoUpdateAnimBg="0"/>
      <p:bldP spid="610308" grpId="0" autoUpdateAnimBg="0"/>
      <p:bldP spid="610309" grpId="0" autoUpdateAnimBg="0"/>
      <p:bldP spid="610310" grpId="0" autoUpdateAnimBg="0"/>
      <p:bldP spid="610311" grpId="0" autoUpdateAnimBg="0"/>
      <p:bldP spid="610312" grpId="0" autoUpdateAnimBg="0"/>
      <p:bldP spid="610313" grpId="0" autoUpdateAnimBg="0"/>
      <p:bldP spid="610314" grpId="0" autoUpdateAnimBg="0"/>
      <p:bldP spid="610315" grpId="0" autoUpdateAnimBg="0"/>
      <p:bldP spid="610316" grpId="0" autoUpdateAnimBg="0"/>
      <p:bldP spid="610317" grpId="0" autoUpdateAnimBg="0"/>
      <p:bldP spid="610318" grpId="0" autoUpdateAnimBg="0"/>
      <p:bldP spid="610319" grpId="0" autoUpdateAnimBg="0"/>
      <p:bldP spid="610320" grpId="0" autoUpdateAnimBg="0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1330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381000" y="1752600"/>
            <a:ext cx="8134350" cy="4572000"/>
          </a:xfrm>
        </p:spPr>
        <p:txBody>
          <a:bodyPr lIns="0" rIns="0"/>
          <a:lstStyle/>
          <a:p>
            <a:pPr eaLnBrk="1" hangingPunct="1"/>
            <a:r>
              <a:rPr lang="en-US" altLang="zh-CN" sz="3600" smtClean="0">
                <a:latin typeface="Times New Roman" pitchFamily="18" charset="0"/>
                <a:ea typeface="宋体" charset="-122"/>
              </a:rPr>
              <a:t>In an postfix expression, a binary operator follows its two operands</a:t>
            </a:r>
          </a:p>
          <a:p>
            <a:pPr eaLnBrk="1" hangingPunct="1"/>
            <a:r>
              <a:rPr lang="en-US" altLang="zh-CN" sz="3600" smtClean="0">
                <a:latin typeface="Times New Roman" pitchFamily="18" charset="0"/>
                <a:ea typeface="宋体" charset="-122"/>
              </a:rPr>
              <a:t>The expression is evaluated left-right</a:t>
            </a:r>
          </a:p>
          <a:p>
            <a:pPr eaLnBrk="1" hangingPunct="1"/>
            <a:r>
              <a:rPr lang="en-US" altLang="zh-CN" sz="3600" smtClean="0">
                <a:latin typeface="Times New Roman" pitchFamily="18" charset="0"/>
                <a:ea typeface="宋体" charset="-122"/>
              </a:rPr>
              <a:t>Look for the first operator from the left</a:t>
            </a:r>
          </a:p>
          <a:p>
            <a:pPr eaLnBrk="1" hangingPunct="1"/>
            <a:r>
              <a:rPr lang="en-US" altLang="zh-CN" sz="3600" smtClean="0">
                <a:latin typeface="Times New Roman" pitchFamily="18" charset="0"/>
                <a:ea typeface="宋体" charset="-122"/>
              </a:rPr>
              <a:t>Evaluate the operator with the two operands immediately to its left</a:t>
            </a:r>
          </a:p>
          <a:p>
            <a:pPr eaLnBrk="1" hangingPunct="1"/>
            <a:endParaRPr lang="en-US" altLang="zh-CN" sz="3600" smtClean="0">
              <a:latin typeface="Times New Roman" pitchFamily="18" charset="0"/>
              <a:ea typeface="宋体" charset="-122"/>
            </a:endParaRPr>
          </a:p>
        </p:txBody>
      </p:sp>
      <p:sp>
        <p:nvSpPr>
          <p:cNvPr id="100355" name="Rectangle 3"/>
          <p:cNvSpPr>
            <a:spLocks noGrp="1" noChangeArrowheads="1"/>
          </p:cNvSpPr>
          <p:nvPr>
            <p:ph type="title"/>
          </p:nvPr>
        </p:nvSpPr>
        <p:spPr>
          <a:xfrm>
            <a:off x="152400" y="152400"/>
            <a:ext cx="8839200" cy="838200"/>
          </a:xfrm>
          <a:noFill/>
        </p:spPr>
        <p:txBody>
          <a:bodyPr lIns="90488" tIns="44450" rIns="90488" bIns="44450"/>
          <a:lstStyle/>
          <a:p>
            <a:pPr eaLnBrk="1" hangingPunct="1"/>
            <a:r>
              <a:rPr lang="en-US" altLang="zh-CN" smtClean="0">
                <a:latin typeface="Times New Roman" pitchFamily="18" charset="0"/>
                <a:ea typeface="宋体" charset="-122"/>
              </a:rPr>
              <a:t>Evaluating Postfix Notation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B66DE-703E-461C-82AF-C942A54373C1}" type="slidenum">
              <a:rPr lang="en-US" altLang="zh-CN" smtClean="0"/>
              <a:pPr/>
              <a:t>59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13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113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113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13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113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113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13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113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113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133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61133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61133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1330" grpId="0" build="p" autoUpdateAnimBg="0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152400"/>
            <a:ext cx="8686800" cy="914400"/>
          </a:xfrm>
        </p:spPr>
        <p:txBody>
          <a:bodyPr/>
          <a:lstStyle/>
          <a:p>
            <a:pPr eaLnBrk="1" hangingPunct="1"/>
            <a:r>
              <a:rPr lang="en-US" altLang="zh-CN" smtClean="0">
                <a:latin typeface="Times New Roman" pitchFamily="18" charset="0"/>
                <a:ea typeface="宋体" charset="-122"/>
              </a:rPr>
              <a:t>Example</a:t>
            </a:r>
          </a:p>
        </p:txBody>
      </p:sp>
      <p:sp>
        <p:nvSpPr>
          <p:cNvPr id="612355" name="Text Box 3"/>
          <p:cNvSpPr txBox="1">
            <a:spLocks noChangeArrowheads="1"/>
          </p:cNvSpPr>
          <p:nvPr/>
        </p:nvSpPr>
        <p:spPr bwMode="auto">
          <a:xfrm>
            <a:off x="6994525" y="5908675"/>
            <a:ext cx="612775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90000"/>
              </a:lnSpc>
              <a:spcBef>
                <a:spcPct val="20000"/>
              </a:spcBef>
              <a:buClr>
                <a:schemeClr val="tx1"/>
              </a:buClr>
              <a:buSzPct val="75000"/>
            </a:pPr>
            <a:r>
              <a:rPr lang="en-US" altLang="zh-CN" sz="2800">
                <a:solidFill>
                  <a:schemeClr val="tx2"/>
                </a:solidFill>
                <a:latin typeface="Book Antiqua" pitchFamily="18" charset="0"/>
                <a:ea typeface="宋体" charset="-122"/>
              </a:rPr>
              <a:t>3</a:t>
            </a:r>
            <a:endParaRPr lang="en-US" altLang="zh-CN" sz="2400">
              <a:solidFill>
                <a:schemeClr val="tx2"/>
              </a:solidFill>
              <a:latin typeface="Times New Roman" pitchFamily="18" charset="0"/>
              <a:ea typeface="宋体" charset="-122"/>
            </a:endParaRPr>
          </a:p>
        </p:txBody>
      </p:sp>
      <p:sp>
        <p:nvSpPr>
          <p:cNvPr id="101380" name="Text Box 4"/>
          <p:cNvSpPr txBox="1">
            <a:spLocks noChangeArrowheads="1"/>
          </p:cNvSpPr>
          <p:nvPr/>
        </p:nvSpPr>
        <p:spPr bwMode="auto">
          <a:xfrm>
            <a:off x="1512888" y="1890713"/>
            <a:ext cx="6265862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90000"/>
              </a:lnSpc>
              <a:spcBef>
                <a:spcPct val="20000"/>
              </a:spcBef>
              <a:buClr>
                <a:schemeClr val="tx1"/>
              </a:buClr>
              <a:buSzPct val="75000"/>
            </a:pPr>
            <a:r>
              <a:rPr lang="en-US" altLang="zh-CN" sz="2800">
                <a:solidFill>
                  <a:schemeClr val="tx2"/>
                </a:solidFill>
                <a:latin typeface="Book Antiqua" pitchFamily="18" charset="0"/>
                <a:ea typeface="宋体" charset="-122"/>
              </a:rPr>
              <a:t>2   2   +   2   /   3   2   –   1   0   +   /   +</a:t>
            </a:r>
          </a:p>
        </p:txBody>
      </p:sp>
      <p:sp>
        <p:nvSpPr>
          <p:cNvPr id="612357" name="Text Box 5"/>
          <p:cNvSpPr txBox="1">
            <a:spLocks noChangeArrowheads="1"/>
          </p:cNvSpPr>
          <p:nvPr/>
        </p:nvSpPr>
        <p:spPr bwMode="auto">
          <a:xfrm>
            <a:off x="2435225" y="2570163"/>
            <a:ext cx="5299075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90000"/>
              </a:lnSpc>
              <a:spcBef>
                <a:spcPct val="20000"/>
              </a:spcBef>
              <a:buClr>
                <a:schemeClr val="tx1"/>
              </a:buClr>
              <a:buSzPct val="75000"/>
            </a:pPr>
            <a:r>
              <a:rPr lang="en-US" altLang="zh-CN" sz="2800">
                <a:solidFill>
                  <a:schemeClr val="tx2"/>
                </a:solidFill>
                <a:latin typeface="Book Antiqua" pitchFamily="18" charset="0"/>
                <a:ea typeface="宋体" charset="-122"/>
              </a:rPr>
              <a:t>4   2   /   3   2   –   1   0   +   /   +</a:t>
            </a:r>
          </a:p>
        </p:txBody>
      </p:sp>
      <p:sp>
        <p:nvSpPr>
          <p:cNvPr id="612358" name="Text Box 6"/>
          <p:cNvSpPr txBox="1">
            <a:spLocks noChangeArrowheads="1"/>
          </p:cNvSpPr>
          <p:nvPr/>
        </p:nvSpPr>
        <p:spPr bwMode="auto">
          <a:xfrm>
            <a:off x="3365500" y="3284538"/>
            <a:ext cx="45339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90000"/>
              </a:lnSpc>
              <a:spcBef>
                <a:spcPct val="20000"/>
              </a:spcBef>
              <a:buClr>
                <a:schemeClr val="tx1"/>
              </a:buClr>
              <a:buSzPct val="75000"/>
            </a:pPr>
            <a:r>
              <a:rPr lang="en-US" altLang="zh-CN" sz="2800">
                <a:solidFill>
                  <a:schemeClr val="tx2"/>
                </a:solidFill>
                <a:latin typeface="Book Antiqua" pitchFamily="18" charset="0"/>
                <a:ea typeface="宋体" charset="-122"/>
              </a:rPr>
              <a:t>2   3   2   –   1   0   +   /   +</a:t>
            </a:r>
          </a:p>
        </p:txBody>
      </p:sp>
      <p:sp>
        <p:nvSpPr>
          <p:cNvPr id="612359" name="Text Box 7"/>
          <p:cNvSpPr txBox="1">
            <a:spLocks noChangeArrowheads="1"/>
          </p:cNvSpPr>
          <p:nvPr/>
        </p:nvSpPr>
        <p:spPr bwMode="auto">
          <a:xfrm>
            <a:off x="4257675" y="3935413"/>
            <a:ext cx="3652838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90000"/>
              </a:lnSpc>
              <a:spcBef>
                <a:spcPct val="20000"/>
              </a:spcBef>
              <a:buClr>
                <a:schemeClr val="tx1"/>
              </a:buClr>
              <a:buSzPct val="75000"/>
            </a:pPr>
            <a:r>
              <a:rPr lang="en-US" altLang="zh-CN" sz="2800">
                <a:solidFill>
                  <a:schemeClr val="tx2"/>
                </a:solidFill>
                <a:latin typeface="Book Antiqua" pitchFamily="18" charset="0"/>
                <a:ea typeface="宋体" charset="-122"/>
              </a:rPr>
              <a:t>2   1   1   0   +   /   +</a:t>
            </a:r>
          </a:p>
        </p:txBody>
      </p:sp>
      <p:sp>
        <p:nvSpPr>
          <p:cNvPr id="612360" name="Text Box 8"/>
          <p:cNvSpPr txBox="1">
            <a:spLocks noChangeArrowheads="1"/>
          </p:cNvSpPr>
          <p:nvPr/>
        </p:nvSpPr>
        <p:spPr bwMode="auto">
          <a:xfrm>
            <a:off x="5176838" y="4613275"/>
            <a:ext cx="2671762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90000"/>
              </a:lnSpc>
              <a:spcBef>
                <a:spcPct val="20000"/>
              </a:spcBef>
              <a:buClr>
                <a:schemeClr val="tx1"/>
              </a:buClr>
              <a:buSzPct val="75000"/>
            </a:pPr>
            <a:r>
              <a:rPr lang="en-US" altLang="zh-CN" sz="2800">
                <a:solidFill>
                  <a:schemeClr val="tx2"/>
                </a:solidFill>
                <a:latin typeface="Book Antiqua" pitchFamily="18" charset="0"/>
                <a:ea typeface="宋体" charset="-122"/>
              </a:rPr>
              <a:t>2   1   1   /   +</a:t>
            </a:r>
          </a:p>
        </p:txBody>
      </p:sp>
      <p:sp>
        <p:nvSpPr>
          <p:cNvPr id="612361" name="Text Box 9"/>
          <p:cNvSpPr txBox="1">
            <a:spLocks noChangeArrowheads="1"/>
          </p:cNvSpPr>
          <p:nvPr/>
        </p:nvSpPr>
        <p:spPr bwMode="auto">
          <a:xfrm>
            <a:off x="6096000" y="5267325"/>
            <a:ext cx="1806575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90000"/>
              </a:lnSpc>
              <a:spcBef>
                <a:spcPct val="20000"/>
              </a:spcBef>
              <a:buClr>
                <a:schemeClr val="tx1"/>
              </a:buClr>
              <a:buSzPct val="75000"/>
            </a:pPr>
            <a:r>
              <a:rPr lang="en-US" altLang="zh-CN" sz="2800">
                <a:solidFill>
                  <a:schemeClr val="tx2"/>
                </a:solidFill>
                <a:latin typeface="Book Antiqua" pitchFamily="18" charset="0"/>
                <a:ea typeface="宋体" charset="-122"/>
              </a:rPr>
              <a:t>2   1   +</a:t>
            </a:r>
          </a:p>
        </p:txBody>
      </p:sp>
      <p:sp>
        <p:nvSpPr>
          <p:cNvPr id="612362" name="Oval 10"/>
          <p:cNvSpPr>
            <a:spLocks noChangeArrowheads="1"/>
          </p:cNvSpPr>
          <p:nvPr/>
        </p:nvSpPr>
        <p:spPr bwMode="auto">
          <a:xfrm>
            <a:off x="1385888" y="1878013"/>
            <a:ext cx="1485900" cy="476250"/>
          </a:xfrm>
          <a:prstGeom prst="ellips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>
              <a:ea typeface="宋体" charset="-122"/>
            </a:endParaRPr>
          </a:p>
        </p:txBody>
      </p:sp>
      <p:sp>
        <p:nvSpPr>
          <p:cNvPr id="612363" name="Oval 11"/>
          <p:cNvSpPr>
            <a:spLocks noChangeArrowheads="1"/>
          </p:cNvSpPr>
          <p:nvPr/>
        </p:nvSpPr>
        <p:spPr bwMode="auto">
          <a:xfrm>
            <a:off x="2354263" y="2555875"/>
            <a:ext cx="1485900" cy="476250"/>
          </a:xfrm>
          <a:prstGeom prst="ellips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>
              <a:ea typeface="宋体" charset="-122"/>
            </a:endParaRPr>
          </a:p>
        </p:txBody>
      </p:sp>
      <p:sp>
        <p:nvSpPr>
          <p:cNvPr id="612364" name="Oval 12"/>
          <p:cNvSpPr>
            <a:spLocks noChangeArrowheads="1"/>
          </p:cNvSpPr>
          <p:nvPr/>
        </p:nvSpPr>
        <p:spPr bwMode="auto">
          <a:xfrm>
            <a:off x="3695700" y="3278188"/>
            <a:ext cx="1485900" cy="476250"/>
          </a:xfrm>
          <a:prstGeom prst="ellips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>
              <a:ea typeface="宋体" charset="-122"/>
            </a:endParaRPr>
          </a:p>
        </p:txBody>
      </p:sp>
      <p:sp>
        <p:nvSpPr>
          <p:cNvPr id="612365" name="Oval 13"/>
          <p:cNvSpPr>
            <a:spLocks noChangeArrowheads="1"/>
          </p:cNvSpPr>
          <p:nvPr/>
        </p:nvSpPr>
        <p:spPr bwMode="auto">
          <a:xfrm>
            <a:off x="5037138" y="3913188"/>
            <a:ext cx="1485900" cy="476250"/>
          </a:xfrm>
          <a:prstGeom prst="ellips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>
              <a:ea typeface="宋体" charset="-122"/>
            </a:endParaRPr>
          </a:p>
        </p:txBody>
      </p:sp>
      <p:sp>
        <p:nvSpPr>
          <p:cNvPr id="612366" name="Oval 14"/>
          <p:cNvSpPr>
            <a:spLocks noChangeArrowheads="1"/>
          </p:cNvSpPr>
          <p:nvPr/>
        </p:nvSpPr>
        <p:spPr bwMode="auto">
          <a:xfrm>
            <a:off x="5513388" y="4603750"/>
            <a:ext cx="1485900" cy="476250"/>
          </a:xfrm>
          <a:prstGeom prst="ellips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>
              <a:ea typeface="宋体" charset="-122"/>
            </a:endParaRPr>
          </a:p>
        </p:txBody>
      </p:sp>
      <p:sp>
        <p:nvSpPr>
          <p:cNvPr id="612367" name="Oval 15"/>
          <p:cNvSpPr>
            <a:spLocks noChangeArrowheads="1"/>
          </p:cNvSpPr>
          <p:nvPr/>
        </p:nvSpPr>
        <p:spPr bwMode="auto">
          <a:xfrm>
            <a:off x="5989638" y="5254625"/>
            <a:ext cx="1485900" cy="476250"/>
          </a:xfrm>
          <a:prstGeom prst="ellips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>
              <a:ea typeface="宋体" charset="-122"/>
            </a:endParaRPr>
          </a:p>
        </p:txBody>
      </p:sp>
      <p:sp>
        <p:nvSpPr>
          <p:cNvPr id="16" name="Slide Number Placeholder 1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B66DE-703E-461C-82AF-C942A54373C1}" type="slidenum">
              <a:rPr lang="en-US" altLang="zh-CN" smtClean="0"/>
              <a:pPr/>
              <a:t>60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2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1236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1236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23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123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123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23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61236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61236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23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6123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6123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2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61236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61236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23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6123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6123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2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61236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61236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23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6123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6123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23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61236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61236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23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6123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6123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23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61236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61236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 nodeType="clickPar">
                      <p:stCondLst>
                        <p:cond delay="indefinite"/>
                      </p:stCondLst>
                      <p:childTnLst>
                        <p:par>
                          <p:cTn id="7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23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6123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6123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2355" grpId="0" autoUpdateAnimBg="0"/>
      <p:bldP spid="612357" grpId="0" autoUpdateAnimBg="0"/>
      <p:bldP spid="612358" grpId="0" autoUpdateAnimBg="0"/>
      <p:bldP spid="612359" grpId="0" autoUpdateAnimBg="0"/>
      <p:bldP spid="612360" grpId="0" autoUpdateAnimBg="0"/>
      <p:bldP spid="612361" grpId="0" autoUpdateAnimBg="0"/>
      <p:bldP spid="612362" grpId="0" animBg="1"/>
      <p:bldP spid="612363" grpId="0" animBg="1"/>
      <p:bldP spid="612364" grpId="0" animBg="1"/>
      <p:bldP spid="612365" grpId="0" animBg="1"/>
      <p:bldP spid="612366" grpId="0" animBg="1"/>
      <p:bldP spid="612367" grpId="0" animBg="1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28600"/>
            <a:ext cx="8229600" cy="1066800"/>
          </a:xfrm>
        </p:spPr>
        <p:txBody>
          <a:bodyPr/>
          <a:lstStyle/>
          <a:p>
            <a:pPr eaLnBrk="1" hangingPunct="1"/>
            <a:r>
              <a:rPr lang="en-US" altLang="zh-CN" smtClean="0">
                <a:latin typeface="Times New Roman" pitchFamily="18" charset="0"/>
                <a:ea typeface="宋体" charset="-122"/>
              </a:rPr>
              <a:t>Conclusion</a:t>
            </a:r>
          </a:p>
        </p:txBody>
      </p:sp>
      <p:sp>
        <p:nvSpPr>
          <p:cNvPr id="10342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zh-CN" smtClean="0">
                <a:latin typeface="Times New Roman" pitchFamily="18" charset="0"/>
                <a:ea typeface="宋体" charset="-122"/>
              </a:rPr>
              <a:t>In this chapter we have studied:</a:t>
            </a:r>
          </a:p>
          <a:p>
            <a:pPr lvl="1" eaLnBrk="1" hangingPunct="1"/>
            <a:r>
              <a:rPr lang="en-US" altLang="zh-CN" smtClean="0">
                <a:latin typeface="Times New Roman" pitchFamily="18" charset="0"/>
                <a:ea typeface="宋体" charset="-122"/>
              </a:rPr>
              <a:t>Trees</a:t>
            </a:r>
          </a:p>
          <a:p>
            <a:pPr lvl="1" eaLnBrk="1" hangingPunct="1"/>
            <a:r>
              <a:rPr lang="en-US" altLang="zh-CN" smtClean="0">
                <a:latin typeface="Times New Roman" pitchFamily="18" charset="0"/>
                <a:ea typeface="宋体" charset="-122"/>
              </a:rPr>
              <a:t>Applications of Trees</a:t>
            </a:r>
          </a:p>
          <a:p>
            <a:pPr lvl="1" eaLnBrk="1" hangingPunct="1"/>
            <a:r>
              <a:rPr lang="en-US" altLang="zh-CN" smtClean="0">
                <a:latin typeface="Times New Roman" pitchFamily="18" charset="0"/>
                <a:ea typeface="宋体" charset="-122"/>
              </a:rPr>
              <a:t>Tree Traversal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B66DE-703E-461C-82AF-C942A54373C1}" type="slidenum">
              <a:rPr lang="en-US" altLang="zh-CN" smtClean="0"/>
              <a:pPr/>
              <a:t>61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1_Default Design">
  <a:themeElements>
    <a:clrScheme name="1_Default Design 6">
      <a:dk1>
        <a:srgbClr val="005A58"/>
      </a:dk1>
      <a:lt1>
        <a:srgbClr val="FFFFFF"/>
      </a:lt1>
      <a:dk2>
        <a:srgbClr val="008080"/>
      </a:dk2>
      <a:lt2>
        <a:srgbClr val="FFFF99"/>
      </a:lt2>
      <a:accent1>
        <a:srgbClr val="006462"/>
      </a:accent1>
      <a:accent2>
        <a:srgbClr val="6D6FC7"/>
      </a:accent2>
      <a:accent3>
        <a:srgbClr val="AAC0C0"/>
      </a:accent3>
      <a:accent4>
        <a:srgbClr val="DADADA"/>
      </a:accent4>
      <a:accent5>
        <a:srgbClr val="AAB8B7"/>
      </a:accent5>
      <a:accent6>
        <a:srgbClr val="6264B4"/>
      </a:accent6>
      <a:hlink>
        <a:srgbClr val="00FFFF"/>
      </a:hlink>
      <a:folHlink>
        <a:srgbClr val="00FF00"/>
      </a:folHlink>
    </a:clrScheme>
    <a:fontScheme name="1_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1_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828</TotalTime>
  <Words>1869</Words>
  <Application>Microsoft Office PowerPoint</Application>
  <PresentationFormat>On-screen Show (4:3)</PresentationFormat>
  <Paragraphs>688</Paragraphs>
  <Slides>61</Slides>
  <Notes>15</Notes>
  <HiddenSlides>0</HiddenSlides>
  <MMClips>0</MMClips>
  <ScaleCrop>false</ScaleCrop>
  <HeadingPairs>
    <vt:vector size="8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2</vt:i4>
      </vt:variant>
      <vt:variant>
        <vt:lpstr>Slide Titles</vt:lpstr>
      </vt:variant>
      <vt:variant>
        <vt:i4>61</vt:i4>
      </vt:variant>
    </vt:vector>
  </HeadingPairs>
  <TitlesOfParts>
    <vt:vector size="73" baseType="lpstr">
      <vt:lpstr>宋体</vt:lpstr>
      <vt:lpstr>Arial</vt:lpstr>
      <vt:lpstr>Arial Black</vt:lpstr>
      <vt:lpstr>Book Antiqua</vt:lpstr>
      <vt:lpstr>Bookman Old Style</vt:lpstr>
      <vt:lpstr>Calibri</vt:lpstr>
      <vt:lpstr>Symbol</vt:lpstr>
      <vt:lpstr>Tahoma</vt:lpstr>
      <vt:lpstr>Times New Roman</vt:lpstr>
      <vt:lpstr>1_Default Design</vt:lpstr>
      <vt:lpstr>Image</vt:lpstr>
      <vt:lpstr>Picture</vt:lpstr>
      <vt:lpstr>PowerPoint Presentation</vt:lpstr>
      <vt:lpstr>Tree</vt:lpstr>
      <vt:lpstr>Which graphs are trees?</vt:lpstr>
      <vt:lpstr>Forest</vt:lpstr>
      <vt:lpstr>Rooted Tree</vt:lpstr>
      <vt:lpstr>Example</vt:lpstr>
      <vt:lpstr>What if a different root is chosen?</vt:lpstr>
      <vt:lpstr>Tree Terminology</vt:lpstr>
      <vt:lpstr>Example</vt:lpstr>
      <vt:lpstr>Example</vt:lpstr>
      <vt:lpstr>Tree Terminology (Cont.)</vt:lpstr>
      <vt:lpstr>Example</vt:lpstr>
      <vt:lpstr>Example</vt:lpstr>
      <vt:lpstr>Tree Terminology (Cont.)</vt:lpstr>
      <vt:lpstr>Example</vt:lpstr>
      <vt:lpstr>Example</vt:lpstr>
      <vt:lpstr>Tree Terminology (Cont.)</vt:lpstr>
      <vt:lpstr>Example</vt:lpstr>
      <vt:lpstr>Ordered Rooted Tree</vt:lpstr>
      <vt:lpstr>Example</vt:lpstr>
      <vt:lpstr>Example</vt:lpstr>
      <vt:lpstr>Example</vt:lpstr>
      <vt:lpstr>Example</vt:lpstr>
      <vt:lpstr>Tree Terminology (Cont.)</vt:lpstr>
      <vt:lpstr>Example</vt:lpstr>
      <vt:lpstr>Full and Complete Binary Trees</vt:lpstr>
      <vt:lpstr>Examples</vt:lpstr>
      <vt:lpstr>Traversal Algorithms</vt:lpstr>
      <vt:lpstr>Traversal</vt:lpstr>
      <vt:lpstr>Preorder Traversal</vt:lpstr>
      <vt:lpstr>Preorder Traversal</vt:lpstr>
      <vt:lpstr>Example</vt:lpstr>
      <vt:lpstr>The Preorder Traversal of T</vt:lpstr>
      <vt:lpstr>The Preorder Traversal of T</vt:lpstr>
      <vt:lpstr>The Preorder Traversal of T</vt:lpstr>
      <vt:lpstr>The Preorder Traversal of T</vt:lpstr>
      <vt:lpstr>The Preorder Traversal of T</vt:lpstr>
      <vt:lpstr>Inorder Traversal</vt:lpstr>
      <vt:lpstr>Example</vt:lpstr>
      <vt:lpstr>The Inorder Traversal of T</vt:lpstr>
      <vt:lpstr>The Inorder Traversal of T</vt:lpstr>
      <vt:lpstr>The Inorder Traversal of T</vt:lpstr>
      <vt:lpstr>The Inorder Traversal of T</vt:lpstr>
      <vt:lpstr>The Inorder Traversal of T</vt:lpstr>
      <vt:lpstr>Postorder Traversal</vt:lpstr>
      <vt:lpstr>Example</vt:lpstr>
      <vt:lpstr>The Postorder Traversal of T</vt:lpstr>
      <vt:lpstr>The Postorder Traversal of T</vt:lpstr>
      <vt:lpstr>The Postorder Traversal of T</vt:lpstr>
      <vt:lpstr>The Postorder Traversal of T</vt:lpstr>
      <vt:lpstr>The Postorder Traversal of T</vt:lpstr>
      <vt:lpstr>Representing Arithmetic Expressions</vt:lpstr>
      <vt:lpstr>Example</vt:lpstr>
      <vt:lpstr>Infix Notation</vt:lpstr>
      <vt:lpstr>Prefix Notation (Polish Notation)</vt:lpstr>
      <vt:lpstr>Evaluating Prefix Notation</vt:lpstr>
      <vt:lpstr>Example</vt:lpstr>
      <vt:lpstr>Postfix Notation (Reverse Polish)</vt:lpstr>
      <vt:lpstr>Evaluating Postfix Notation</vt:lpstr>
      <vt:lpstr>Example</vt:lpstr>
      <vt:lpstr>Conclusion</vt:lpstr>
    </vt:vector>
  </TitlesOfParts>
  <Company>Mississippi State University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Section 9.1 - Introduction to Trees</dc:title>
  <dc:subject>CSE 2813 - Discrete Structures</dc:subject>
  <dc:creator>Mahmood Hossain</dc:creator>
  <cp:lastModifiedBy>asus</cp:lastModifiedBy>
  <cp:revision>136</cp:revision>
  <dcterms:created xsi:type="dcterms:W3CDTF">2004-01-10T01:19:13Z</dcterms:created>
  <dcterms:modified xsi:type="dcterms:W3CDTF">2024-03-22T11:30:50Z</dcterms:modified>
</cp:coreProperties>
</file>